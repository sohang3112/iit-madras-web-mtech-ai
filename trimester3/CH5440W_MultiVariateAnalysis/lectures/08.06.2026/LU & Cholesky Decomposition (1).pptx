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  <p:embeddedFont>
      <p:font typeface="Playfair Display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819243-46D7-4AA4-BD4A-E2417C43B20F}">
  <a:tblStyle styleId="{AD819243-46D7-4AA4-BD4A-E2417C43B2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44944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LU &amp; Cholesky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Decomposition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4235128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 high-performance mathematical guide to matrix split principles and symmetric positive-definite systems.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662237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2986087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I: LU Decomposition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9862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The standard for general square matrix factorization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38250"/>
            <a:ext cx="52387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238250"/>
            <a:ext cx="52387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276600"/>
            <a:ext cx="44577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1628775"/>
            <a:ext cx="468058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Fundamental Factorization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2171700"/>
            <a:ext cx="4457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LU decomposition breaks down a square matrix into the product of two triangular matrices: a Lower (L) and an Upper (U).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1628775"/>
            <a:ext cx="468058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Components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72275" y="2171700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 (Lower):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Lower-triangular matrix, often with 1s along the diagonal in Doolittle's method.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72275" y="2971800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U (Upper):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Upper-triangular matrix containing the result of Gaussian elimination.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99891" y="3476625"/>
            <a:ext cx="981819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Split Principle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9;p16" descr="image.png">
            <a:extLst>
              <a:ext uri="{FF2B5EF4-FFF2-40B4-BE49-F238E27FC236}">
                <a16:creationId xmlns:a16="http://schemas.microsoft.com/office/drawing/2014/main" id="{A8F94B7E-3955-82E5-F7D8-23DD884FC2A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58275" y="4400550"/>
            <a:ext cx="2465049" cy="1987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21717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Instead of expensive matrix inversion, a linear system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Ax = b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is resolved elegantly using two triangular substitutions: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44100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This approach is significantly more stable and computationally efficient for multiple </a:t>
            </a:r>
            <a:r>
              <a:rPr lang="en-US" sz="1500" b="0" i="1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vectors.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907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52500" y="33242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Solve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Ly = b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for </a:t>
            </a:r>
            <a:r>
              <a:rPr lang="en-US" sz="1500" b="0" i="1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via forward substitution.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38671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Solve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Ux = y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for </a:t>
            </a:r>
            <a:r>
              <a:rPr lang="en-US" sz="1500" b="0" i="1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via backward substitution.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670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1001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Solving Linear Systems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p18"/>
          <p:cNvGraphicFramePr/>
          <p:nvPr/>
        </p:nvGraphicFramePr>
        <p:xfrm>
          <a:off x="571500" y="2457450"/>
          <a:ext cx="11049025" cy="2362200"/>
        </p:xfrm>
        <a:graphic>
          <a:graphicData uri="http://schemas.openxmlformats.org/drawingml/2006/table">
            <a:tbl>
              <a:tblPr firstRow="1" bandRow="1">
                <a:noFill/>
                <a:tableStyleId>{AD819243-46D7-4AA4-BD4A-E2417C43B20F}</a:tableStyleId>
              </a:tblPr>
              <a:tblGrid>
                <a:gridCol w="151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Target Matrix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Lower L (Unit Diag)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Upper 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Row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[1, 2, 4]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[1, 0, 0]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[1, 2, 4]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Row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[3, 8, 14]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[3, 1, 0]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[0, 2, 2]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Row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[2, 6, 13]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[2, 1, 1]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[0, 0, 3]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571500" y="3033712"/>
            <a:ext cx="151179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083296" y="3033712"/>
            <a:ext cx="352216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605462" y="3033712"/>
            <a:ext cx="4004518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9609980" y="3033712"/>
            <a:ext cx="2010519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71500" y="3624262"/>
            <a:ext cx="151179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083296" y="3624262"/>
            <a:ext cx="352216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605462" y="3624262"/>
            <a:ext cx="4004518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9609980" y="3624262"/>
            <a:ext cx="2010519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71500" y="4214812"/>
            <a:ext cx="151179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083296" y="4214812"/>
            <a:ext cx="352216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605462" y="4214812"/>
            <a:ext cx="4004518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609980" y="4214812"/>
            <a:ext cx="2010519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4805362"/>
            <a:ext cx="151179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083296" y="4805362"/>
            <a:ext cx="352216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605462" y="4805362"/>
            <a:ext cx="4004518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9609980" y="4805362"/>
            <a:ext cx="2010519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Numerical Example (3x3)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5619750" y="2662237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295275" y="2986087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II: Cholesky Decomposition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39862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Optimized for Symmetric Positive-Definite (SPD) Matrices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3124200"/>
            <a:ext cx="27813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50%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924300" y="3024187"/>
            <a:ext cx="808101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Fewer Operations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3924300" y="3452812"/>
            <a:ext cx="7696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Cholesky requires exactly half the floating-point operations (FLOPs) of general LU decomposition by exploiting matrix symmetry.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3924300" y="4252912"/>
            <a:ext cx="769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It also requires half the memory, as only the single factor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needs to be stored.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Efficiency Gains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/>
        </p:nvSpPr>
        <p:spPr>
          <a:xfrm>
            <a:off x="1333500" y="2181225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Symmetry: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The matrix must be identical to its transpose. Off-diagonal elements must match perfectly.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1333500" y="3267075"/>
            <a:ext cx="10287000" cy="33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Positive-Definiteness: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For any non-zero vector </a:t>
            </a:r>
            <a:r>
              <a:rPr lang="en-US" sz="1500" b="0" i="1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, the quadratic form </a:t>
            </a:r>
            <a:r>
              <a:rPr lang="en-US" sz="1500" b="0" i="1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xTAx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must be strictly positive.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1333500" y="438775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Real Values: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All eigenvalues must be strictly positive to avoid imaginary components during square root calculations.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333500" y="577840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Non-Singularity: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The matrix must be full rank. Zero pivots lead to immediate computational failure.</a:t>
            </a:r>
            <a:endParaRPr/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22240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33099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43061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5821263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Strict Structural Preconditions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762000" y="923776"/>
            <a:ext cx="5000625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Mathematical Relationship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923776"/>
            <a:ext cx="76200" cy="106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2562076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When matrix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is symmetric, LU simplifies to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LDU</a:t>
            </a: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. Distributing diagonal scaling yields the Cholesky factor.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48291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This creates a single lower triangular factor multiplied by its own transpose, acting as a "square root" for the matrix.</a:t>
            </a:r>
            <a:endParaRPr/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1205" y="4047976"/>
            <a:ext cx="1093589" cy="209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0876"/>
            <a:ext cx="5238750" cy="3270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50876"/>
            <a:ext cx="5238750" cy="327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962025" y="2641401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Diagonal Elements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62025" y="3184326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Calculated using square roots of residuals: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772275" y="2641401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Off-Diagonal Elements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772275" y="3184326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Calculated by dividing the residual by the current pivot:</a:t>
            </a:r>
            <a:endParaRPr/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30635" y="3879651"/>
            <a:ext cx="1920329" cy="59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46218" y="4184451"/>
            <a:ext cx="2309663" cy="55602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Cholesky Calculation Flow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434</Words>
  <Application>Microsoft Office PowerPoint</Application>
  <PresentationFormat>Widescreen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Playfair Display</vt:lpstr>
      <vt:lpstr>Arial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Sumanth Srinivas Parthasarathy</cp:lastModifiedBy>
  <cp:revision>5</cp:revision>
  <dcterms:modified xsi:type="dcterms:W3CDTF">2026-05-26T10:05:33Z</dcterms:modified>
</cp:coreProperties>
</file>