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1.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7"/>
  </p:notesMasterIdLst>
  <p:sldIdLst>
    <p:sldId id="657" r:id="rId2"/>
    <p:sldId id="659" r:id="rId3"/>
    <p:sldId id="675" r:id="rId4"/>
    <p:sldId id="660" r:id="rId5"/>
    <p:sldId id="661" r:id="rId6"/>
    <p:sldId id="684" r:id="rId7"/>
    <p:sldId id="676" r:id="rId8"/>
    <p:sldId id="677" r:id="rId9"/>
    <p:sldId id="678" r:id="rId10"/>
    <p:sldId id="681" r:id="rId11"/>
    <p:sldId id="682" r:id="rId12"/>
    <p:sldId id="683" r:id="rId13"/>
    <p:sldId id="663" r:id="rId14"/>
    <p:sldId id="664" r:id="rId15"/>
    <p:sldId id="686" r:id="rId16"/>
    <p:sldId id="687" r:id="rId17"/>
    <p:sldId id="665" r:id="rId18"/>
    <p:sldId id="666" r:id="rId19"/>
    <p:sldId id="667" r:id="rId20"/>
    <p:sldId id="668" r:id="rId21"/>
    <p:sldId id="689" r:id="rId22"/>
    <p:sldId id="690" r:id="rId23"/>
    <p:sldId id="705" r:id="rId24"/>
    <p:sldId id="691" r:id="rId25"/>
    <p:sldId id="670" r:id="rId26"/>
    <p:sldId id="671" r:id="rId27"/>
    <p:sldId id="673" r:id="rId28"/>
    <p:sldId id="704" r:id="rId29"/>
    <p:sldId id="442" r:id="rId30"/>
    <p:sldId id="520" r:id="rId31"/>
    <p:sldId id="514" r:id="rId32"/>
    <p:sldId id="519" r:id="rId33"/>
    <p:sldId id="515" r:id="rId34"/>
    <p:sldId id="521" r:id="rId35"/>
    <p:sldId id="523" r:id="rId36"/>
    <p:sldId id="522" r:id="rId37"/>
    <p:sldId id="516" r:id="rId38"/>
    <p:sldId id="524" r:id="rId39"/>
    <p:sldId id="540" r:id="rId40"/>
    <p:sldId id="643" r:id="rId41"/>
    <p:sldId id="644" r:id="rId42"/>
    <p:sldId id="692" r:id="rId43"/>
    <p:sldId id="693" r:id="rId44"/>
    <p:sldId id="694" r:id="rId45"/>
    <p:sldId id="695" r:id="rId46"/>
    <p:sldId id="696" r:id="rId47"/>
    <p:sldId id="697" r:id="rId48"/>
    <p:sldId id="698" r:id="rId49"/>
    <p:sldId id="699" r:id="rId50"/>
    <p:sldId id="700" r:id="rId51"/>
    <p:sldId id="706" r:id="rId52"/>
    <p:sldId id="708" r:id="rId53"/>
    <p:sldId id="709" r:id="rId54"/>
    <p:sldId id="711" r:id="rId55"/>
    <p:sldId id="710" r:id="rId56"/>
    <p:sldId id="713" r:id="rId57"/>
    <p:sldId id="712" r:id="rId58"/>
    <p:sldId id="714" r:id="rId59"/>
    <p:sldId id="715" r:id="rId60"/>
    <p:sldId id="716" r:id="rId61"/>
    <p:sldId id="718" r:id="rId62"/>
    <p:sldId id="719" r:id="rId63"/>
    <p:sldId id="717" r:id="rId64"/>
    <p:sldId id="720" r:id="rId65"/>
    <p:sldId id="721" r:id="rId6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3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a:srgbClr val="FF00FF"/>
    <a:srgbClr val="33CC3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72" autoAdjust="0"/>
  </p:normalViewPr>
  <p:slideViewPr>
    <p:cSldViewPr>
      <p:cViewPr varScale="1">
        <p:scale>
          <a:sx n="122" d="100"/>
          <a:sy n="122" d="100"/>
        </p:scale>
        <p:origin x="1284" y="96"/>
      </p:cViewPr>
      <p:guideLst>
        <p:guide orient="horz" pos="1620"/>
        <p:guide pos="340"/>
      </p:guideLst>
    </p:cSldViewPr>
  </p:slideViewPr>
  <p:notesTextViewPr>
    <p:cViewPr>
      <p:scale>
        <a:sx n="100" d="100"/>
        <a:sy n="100" d="100"/>
      </p:scale>
      <p:origin x="0" y="0"/>
    </p:cViewPr>
  </p:notesTextViewPr>
  <p:sorterViewPr>
    <p:cViewPr>
      <p:scale>
        <a:sx n="150" d="100"/>
        <a:sy n="150" d="100"/>
      </p:scale>
      <p:origin x="0" y="-1647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0:32:29.151"/>
    </inkml:context>
    <inkml:brush xml:id="br0">
      <inkml:brushProperty name="width" value="0.05292" units="cm"/>
      <inkml:brushProperty name="height" value="0.05292" units="cm"/>
      <inkml:brushProperty name="color" value="#FF0000"/>
    </inkml:brush>
  </inkml:definitions>
  <inkml:trace contextRef="#ctx0" brushRef="#br0">14875 3684 88 0,'0'0'22'0,"0"1"-31"16,0 0 0-16,0-1 130 0,0 0-103 15,0 0-1-15,0 0 7 16,0 0 5-16,0 0 1 16,0-1-5-16,-2 0-3 15,2 1 1-15,0-1 11 16,-1 1-13-16,1 0-7 0,0 0-9 15,0 0 0-15,0 0 2 16,0 0 1-16,0 0 5 16,0 0-5-16,0 0-4 15,0 0-4-15,3 3 13 16,2 4 6-16,4 1-6 0,1 3 3 16,3 0-1-16,2 3-7 15,-1 3 1-15,3-1-4 16,1 4-1-16,-1 0 1 15,-1 1-3-15,0-1 0 16,0-2-1-16,-4 0 0 16,-1-3 0-16,-1-1 0 0,-2-3 0 15,-1-3 0-15,-2-1 0 16,-1-2-1-16,1-2 2 16,-3 1-1-16,0-2 0 15,-1-1 0-15,-1 0 0 16,0 1-1-16,0-2-29 0,0 0-43 15,-2 0-30-15,-3-2-99 16</inkml:trace>
  <inkml:trace contextRef="#ctx0" brushRef="#br0" timeOffset="482.02">15052 3646 123 0,'0'0'39'0,"0"0"-15"0,0 0 7 16,0 0-12-16,0 0 0 15,0 0-6-15,0 0 7 0,-37 5 9 16,26 7 6-16,0 2 0 16,-2 4-14-16,-2 3-8 15,0 2 2-15,2 1 0 16,-4 0 10-16,4 0-21 15,-1 0-2-15,0-2-2 0,3-1 2 16,0-2 0-16,1-1 0 16,1-3-2-16,2-4 0 15,1 0 1-15,2-4-2 16,1-1 0-16,2-2 1 16,0-1 0-16,1-2 0 15,0 0-6-15,0-1-39 0,2 0-45 16,3-1 1-16,-1-7-149 15</inkml:trace>
  <inkml:trace contextRef="#ctx0" brushRef="#br0" timeOffset="962.09">15175 3953 186 0,'0'0'53'0,"0"0"-22"0,0 0 12 16,0 0 21-16,0 0-23 15,0 0-14-15,0 0-14 16,0 0 6-16,0 0 14 0,-10 35-15 15,10-20-2-15,0 0-5 16,0 1-7-16,2 0-2 16,-1-1-1-16,0-3 0 15,0-2 0-15,1-2 0 16,-2-1 0-16,1-2 0 16,1-2-1-16,-2-1-14 0,0-2-46 15,0 0-86-15,0-5-122 16</inkml:trace>
  <inkml:trace contextRef="#ctx0" brushRef="#br0" timeOffset="1523.59">15589 3606 227 0,'0'0'61'0,"0"0"-30"0,0 0-27 0,0 0 14 16,0 0 21-16,17 29-3 15,-10-16-7-15,4 5-6 16,1 0 8-16,3 3-12 16,2 0-2-16,0 1-6 15,1-2-4-15,0-1-1 0,-2 0-4 16,0-2-1-16,-4-2 1 16,0-2-2-16,-3-2 0 15,-2-4 1-15,0 1-1 16,-2-3 1-16,-2 0 0 15,1-3 0-15,-3 1 0 16,1-1-3-16,-2-2-20 0,0 0-35 16,0 0-8-16,-2-2-102 15</inkml:trace>
  <inkml:trace contextRef="#ctx0" brushRef="#br0" timeOffset="1849.96">15745 3656 241 0,'0'0'33'15,"0"0"41"-15,0 0-37 16,0 0-13-16,0 0-16 0,0 0-1 15,0 0 1-15,-32 25 9 16,20-8-4-16,-4 1 2 16,0 3 0-16,-2 1-11 15,0-1-3-15,1 1 0 16,0-3 1-16,1 0 2 16,2-2-1-16,2-2-3 0,2-1-1 15,0-1-10-15,3-3-27 16,2 0-26-16,1-5-85 15</inkml:trace>
  <inkml:trace contextRef="#ctx0" brushRef="#br0" timeOffset="2420.63">15857 3907 305 0,'0'0'43'0,"0"0"-4"0,0 0 1 15,0 0 3-15,0 0-10 16,0 0-6-16,0 0-10 15,0 0-1-15,0 0-1 16,1-9 1-16,-1 5-5 0,0-1-6 16,0 2-3-16,6-2-1 15,-1 0 0-15,4 1-1 16,0 1 1-16,0 0-2 16,2 3 2-16,-2 0-2 15,-1 0 1-15,1 3-1 16,-2 4-1-16,-3 2 2 0,0 3-1 15,-3 0 1-15,-1 3 1 16,0 1-1-16,-6 0 0 16,-3-1-1-16,-1-1 0 15,-1-1-1-15,0-3 1 16,1 0 0-16,4-2 1 0,-1-3-1 16,3-1 1-16,3-1 1 15,1-1-3-15,0-1-4 16,3-1-2-16,7 0 8 15,2 0-1-15,2 0 1 0,2-2 0 16,1-1-1-16,-1 0-11 16,0 1-22-16,-2-3-17 15,-2 2-50-15,-1-2-69 16</inkml:trace>
  <inkml:trace contextRef="#ctx0" brushRef="#br0" timeOffset="2745.57">16285 3798 379 0,'0'0'64'0,"0"0"-9"16,0 0-30-16,0 0-20 15,0 0-2-15,0 0-3 0,0 0-1 16,0 0 1-16,0 0-4 15,0 0-41-15,0 0-102 16</inkml:trace>
  <inkml:trace contextRef="#ctx0" brushRef="#br0" timeOffset="2943.34">16459 3784 193 0,'0'0'258'0,"0"0"-199"16,0 0-41-16,0 0-10 15,0 0-2-15,0 0-5 16,0 0 0-16,28-1-1 16,-27 3-2-16,0 1-58 0,-1-1-97 15,2-2-168-15</inkml:trace>
  <inkml:trace contextRef="#ctx0" brushRef="#br0" timeOffset="3150.89">16686 3783 390 0,'0'0'96'0,"0"0"-38"16,0 0-36-16,0 0-8 0,0 0 9 15,0 0-18-15,0 0-5 16,0 0 0-16,17 0-2 16,-17 0-71-16,1 0-163 15</inkml:trace>
  <inkml:trace contextRef="#ctx0" brushRef="#br0" timeOffset="3845.48">16979 3606 257 0,'0'0'36'0,"0"0"42"16,0 0-42-16,0 0-29 15,0 0-4-15,0 0 15 16,0 0 15-16,0 0-9 15,41 40-6-15,-24-23-4 0,2-1-2 16,1 2-4-16,-1-3-2 16,0-1-4-16,-2-1 0 15,-2-3-1-15,-3-2 0 16,-2 2 1-16,-3-3-2 16,-2 1 0-16,0-2 1 0,-4 1 1 15,-1-2-7-15,0 1-28 16,0-2-34-16,-1-2-28 15,-3-2-89-15</inkml:trace>
  <inkml:trace contextRef="#ctx0" brushRef="#br0" timeOffset="4145.37">17144 3590 228 0,'0'0'53'0,"0"0"6"16,0 0-29-16,0 0-11 0,0 0-12 16,0 0 3-16,0 0 13 15,-30 38-4-15,15-16-3 16,1 1-4-16,-3 1-4 15,1-2-4-15,-2 1-2 16,1-2 1-16,2-4-1 16,2-2 0-16,1-2-6 0,3-5-45 15,4-1-97-15</inkml:trace>
  <inkml:trace contextRef="#ctx0" brushRef="#br0" timeOffset="5313.56">17266 3823 154 0,'0'0'56'0,"0"0"-26"0,0 0-3 0,0 0 3 15,0 0-2-15,0 0 10 16,0 0-5-16,0 0-11 16,0 0-4-16,0 38-2 15,1-26 2-15,0 1 0 0,1 0-10 16,-2 2-4-16,2-3-1 15,-1 0-2-15,0-2 2 16,0-1-1-16,-1-3 1 16,1-1 2-16,-1-1-1 15,0-3-2-15,0 0 0 0,0-1 2 16,0 0 3-16,0 0 2 16,-1 0-5-16,-2-3-1 15,1-3-2-15,0-2 1 16,0 0-1-16,2-1 2 15,0 1-3-15,1-1-1 0,3 1 2 16,0 0-1-16,2 3 0 16,-1 1-1-16,-1 0 1 15,1 1 0-15,2 1 0 16,-3 0-2-16,3 0 2 16,0 1 0-16,0 0 0 0,2 0 0 15,-1 1 0-15,1 0 2 16,0-1-1-16,0 1-1 15,-1 0 2-15,-1 0-1 16,-1-2 1-16,-1 2 2 16,1 0 2-16,-5 0-1 15,1 0 0-15,0 0-1 0,0 0 3 16,-2 0-3-16,0 0-1 16,1 0 0-16,-1 0-1 15,0-1 1-15,2 1-1 16,-2 0 0-16,0 0-2 0,0 0 0 15,1 0 1-15,0 1-1 16,-1 2 0-16,2 2 1 16,0 3 4-16,-1 1 1 15,2 2-2-15,-2 1-1 16,1 2-1-16,-1-2 0 16,-1 0-2-16,0-2 1 0,0 0 0 15,0-4-1-15,0-1 0 16,0-1 1-16,0-1-1 15,0-2 1-15,0 0 0 16,0 0 0-16,0-1-1 16,0 0-2-16,0 0-51 0,0-6-99 15</inkml:trace>
  <inkml:trace contextRef="#ctx0" brushRef="#br0" timeOffset="9301.03">18506 3621 167 0,'0'0'24'0,"0"-1"11"16,1-1-8-16,-1-1 17 16,2-2-18-16,0 2-2 0,1-1-7 15,3-1-2-15,1 1 0 16,-1 0 3-16,3 1 4 16,2 1-4-16,-1-1-3 15,2 3 0-15,-1 0-7 16,0 3-1-16,-1 4-5 0,-1 3 0 15,0 1 1-15,-2 4 0 16,-2 0-3-16,-1 3 1 16,0 0 1-16,-2-3 0 15,-2-2 0-15,0-1 0 0,0-4-3 16,0-3 1-16,0-1 2 16,0-3-1-16,-3-1 5 15,-1 0 4-15,-2-2-6 16,2-4 0-16,-3-4 4 15,5-2 3-15,2-2-1 16,0-3-2-16,3-3-3 0,8 2-2 16,5 0-1-16,1 1 0 15,2 4-1-15,-1 3 3 16,-2 5-1-16,-1 5-1 16,-3 0 0-16,-1 3-2 15,-2 6 1-15,-2 2 0 0,-1 1 0 16,-2 2 0-16,0 1-1 15,-1 0 0-15,1 0 1 16,-3 0-2-16,1-1 2 16,1-2-3-16,-1 0-43 15,1-3-42-15,-1-3-45 16,1-3-210-16</inkml:trace>
  <inkml:trace contextRef="#ctx0" brushRef="#br0" timeOffset="9733.46">19132 3600 418 0,'0'0'15'0,"0"0"34"0,0 0-28 15,-38-8-12-15,23 12 11 16,1 6 6-16,0 1-14 16,4 2-6-16,4 0-4 0,1 3-2 15,4-1-1-15,1-2 0 16,0-1 2-16,8-2-3 16,4-3-2-16,3-1 2 15,3-5 8-15,3-1-2 16,-1 0-2-16,1-1 1 15,0-5-1-15,-4-3 0 0,-3-1-1 16,-5-2 1-16,-2 0 1 16,-6-1-1-16,-1 1-1 15,-4 0 1-15,-9 1 0 16,-3 1-1-16,-3 2 0 0,0 2 1 16,0 3-2-16,2 3-7 15,2 0-35-15,4 0-32 16,3 0-28-16,3 0-91 15</inkml:trace>
  <inkml:trace contextRef="#ctx0" brushRef="#br0" timeOffset="10219.67">19230 3489 409 0,'0'0'38'0,"0"0"5"16,0 0-33-16,0 0-15 16,0 0 5-16,7 35 9 15,-3-15 8-15,0 1-3 16,1 3-6-16,-2 0-2 0,1 2-3 16,-1-5 0-1,-1-2-2-15,0-5 1 0,-1-4 1 16,1-5-1-16,1-4 1 15,0-1 2-15,2-2 12 16,1-8-6-16,2-1-9 0,2-4-2 16,1 2 2-16,0 1-2 15,-1 2 0-15,2 4 0 16,0 2-4-16,-2 4 5 16,-3 0-1-16,0 2-1 15,-2 5-1-15,-3 1 0 0,-2 2-1 16,0 1 2-16,0 1 4 15,-4-1-3-15,-2-1 1 16,1-1-1-16,-3-1 0 16,0-2-5-16,-3-1-2 15,1-1 1-15,-3-2 2 0,1-1-1 16,-1 1-4-16,-1-2-3 16,3 0-4-16,2 0-8 15,4 0-6-15,2 0-9 16,3 0 2-16,4-5-84 15,7 0-73-15</inkml:trace>
  <inkml:trace contextRef="#ctx0" brushRef="#br0" timeOffset="10596.45">19551 3603 301 0,'0'0'75'0,"0"0"-28"15,0 0-8-15,-29-21-15 16,15 19-1-16,0 2-15 16,0 0-4-16,2 2-2 0,4 6-1 15,4 0-1-15,1 0-1 16,3-1 0-16,1 3-2 16,8-1 0-16,2 0 0 15,3-2 3-15,-3 3 1 16,1-2 1-16,-2 1 1 15,-3 0-3-15,-3 0-2 0,-3 0 1 16,-1 1 1-16,-2-2 2 16,-7 1-1-16,-1-3 1 15,-2 0 0-15,0-2 0 16,-3 1-1-16,1-1 3 16,1-3-3-16,-2 1-1 0,5-2 0 15,1 2-10-15,3-2-40 16,4 0-17-16,2 0-34 15,2-5-202-15</inkml:trace>
  <inkml:trace contextRef="#ctx0" brushRef="#br0" timeOffset="11005.77">19615 3709 369 0,'0'0'49'16,"0"0"-14"-16,0 0-18 16,0 0 4-16,31-20 1 15,-23 15-10-15,0 0-6 16,-2 0-2-16,0 0-2 0,-4 0 1 16,0 2 0-16,-2-1-1 15,0 1 1-15,-3 0 1 16,-6 0-2-16,-1 3-1 15,-2 0 2-15,0 0-3 16,-2 5 0-16,3 3-2 16,1 2 2-16,5 2-1 0,0-1 1 15,5 2-1-15,0-5-1 16,5 0-1-16,6-2-2 16,3 0-3-16,3-4 7 15,3 1 4-15,0-3 0 16,0 0-4-16,0 0-15 0,-3 0-46 15,0-4-39-15,-4-3-122 16</inkml:trace>
  <inkml:trace contextRef="#ctx0" brushRef="#br0" timeOffset="11320.31">19727 3675 259 0,'0'0'88'15,"0"0"-17"-15,0 0-20 16,0 0-10-16,0 0-14 15,0 0-1-15,0 0-16 16,0 0-2-16,0 0 7 16,29-5-7-16,-15 13-4 0,-1 0-3 15,0 0 0-15,-3-1-1 16,-2-1 1-16,-2-3 0 16,-3 1-1-16,1-4 2 15,-3 0-1-15,-1 0 2 0,1 0 2 16,-1-2 0-16,0-4-3 15,0-3 0-15,0-2 0 16,0-1-2-16,1 1 1 16,3-1-3-16,2 4 1 15,4 0-8-15,0 3-26 16,2 1-16-16,3 3 0 0,1-1 2 16,3 2-41-16,-1-2-59 15</inkml:trace>
  <inkml:trace contextRef="#ctx0" brushRef="#br0" timeOffset="11658.29">20014 3600 392 0,'0'0'18'0,"0"0"36"0,0 0-53 15,0 0-4-15,0 0 3 16,0 0 0-16,0 0 8 15,10 36 0-15,-2-24-1 16,0-2-4-16,2 1 0 16,-1-1-3-16,0-3 0 0,0-2-1 15,-1-2 1-15,-1-3 5 16,1 0 1-16,0-2 9 16,-1-6 6-16,0-3-3 15,1-2-8-15,0-2-5 16,-1 1-4-16,0 0 0 15,0 2 0-15,-1 3-2 0,0 3-3 16,0 3-16-16,0 1-28 16,2 2-7-16,1 0-3 15,1 0-9-15,3 0-18 16,4 3-13-16</inkml:trace>
  <inkml:trace contextRef="#ctx0" brushRef="#br0" timeOffset="12067.06">20340 3592 90 0,'0'0'108'15,"0"0"-9"-15,0 0-27 16,0 0-33-16,0 0-11 16,0 0-6-16,0 0-8 0,-36-8-3 15,23 8-3-15,0 4-4 16,1 3-3-16,2 3 0 16,5-2-1-16,-2 4 0 15,3-1-1-15,4 0 0 16,0 0 1-16,0-2 0 0,0 0-2 15,3-4-5-15,3-2-10 16,1-3 2-16,2 0 19 16,0-1 1-16,1-8-3 15,-1 0 0-15,0-2 0 16,0 0 1-16,-2 1 8 0,0 0 13 16,1 2-2-16,-4 1-5 15,-1 4-7-15,1 3-5 16,-1 0-4-16,-1 0-7 15,1 2 1-15,1 7 3 16,0 0 4-16,0 2-1 0,2-2 0 16,1 2 0-16,1-3-1 15,-1-1-10-15,1 0-43 16,1-4-17-16,-1-3-81 16</inkml:trace>
  <inkml:trace contextRef="#ctx0" brushRef="#br0" timeOffset="12453.78">20499 3451 426 0,'0'0'45'0,"0"0"-21"0,0 0-21 16,0 0-9-16,0 0 4 15,-14 34 3-15,14-15 9 16,0 1 1-16,0 3-1 15,4 0-3-15,0 1-5 0,-1 0 0 16,0-3 1-16,-1-4-2 16,-1-5-4-16,-1-4-16 15,1-5-1-15,-1-3 3 16,0 0 21-16,0-5-1 16,0-5-2-16,1-1 1 0,2-3 1 15,2-2 4-15,2 1 6 16,1 2 11-16,4 2 14 15,0 2-1-15,-2 3-20 16,4 4-9-16,-2 2-5 16,0 0-3-16,-2 3-1 15,1 5 0-15,-1 2-1 0,-3 0 2 16,0 2 0-16,0 1 0 16,-1 0 0-16,-3-2-22 15,0-2-52-15,-2-2-62 16,0-5-262-16</inkml:trace>
  <inkml:trace contextRef="#ctx0" brushRef="#br0" timeOffset="12638.61">20626 3522 456 0,'0'0'6'0,"0"0"-2"16,0 0-1-16,0 0-4 15,0 0-3-15,0 0-42 16,0 0-56-16,0 0-105 16</inkml:trace>
  <inkml:trace contextRef="#ctx0" brushRef="#br0" timeOffset="13043.51">20778 3602 445 0,'0'0'10'0,"0"0"23"15,0 0-32-15,0 0-2 16,0 0 0-16,0 0-2 0,-17 31 1 16,17-21 1-16,0-2 0 15,6 0-1-15,-2-1 1 16,3-2 1-16,-1-1 0 15,1-2 1-15,1-1-1 16,-1-1 7-16,2 0-3 0,-1-2-2 16,1-5 2-16,-2-1-3 15,-2 1 1-15,-2-4-2 16,-3 3 1-16,0-1 0 16,-3 1-6-16,-6 0-21 15,-3 1-7-15,-1 2 3 16,0 2 14-16,-1 0 5 0,4 3 10 15,4 0 1-15,-1 0-1 16,5 0 1-16,2 0-1 16,1 0-22-16,8 0 4 15,1 0 8-15,4 0-54 16,0 0-51-16</inkml:trace>
  <inkml:trace contextRef="#ctx0" brushRef="#br0" timeOffset="15631.04">15572 4860 171 0,'0'0'22'0,"0"0"-3"16,0 0-5-16,0 0 1 16,0 0 21-16,0 0-2 15,0 0-19-15,-28 7-4 0,19-7 9 16,-1 3-9-16,0-3-2 15,-2 3-3-15,-1-1 0 16,-1 0-3-16,1 0-1 16,-2 0 0-16,1 0-1 15,1-2 0-15,0 2 0 16,1-2-1-16,4 0 2 0,1 0-2 16,1 1 1-16,0 0 1 15,2 0-2-15,0 2 0 16,-2 1 0-16,2 3 0 15,-3 4 2-15,1 6-1 0,-1 7 2 16,-3 6 6-16,2 10-2 16,-2 6-3-16,0 10 8 15,3 12 2-15,-2 4 3 16,1 6 34-16,1 7-14 16,2 5-9-16,-1 3-20 0,2 1 6 15,-2 2 13-15,2-2-10 16,-3-2-4-16,2-3-4 15,0-4 0-15,2-6-2 16,1-3-4-16,-3-2-1 16,3-8 1-16,1-3 2 15,-3-6-1-15,1-6-2 0,-1-5 3 16,1-8 4-16,0-2-6 16,0-6 2-16,1-7-2 15,-1-5 0-15,1-3-1 16,0-7-1-16,1-3-1 15,0-1 1-15,1-1-1 16,0-3 1-16,0 2 0 0,0-1-1 16,0-1-1-16,5 2 2 15,4-2-1-15,8 1 0 16,3-1 1-16,5 0-2 16,9 0 2-16,3 0 0 0,5 0 0 15,1 0 0-15,0-3 0 16,-4-1 0-16,0-2-2 15,-7 1-2-15,-4-3-33 16,-7-5-34-16,-4-8-114 16</inkml:trace>
  <inkml:trace contextRef="#ctx0" brushRef="#br0" timeOffset="16956.75">17041 4786 203 0,'0'0'10'0,"0"0"25"0,0 0-3 0,0 0-20 16,0 0 11-16,0 0 9 15,0 0-10-15,0 0-7 0,3 1 3 16,4 0 12-16,3 0-6 15,6-1 0-15,3 0-1 16,6 0-4-16,1 0-3 16,-1 0-4-16,2 0 0 15,-2 0-9-15,-2 0-2 0,-3 0 1 16,-1 0 3-16,-2 0-2 16,-3 3 0-16,-1 1 1 15,-1-1-2-15,-2 4 0 16,-1 0-1-16,-3 2 0 15,1 1-2-15,-2 3 1 16,0 4 1-16,-3 3 0 0,1 6 3 16,-3 5 0-16,0 9 0 15,0 7 3-15,-3 8 5 16,-1 8 1-16,-2 8 2 16,2 4-6-16,1 0 1 0,1 3 0 15,1 0-2-15,1-4 1 16,0-1 0-16,0-4-3 15,0 2 0-15,-1-6 0 16,1-4-2-16,0-3-3 16,0-4 0-16,0-6 0 0,0-3 0 15,-1-4 0-15,1-3 1 16,0-5 5-16,0-2-3 16,0-6-1-16,-1-3 0 15,0-5-2-15,0-3 0 16,-2-1 0-16,2-3 0 15,-1-1 0-15,1 0-1 0,-1 1 0 16,1 3 1-16,-2-1-1 16,0 1 0-16,1 0 1 15,0 1-1-15,-1-1 0 16,1 1 0-16,0-2 2 16,1 1-2-16,0-3 2 0,-1 2 0 15,-1-4 0-15,2-1 0 16,-1-1-1-16,-2-1 0 15,3 0 0-15,-2-1 2 16,0 1 0-16,2 1-1 0,-1 1 0 16,1-1-1-16,1 3 0 15,0-1 0-15,-2 0 0 16,2 0 1-16,0 0-1 16,0-2 0-16,0 0 0 15,0-1-1-15,0-2 3 16,2 1-1-16,-1 0 0 0,1 0 0 15,-2-2-1-15,1 1-1 16,-1-3 1-16,0 3 0 16,-1-2 0-16,-8 2 0 15,-5 0 0-15,-11 0 0 16,-10 1-1-16,-11-1 0 16,-10 2 5-16,-13-2-9 0,-5 0-13 15,2-4-52-15,8-5-47 16,12-18-91-16</inkml:trace>
  <inkml:trace contextRef="#ctx0" brushRef="#br0" timeOffset="17893.58">15459 5001 200 0,'0'0'22'16,"0"0"53"-16,0 0-7 0,0 0-34 16,0 0-4-16,0 0-26 15,0 0-4-15,0 0 6 16,-8 29 8-16,8-9-3 15,0 2-7-15,0-2-2 0,0 0-1 16,0-1 1-16,0-1 0 16,0-3-2-16,0-3-46 15,-2-4-158-15</inkml:trace>
  <inkml:trace contextRef="#ctx0" brushRef="#br0" timeOffset="18249.93">15366 5491 332 0,'0'0'54'16,"0"0"-13"-16,0 0-41 15,0 0 2-15,0 0 0 0,0 33 0 16,0-19 0-16,0 2-1 15,0 2-1-15,0 0 1 16,0 1-2-16,-2-2-24 16,-1-3-185-16</inkml:trace>
  <inkml:trace contextRef="#ctx0" brushRef="#br0" timeOffset="18578.03">15366 5996 419 0,'0'0'5'0,"0"0"-8"0,0 0 3 15,2 34 2-15,-1-18-2 16,-1 5 0-16,0-1 1 16,0 3-1-16,0 2 0 15,-1-2-1-15,-2-1-42 0,0-2-167 16</inkml:trace>
  <inkml:trace contextRef="#ctx0" brushRef="#br0" timeOffset="18892.11">15369 6573 485 0,'0'0'18'0,"0"0"1"15,-4 36-20-15,1-17 1 16,3 2 0-16,0 0-2 16,0-2-11-16,0-5-80 15,0-7-144-15</inkml:trace>
  <inkml:trace contextRef="#ctx0" brushRef="#br0" timeOffset="19781.02">15743 4964 162 0,'0'0'40'0,"0"0"14"16,0 0-21-16,0 0-7 16,0 0-7-16,0 0-3 0,0 0-7 15,0 0-4-15,0 0 5 16,0 0 2-16,0 0 1 16,0 0 0-16,22 20-2 15,-9-12 1-15,2 1-1 16,2 1-4-16,0 0-2 0,0 1-1 15,-2-1-4-15,0 1 0 16,-3-1 1-16,-5-1-1 16,-1-1 0-16,-2 0-5 15,-3-3-45-15,-1 0-73 0,0-4-147 16</inkml:trace>
  <inkml:trace contextRef="#ctx0" brushRef="#br0" timeOffset="20101.21">15875 4948 111 0,'0'0'27'15,"0"0"14"-15,0 0-3 16,0 0 1-16,0 0 4 16,0 0-11-16,0 0-15 15,0 0-4-15,0 0 7 0,-26 15-2 16,17-2-2-16,-1 4-2 16,-2 2-8-16,0 0-4 15,-1 2 0-15,0-1 0 16,-2-1-1-16,4-2-18 15,0-5-78-15,1-3-152 0</inkml:trace>
  <inkml:trace contextRef="#ctx0" brushRef="#br0" timeOffset="20627.33">15959 5082 134 0,'0'0'39'0,"0"0"6"15,0 0-2-15,0 0-7 0,0 0-23 16,0 0-2-16,0 0 12 16,0 0-1-16,3 28-7 15,-2-14-9-15,1 0 1 0,-1-1-5 16,1 0-1-16,1-3 0 15,-2 0 1-15,2-2-1 16,0-3 0-16,-2-3-12 16,1-2-146-16</inkml:trace>
  <inkml:trace contextRef="#ctx0" brushRef="#br0" timeOffset="21395.48">16041 5096 94 0,'0'0'36'0,"0"0"1"0,0 0-9 0,0 0 12 15,0 0-6-15,0 0-8 16,0 0-1-16,0 0-7 16,0 0-3-16,0 0 0 15,0 0-1-15,2-12 0 16,-2 12-1-16,0 0-1 15,0 0 2-15,0-1 1 0,0 1 2 16,0 0 0-16,0 0-5 16,0 0 1-16,0-1-4 15,0 1 1-15,0 0 0 16,0 0 1-16,0 0-1 16,0 0-3-16,0 0-1 0,0 0-4 15,0 3-2-15,2 4-1 16,1 4 1-16,0 1 0 15,1 3 0-15,-1 1 1 16,2 1 0-16,-3-1-1 16,0-3-31-16,-2-5-194 0</inkml:trace>
  <inkml:trace contextRef="#ctx0" brushRef="#br0" timeOffset="22894.83">15658 5427 186 0,'-3'0'52'15,"3"0"19"-15,-1 0-31 16,0 0 0-16,1 0-18 0,0 0-7 16,0 0-15-16,2 3 0 15,5 5 3-15,3 0 7 16,2 3 9-16,1 0-6 16,3 4-7-16,-1-2-3 15,0 1-2-15,-1-3-1 0,-2 0 1 16,1-2 1-16,-5-3-2 15,-1-1-13-15,-2-2-35 16,-2-2-71-16,-3-1-166 16</inkml:trace>
  <inkml:trace contextRef="#ctx0" brushRef="#br0" timeOffset="23147.06">15769 5430 193 0,'0'0'30'16,"0"0"54"-16,0 0-35 16,0 0-9-16,0 0-17 0,0 0-13 15,0 0-2-15,0 0 11 16,-32 36-1-16,21-17-8 15,0 0-7-15,1 0-2 16,-1 1 0-16,1-1 0 16,-1-2-33-16,0-2-100 0</inkml:trace>
  <inkml:trace contextRef="#ctx0" brushRef="#br0" timeOffset="23609.05">15847 5575 242 0,'0'0'32'0,"0"0"46"15,0 0-23-15,22-31-19 16,-12 24-4-16,2 2 4 16,-2 1-15-16,2 2-12 15,-3 2-7-15,0 0-1 0,-3 8-2 16,-3 2 1-16,-3 3 1 15,0 2 1-15,-1 0 0 16,-7 1-2-16,1 1-8 16,-1-2-7-16,-1-2-25 15,1-3 17-15,2 0 16 16,2-5 4-16,2-2 3 16,1-1 0-16,1-2-1 0,1 0-2 15,5 0 1-15,5 0 3 16,4 0-2-16,2-7-28 15,0 1-44-15,3-3-43 16,0-1-65-16</inkml:trace>
  <inkml:trace contextRef="#ctx0" brushRef="#br0" timeOffset="23844.44">16051 5543 212 0,'0'0'106'0,"0"0"-49"16,0 0-14-16,0 0-34 15,0 0-5-15,0 0 6 0,0 0-2 16,7 43-3-16,-7-23-3 16,0 1-1-16,0 0 0 15,-3-2-32-15,-2-3-290 16</inkml:trace>
  <inkml:trace contextRef="#ctx0" brushRef="#br0" timeOffset="24201.5">15848 5930 283 0,'0'0'128'0,"0"0"-70"0,0 0-24 16,0 0-33-16,0 0-2 15,0 0 2-15,0 0-1 16,0 0 0-16,0 0-13 16,4 9-76-16,-4-6-163 0</inkml:trace>
  <inkml:trace contextRef="#ctx0" brushRef="#br0" timeOffset="24402.34">15851 6127 464 0,'0'0'6'0,"0"0"-4"15,0 0-3-15,0 0 0 16,0 0-7-16,0 0-44 16,0 0-63-16,0 0-107 15</inkml:trace>
  <inkml:trace contextRef="#ctx0" brushRef="#br0" timeOffset="24954.53">15715 6465 410 0,'0'0'14'0,"0"0"20"16,0 0-32-16,0 0 1 16,28 43 1-16,-15-25 7 0,1 0 7 15,1 0-6-15,-3-1-9 16,-1 0-3-16,0-2 0 16,-3-3 1-16,-1-3-3 15,-3-2-25-15,-2-5-74 16,-2-2-141-16</inkml:trace>
  <inkml:trace contextRef="#ctx0" brushRef="#br0" timeOffset="25203.5">15857 6459 416 0,'0'0'13'0,"0"0"38"16,0 0-45-16,0 0-2 16,0 0 15-16,0 0 7 0,-28 38-6 15,19-20-8-15,2 0-8 16,-3 0-2-16,2 1-2 16,-1-1 1-16,1-2-2 15,0-1-46-15,2-3-63 0,0-6-123 16</inkml:trace>
  <inkml:trace contextRef="#ctx0" brushRef="#br0" timeOffset="26971.65">15855 6672 29 0,'0'-1'54'16,"0"1"2"-16,0-1-36 0,0 1-12 15,0 0 106-15,0-1-39 16,0 1-35-16,0-2-4 15,0 2-12-15,0 0-13 16,0 0-10-16,0 5-1 16,0 3 1-16,0 1 2 15,2 2 0-15,-1 0 0 0,1 1-1 16,0 0-1-16,0-2 0 16,-1-1-1-16,-1-2 1 15,0-3-1-15,2-1 0 16,-2-2 0-16,0 0 1 15,0-1 0-15,0 0 2 0,0 0 1 16,0 0-1-16,0-4-3 16,0-1 1-16,0-2 0 15,0-2-1-15,0-1 1 16,3 0-1-16,2 0 0 0,1 2 0 16,0 1 0-16,0 0 0 15,0 1 1-15,1 3 1 16,-3 0 3-16,3 2-2 15,-1 1-2-15,0 0-1 16,-1 0 0-16,0 0 0 16,2 1-1-16,-3 4 1 0,-1 1 0 15,2 0 0-15,-3 3 0 16,0-1 1-16,-1 2-1 16,1-2 0-16,-2 1-15 15,0-1-18-15,0-2-36 16,0 0-36-16,0-2-145 0</inkml:trace>
  <inkml:trace contextRef="#ctx0" brushRef="#br0" timeOffset="27330">16097 6690 74 0,'0'0'245'0,"0"0"-168"0,0 0-18 0,0 0-27 15,0 0-4-15,0 0-18 0,0 0-5 16,0 0-4-16,0 0 0 15,0 0 2-15,0 0 5 16,1 5-1-16,-1 5-3 16,-1 1 0-16,0 2 0 15,0 3-2-15,-1 0-1 16,1 1-1-16,1-2 1 0,-3-2-2 16,3-5-64-16,0-5-193 15</inkml:trace>
  <inkml:trace contextRef="#ctx0" brushRef="#br0" timeOffset="28478.33">16261 5091 349 0,'-2'-4'27'16,"1"-2"26"-16,1 3-37 15,0 1-6-15,0 1-5 0,0 1-3 16,0 0-4-16,0 0 0 16,0 0 2-16,0 3 0 15,1 1 0-15,4 1-16 16,0-1-69-16,2-4-60 15</inkml:trace>
  <inkml:trace contextRef="#ctx0" brushRef="#br0" timeOffset="28662.53">16503 5078 269 0,'0'0'16'0,"0"0"29"16,0 0-36-16,0 0-4 16,0 0-5-16,0 0-2 15,0 0 1-15,0 0-13 0,13 7-78 16,-9-7-87-16</inkml:trace>
  <inkml:trace contextRef="#ctx0" brushRef="#br0" timeOffset="28835.44">16646 5077 264 0,'0'0'7'16,"0"0"33"-16,0 0-17 16,0 0-20-16,0 0-3 0,0 0 1 15,0 0-3-15,0 0-37 16,20 0-95-16</inkml:trace>
  <inkml:trace contextRef="#ctx0" brushRef="#br0" timeOffset="29643.65">16964 4972 129 0,'0'0'36'0,"0"0"11"0,0 0-16 16,0 0-13-16,0 0-1 15,0 0 7-15,-34 5-4 16,24 5-3-16,-2 3-2 15,0 2-5-15,-2 3-7 0,1 1-1 16,2 0-1-16,1 1 3 16,0-3-3-16,5-4-37 15,2-6-120-15</inkml:trace>
  <inkml:trace contextRef="#ctx0" brushRef="#br0" timeOffset="31367.84">17032 5126 95 0,'0'0'2'0,"0"0"1"16,0 0-2-16,0 0-32 0</inkml:trace>
  <inkml:trace contextRef="#ctx0" brushRef="#br0" timeOffset="32652.05">16803 4913 73 0,'0'0'10'15,"0"0"7"-15,0 0-7 16,0 0-3-16,0 0 6 0,0 0 17 16,0 0-10-16,0 0 5 15,0 0-5-15,0 0 2 16,-29-15 7-16,27 13-11 16,-1 0 1-16,2 0 2 15,-2 2-10-15,2 0-7 16,-1 0-2-16,-1 0-1 0,1 0-1 15,0 0 0-15,-1 3-1 16,0 0 0-16,1-1-3 16,1-1-1-16,1 1 2 15,0-2 2-15,0 2 0 16,0-2 1-16,0 1 0 0,0-1-1 16,0 2 1-16,0-2 1 15,0 2-1-15,0 0 1 16,0 1 0-16,0 2 2 15,5 0 11-15,0 4 11 16,3 2-6-16,0 3-3 0,4 4-6 16,-2 2-2-16,2 3 0 15,-1-1-5-15,0 1-2 16,-1-3 0-16,0-2 0 16,0-2 0-16,-5-5 0 0,0-3-1 15,-1-2 1-15,0-1-1 16,-2-3 2-16,-1 0-2 15,-1-1 1-15,1-1 0 16,-1 0-6-16,0 0-18 16,1 0-37-16,-1 0-77 15</inkml:trace>
  <inkml:trace contextRef="#ctx0" brushRef="#br0" timeOffset="33122.39">16903 4975 61 0,'0'0'74'0,"0"0"-37"16,0 0 2-16,0 0-2 0,0 0-7 15,0 0 0-15,0 0-11 16,-35-7-7-16,25 15-1 16,0 2-1-16,-2 3 2 15,-4 2-3-15,2 1-6 16,1 4 0-16,-2-2 0 0,1-1-2 16,-1 1 0-16,1-1 0 15,3-3 2-15,-3 0-3 16,4-3 0-16,2-1-5 15,0-2-50-15,4-2-54 16</inkml:trace>
  <inkml:trace contextRef="#ctx0" brushRef="#br0" timeOffset="33672.4">16944 5083 163 0,'0'0'59'15,"0"0"-17"-15,0 0-24 16,0 0-18-16,0 0 3 0,-4 33 5 15,4-17 18-15,0 1-11 16,0 1-7-16,0 1-4 16,0 0-3-16,0 1 0 15,-4 0 1-15,0-2-5 16,0-1-37-16,-1-6-39 16,0-3-108-16</inkml:trace>
  <inkml:trace contextRef="#ctx0" brushRef="#br0" timeOffset="34048.12">16921 5213 221 0,'0'0'7'15,"0"0"34"-15,0 0-6 16,20-33-13-16,-13 27 7 0,1 2-3 15,0 2-11-15,-2 2-10 16,0 0-3-16,0 0-2 16,-3 6 1-16,-2 1 1 15,-1 0-2-15,0 2 2 16,0-1 0-16,-4 0-1 16,-3-1-6-16,0 1-9 0,1-3 3 15,-1 0 4-15,0 0 1 16,3-1 4-16,0-3 1 15,4 2 1-15,0-2-2 16,0 0-7-16,4 1 7 16,6-1 2-16,0 1 0 0,1 0 2 15,3-2-3-15,-3 3 0 16,1-1-29-16,-2-2-61 16,-2 0-41-16</inkml:trace>
  <inkml:trace contextRef="#ctx0" brushRef="#br0" timeOffset="34289.17">17096 5139 261 0,'0'0'8'15,"0"0"58"-15,0 0-37 16,0 0-29-16,0 0 5 0,0 0 8 16,0 39-8-16,0-23-3 15,0-1-1-15,-1-1 1 16,0-4-85-16</inkml:trace>
  <inkml:trace contextRef="#ctx0" brushRef="#br0" timeOffset="36406.69">16936 5164 92 0,'0'-5'7'15,"0"2"43"-15,0 0-13 16,0 0-14-16,0 1-5 16,0-2 8-16,0 0-2 15,-1 0 7-15,1 2-12 16,0-1-2-16,0 0-5 0,0 1 0 16,0 2-1-16,-1 0-3 15,0 0-5-15,-2 0-2 16,1 0 0-16,-2 0 1 15,1 2 0-15,0 3-2 16,0 0 0-16,0 1 0 0,1 4 1 16,0 3 4-16,0 1 8 15,-1 5 1-15,3 0-1 16,-2 4-4-16,1 0-4 16,0-2-3-16,0-1 0 0,-1-3 0 15,2-4-2-15,-3-3 0 16,3-4 2-16,-1-1-1 15,0-3 0-15,0 2 0 16,0-2-6-16,0 0-26 16,-1-2-33-16,0 0-78 15,0 0-83-15</inkml:trace>
  <inkml:trace contextRef="#ctx0" brushRef="#br0" timeOffset="36889.82">16944 5166 79 0,'0'0'37'0,"0"0"9"0,0 0-9 0,0 0 3 15,0 0-15-15,0 0-14 16,0 0-5-16,0 0 16 0,0 0-1 16,-8 36-6-16,8-18-4 15,0 0-8-15,0 2 0 16,2 0-2-16,0-1-1 15,-1-2 4-15,-1-2-8 16,0-5-34-16,0-2-45 16,0-4-100-16</inkml:trace>
  <inkml:trace contextRef="#ctx0" brushRef="#br0" timeOffset="37403.43">17072 5073 130 0,'0'0'17'0,"0"0"20"16,0 0-32-16,0 0-2 15,0 0 15-15,0 35 8 0,0-20 3 16,0 1 1-16,0 2-15 16,0 1-5-16,0 1-4 15,0-1-2-15,0-2-1 16,0 1-2-16,0-3 0 15,0-2 1-15,0 0-1 0,0-3 0 16,0 0-1-16,0-3-23 16,-2-2-71-16,0-2-113 15</inkml:trace>
  <inkml:trace contextRef="#ctx0" brushRef="#br0" timeOffset="37863.96">17085 5196 159 0,'0'0'14'16,"0"0"44"-16,0 0-17 0,9-32-4 15,-5 24-6-15,1 1-4 16,1 1-7-16,2 2-6 16,-1 1-4-16,0 1-7 15,3 2-2-15,-2 0 0 16,0 0-2-16,0 5 1 16,-4 2 0-16,-1-2 1 0,0 3 0 15,-3 0 0-15,0-1 0 16,-3 0-1-16,-1-1-1 15,-3 1-2-15,1-1-1 16,-1-2 3-16,0-1 0 16,3-1 0-16,1 2 2 0,-1 0-1 15,3-2 0-15,1 1 0 16,0 0-1-16,0 1-1 16,5 0 0-16,2 1 2 15,3 1 0-15,1 0 3 16,2 1-2-16,0 1 0 0,-1-1-1 15,1 1 0-15,-3-2-8 16,-3-1-114-16</inkml:trace>
  <inkml:trace contextRef="#ctx0" brushRef="#br0" timeOffset="38724.55">16631 5438 191 0,'0'0'19'16,"0"0"52"-16,0 0-46 16,0 0-22-16,0 0 5 0,0 0 10 15,0 0 3-15,41 33-6 16,-26-20-6-16,1-1-6 16,1 0-2-16,-3-1 1 15,0-1-1-15,-2 0-1 0,-2-2-8 16,-3-2-34-1,-2-2-50-15,-3-2-16 0</inkml:trace>
  <inkml:trace contextRef="#ctx0" brushRef="#br0" timeOffset="39002.15">16782 5425 212 0,'0'0'31'16,"0"0"21"-16,0 0-21 16,0 0-19-16,-28-2-8 15,18 12 10-15,2 3-1 0,-1 1-6 16,-1 2-5-16,3 2-1 15,-3 2 0-15,2 0 0 16,-2-2-17-16,1 0-60 16,1-3-63-16</inkml:trace>
  <inkml:trace contextRef="#ctx0" brushRef="#br0" timeOffset="39407.35">16782 5568 235 0,'0'0'14'0,"0"0"22"16,0 0 26-16,19-32-31 0,-12 28-5 15,2 1-3-15,0 3-13 16,-1 0-4-16,0 0-5 15,-1 8-1-15,-1 2-1 16,-3 2 4-16,-3 1-3 16,0 2 0-16,0-1 1 0,-3 2 0 15,-3-2-2-15,0 0-4 16,0-1-2-16,-1-3 1 16,3-3-2-16,1-1 5 15,0-3 2-15,3 1 1 16,0-3-2-16,7 1-1 15,3-2 3-15,3 0 2 0,5 0-2 16,0 0-2-16,1-5-2 16,1 2-5-16,0-1-4 15,-4 0-22-15,-2 0-64 16,-4 1-96-16</inkml:trace>
  <inkml:trace contextRef="#ctx0" brushRef="#br0" timeOffset="39681.44">17022 5460 297 0,'0'0'1'0,"0"0"-1"0,0 0 0 16,-16 42 3-16,16-23 0 16,0-1 3-16,0 2-5 15,0 1 1-15,0 0-2 16,-3 0-31-16,0-3-102 0</inkml:trace>
  <inkml:trace contextRef="#ctx0" brushRef="#br0" timeOffset="40039.49">16976 5585 262 0,'0'0'4'0,"3"-30"25"16,1 17 9-16,3 3-12 15,2 2-6-15,-3 5-2 0,1 0-9 16,0 3-5-16,-2 0-4 15,-2 6-2-15,0 2 1 16,-3 3 2-16,0 0 3 16,0 0-1-16,-3 0-2 15,0 0-2-15,-1-3-8 16,-2 1-6-16,1-2-1 0,-1 0 1 16,2-2 9-16,-2 0 5 15,-1 2 4-15,3-1-2 16,2 1-1-16,2-1 0 15,0 1-1-15,2 0 2 0,6 0-4 16,4-1 3-16,1 1 1 16,2-1-1-16,-1 1 2 15,0-4-13-15,-1 0-116 16</inkml:trace>
  <inkml:trace contextRef="#ctx0" brushRef="#br0" timeOffset="40346.65">16806 5896 396 0,'0'0'5'0,"0"0"-2"15,0 0-4-15,0 0 0 0,0 0-9 16,0 0-30-16,0 0-43 15,0 0-64-15</inkml:trace>
  <inkml:trace contextRef="#ctx0" brushRef="#br0" timeOffset="40553.73">16751 6114 234 0,'0'0'172'0,"0"0"-170"15,0 0-3-15,0 0-15 16,0 0-91-16,0 0-19 0</inkml:trace>
  <inkml:trace contextRef="#ctx0" brushRef="#br0" timeOffset="40724.43">16756 6228 439 0,'0'0'6'16,"0"0"-9"-16,0 0-14 15,0 0-114-15</inkml:trace>
  <inkml:trace contextRef="#ctx0" brushRef="#br0" timeOffset="41585.41">16544 6414 110 0,'0'0'70'15,"0"0"-44"-15,0 0 45 16,0 0-18-16,0 0-11 15,0 0-12-15,0 0-25 16,0 0-2-16,0 0 12 16,7 32 4-16,4-11-6 0,0 4-2 15,2 1-8-15,0 0-2 16,0 0 0-16,-1-2 0 16,-2-2-1-16,0-2-9 15,-4-3-29-15,-2-3-34 16,-3-4-62-16,-1-6-23 0</inkml:trace>
  <inkml:trace contextRef="#ctx0" brushRef="#br0" timeOffset="41847.97">16672 6467 285 0,'0'0'6'0,"0"0"16"0,0 0 28 15,0 0-32-15,0 0-8 16,-34 30 11-16,23-7 4 16,-3 1-7-16,1 3-7 15,1 0-6-15,0-1-3 0,1-1-2 16,2-4-11-16,2-5-82 15,4-8-188-15</inkml:trace>
  <inkml:trace contextRef="#ctx0" brushRef="#br0" timeOffset="44811.67">16710 6685 173 0,'-1'-2'13'0,"-1"0"27"15,1 1-1-15,1 1-21 16,0 0-7-16,0 0 1 0,0 0-1 15,0 0-1-15,0 4-7 16,0 3 9-16,0 2 7 16,0 2-1-16,0 3-10 15,0-1-3-15,0 1-3 16,0 0 0-16,0-2-2 0,0-1 1 16,1-4-1-16,-1-2 0 15,0-2 2-15,0-1-2 16,0-2 2-16,0 0 3 15,0 0 1-15,0 0 11 0,0-2 0 16,0-4-16-16,-1-3 1 16,1-1 0-16,0-3-2 15,0 1 1-15,0-1-1 16,4 3-1-16,0 1 0 16,2 2 2-16,-1 2-1 15,2 3-1-15,-2 1-1 0,4 1 4 16,-1 0-2-16,0 0 0 15,-1 5 0-15,1 1-1 16,-1 1 1-16,-1 1 1 16,0 0-1-16,0-1-1 15,-2 1-2-15,0-1-18 0,0 1-19 16,-2-3-36-16,-1 1-49 16</inkml:trace>
  <inkml:trace contextRef="#ctx0" brushRef="#br0" timeOffset="45504.62">16858 6596 356 0,'0'0'10'0,"0"0"20"0,0 0 3 16,0 0-33-16,0 0 0 16,0 0 0-16,-5 33 15 15,5-10 13-15,0 6 7 16,0 2-6-16,0 5-12 0,0-3-6 15,0 2-2-15,0-4-3 16,-2-1-4-16,-1-5-1 16,3-5-1-16,-4-4 1 15,3-5 0-15,0-4-1 16,0-4 1-16,1-3 1 16,0 0 16-16,-1-3 8 0,1-7-22 15,0-3-4-15,0-4 2 16,1-1-2-16,7-3-1 15,1-2 1-15,3 1 0 16,0 2 0-16,-1 3 0 16,1 2 0-16,-3 4 0 0,-1 3-1 15,0 2 0-15,-4 4 0 16,2 2 1-16,-4 0-2 16,0 2 1-16,-1 6-1 15,-1 2-1-15,0 1-1 0,0 1-3 16,-4-2-1-16,-3 3-1 15,1-3 4-15,-2-2 3 16,1 0 2-16,2-2 0 16,0-2-1-16,2-2 2 15,1 1-1-15,0-3 1 16,4 1-1-16,-2 0 0 0,4-1-5 16,4 4 3-16,4 0 2 15,2 4 3-15,1 1-1 16,-1 2-1-16,0 2 0 15,-3-1-1-15,1 2 0 16,-4-2 1-16,-2-2-8 0,-2-4-82 16,-2-5-48-16</inkml:trace>
  <inkml:trace contextRef="#ctx0" brushRef="#br0" timeOffset="52303.39">18214 5366 284 0,'-3'0'15'15,"-1"-2"19"-15,2 2 49 0,1 0-41 16,1 0-26-16,0 2-18 16,6 4 14-16,4 4 17 15,5 3-6-15,4 2 3 16,6 3-9-16,0 2-5 16,4 0 0-16,-1 3-4 15,0 0-3-15,0-1-2 0,-1 1-3 16,-3-3 0-16,-4-2 0 15,-4-5 0-15,-3 0 0 16,-4-6 0-16,-4-2-10 16,-2-2-27-16,-2-3-29 0,-1 0-11 15,0-8-2-15,-2-6-194 16</inkml:trace>
  <inkml:trace contextRef="#ctx0" brushRef="#br0" timeOffset="52567.14">18630 5357 365 0,'0'0'11'0,"0"0"3"0,-10 35 8 15,1-18 11-15,-3 4-10 16,0 1-1-16,-2 1-2 15,0-2-6-15,-1 1-7 16,1-2-5-16,-2-1-1 16,1-1 0-16,3-4-1 0,2-3-15 15,0 2-23-15,3-4-26 16,2-3-72-16,0-1-65 16</inkml:trace>
  <inkml:trace contextRef="#ctx0" brushRef="#br0" timeOffset="52817.76">18440 5684 317 0,'0'0'24'0,"0"0"32"15,0 0-1-15,0 0-25 16,0 0-12-16,0 0 13 15,0 0 6-15,11 37-15 16,-7-19-6-16,0 2-7 0,0 3-5 16,0-2-4-16,-2 1 1 15,1-3 0-15,0-4-8 16,-1-3-15-16,-1-6-9 16,0-4-44-16,-1-2-64 15</inkml:trace>
  <inkml:trace contextRef="#ctx0" brushRef="#br0" timeOffset="56078.22">19864 5331 292 0,'0'-2'10'0,"0"0"29"16,0 2-20-16,-2 0-18 16,0 5 7-16,-1 5 4 15,0 5 13-15,2 2 0 0,0 4 0 16,1 4 0-16,0 5-6 15,0 4-1-15,2 3 2 16,-1 4-2-16,2 2-5 16,0 0-6-16,-1 1-4 15,-1-4-2-15,0-3 1 0,-1-4-1 16,0-5 1-16,0-5-2 16,0-3-2-16,0-5-34 15,0-6-36-15,0-4-46 16,0-5-162-16</inkml:trace>
  <inkml:trace contextRef="#ctx0" brushRef="#br0" timeOffset="56704.77">19864 5461 356 0,'0'0'7'0,"0"0"5"16,0 0 27-16,0 0-17 15,0 0-9-15,-24-31-4 16,20 28 0-16,0-1 4 0,2 1-5 15,2-2 2-15,0-1 3 16,5 1-9-16,5-2-3 16,5 2 1-16,0 1 2 15,4 1-1-15,0 3 1 16,0 0-3-16,0 4 1 0,-3 4-3 16,-2 3 1-16,-3 0-1 15,-4 3 1-15,-4-3 0 16,-1 2-1-16,-2-2 1 15,-5 2 0-15,-3-3-5 16,-4 0-1-16,-1-2-3 16,1 0-1-16,1-3 6 0,2-1-1 15,4-1 5-15,3 0 1 16,2-3-1-16,3 0-4 16,10 0 2-16,2 0 6 15,5 0 3-15,1 0-2 16,0 0-2-16,-2 0 1 0,-4 6-1 15,-2 3 0-15,-4-1-1 16,-5 2 2-16,-3 0-1 16,-1 0-1-16,-4 1 6 15,-6 0 4-15,-6-2-4 0,-1 1-2 16,-3-1-4-16,-4-1-1 16,0-3-2-16,0-1-30 15,2-4-36-15,2 0-66 16,1-7-181-16</inkml:trace>
  <inkml:trace contextRef="#ctx0" brushRef="#br0" timeOffset="57164.62">19840 5120 272 0,'0'0'8'0,"0"0"21"16,0 0-8-16,0 0-15 16,0 0 2-16,0 0 1 15,0 0-5-15,0 0 2 0,0 0-2 16,0 0-3-16,0 0 0 15,0 0-1-15,-17-7 0 16,16 7 0-16,1 1-6 16,0 0-7-16,0 0-7 0,0-1-22 15,0 0-19-15,0 0-6 16</inkml:trace>
  <inkml:trace contextRef="#ctx0" brushRef="#br0" timeOffset="57830.6">19823 5110 348 0,'0'0'5'0,"0"0"-5"0,0 0 11 0,0 0-7 16,0 0-2-16,-33 29 5 15,25-19 2-15,-2 0 4 16,3 0-3-16,0 0-1 15,-1-2-2-15,2-1-5 16,2 0 0-16,0-4-2 0,1 0 1 16,1-1 0-16,1-2 1 15,1 0 0-15,0 0 2 16,0-3 2-16,1-5 0 16,5-3-5-16,3-2-1 15,1-4 2-15,2 2-1 16,-2-1 1-16,0 0 1 0,-3 4 2 15,-2 2 7-15,-2 4 7 16,-2 2 7-16,-1 2 2 16,0 2-5-16,2 0-21 15,0 4-5-15,0 4 8 16,6 2-1-16,2 2-2 0,2-1 0 16,3 3-1-16,4 0 0 15,0-2-36-15,0-1-51 16,-1-4-105-16</inkml:trace>
  <inkml:trace contextRef="#ctx0" brushRef="#br0" timeOffset="58947.83">17398 7230 419 0,'0'2'8'15,"0"6"6"-15,0 9-18 16,1 9 6-16,3 12 13 16,-3 8 8-16,1 12 14 15,2 11 0-15,0 3-8 0,-1 3-11 16,0 1-9-16,1-2-6 15,-2-7-2-15,0-10-1 16,0-7 2-16,1-9-3 16,-3-11 1-16,1-9 0 15,1-7 0-15,-2-5 0 16,0-8-23-16,0-1-17 0,0-10-28 16,-2-7-68-16,-1-6-161 15</inkml:trace>
  <inkml:trace contextRef="#ctx0" brushRef="#br0" timeOffset="59503.31">17355 7450 315 0,'0'0'68'0,"0"0"-59"16,0 0 40-16,-8-36-13 15,9 29-6-15,6-3-7 0,6 2-4 16,3 0-1-16,3 2-4 16,1 2-3-16,1 2-4 15,1 2-6-15,-2 0-1 16,-4 7 1-16,-3 3-3 15,-5 0 1-15,-2 1 1 16,-4 2-2-16,-2 2 1 0,-3 0 0 16,-7-1-1-16,-3 0 0 15,-3 0 1-15,2-1 0 16,-1-2 2-16,3-1-1 16,5-2 0-16,3-3-2 0,4 0 3 15,0-1-5-15,11-1 0 16,7-2 3-16,3 1 8 15,5-1-6-15,2 1 0 16,-1 2-1-16,-3-1 1 16,-3 5 0-16,-5 0-1 15,-4 2 0-15,-9 1 1 0,-3 2 0 16,0 1 5-16,-10 0 10 16,-4 0-2-16,-3 0-3 15,-3-2-6-15,-1-1-2 16,0-3-2-16,0-3 0 0,1 1-1 15,0-5-10-15,1-1-22 16,4 0-34-16,-1-12-28 16,4-8-109-16</inkml:trace>
  <inkml:trace contextRef="#ctx0" brushRef="#br0" timeOffset="59958.9">17376 7138 448 0,'0'0'-2'0,"0"0"7"0,0 0 7 0,-28 28-4 15,22-13 3-15,-2 0 0 16,1 2-1-16,2-1-2 16,-1-2-4-16,2-2-2 15,-2-4-1-15,3-3 1 16,2-3-1-16,-1-2 4 16,1-4 4-16,1-7-4 0,0-5-3 15,0-3 1-15,4-2-3 16,3 1 3-16,-2 4-6 15,0 2 8-15,-1 6 10 16,4 3 2-16,-3 5-4 16,2 0-14-16,1 5 1 0,2 5 0 15,2 3 4-15,0 1-2 16,1 0-2-16,3 0 2 16,0-3-8-16,0-4-56 15,-2-6-68-15,1-1-177 16</inkml:trace>
  <inkml:trace contextRef="#ctx0" brushRef="#br0" timeOffset="60302.65">17757 7427 368 0,'0'0'40'0,"0"0"-2"16,0 0-12-16,0 0 33 0,0 0-15 15,0 0-16-15,0 0-14 16,30 0-8-16,-18 0-5 16,0 0-1-16,2 0 0 15,-2 0 1-15,0 0-8 16,-2 1-41-16,-1 1-40 0,-5 1-33 16,-2-1-103-16</inkml:trace>
  <inkml:trace contextRef="#ctx0" brushRef="#br0" timeOffset="60473.55">17799 7549 344 0,'0'0'47'0,"0"0"-13"16,0 0 4-16,0 0-6 16,0 0 1-16,0 0-9 15,29 10-15-15,-12-16-8 0,1-1 0 16,1 0-30-16,-2-5-71 15,-2-2-164-15</inkml:trace>
  <inkml:trace contextRef="#ctx0" brushRef="#br0" timeOffset="61138.02">18946 7038 430 0,'0'0'-16'0,"0"0"38"0,0 0-16 0,0 0-9 0,18 30 12 16,0-10 7-16,3 5 5 15,3 3 2-15,5 3-6 16,0 3-2-16,-1 0-5 16,0 2-6-16,-1-2-4 15,-6-3 0-15,-2-5-1 16,-5-5 1-16,-4-7-3 0,-2-4-21 15,-4-7-13-15,-3-1-23 16,-1-2-25-16,0-3-51 16</inkml:trace>
  <inkml:trace contextRef="#ctx0" brushRef="#br0" timeOffset="61390.82">19196 7067 342 0,'0'0'-4'0,"0"0"48"16,0 0 6-16,0 0-34 16,0 0 1-16,-36 26 8 15,23-4 16-15,-3 3-6 0,-1 3-16 16,1 2-7-16,-2 1-6 15,2 0-3-15,-2 0-2 16,2-2-2-16,1-3-24 16,2-4-38-16,1-6-30 15,4-6-89-15</inkml:trace>
  <inkml:trace contextRef="#ctx0" brushRef="#br0" timeOffset="61698.73">19329 6964 372 0,'0'0'26'0,"0"0"40"16,0 0-39-16,0 0-26 16,0 0 11-16,-14 32 14 15,8-14-12-15,1 3-8 0,3-1-5 16,-1 1 0-16,0-4-18 16,-1-2-62-16,0-5-145 15</inkml:trace>
  <inkml:trace contextRef="#ctx0" brushRef="#br0" timeOffset="62003.65">19502 7052 549 0,'0'0'19'0,"0"0"17"0,0 0-44 15,0 0 10-15,28 36 6 16,-14-18 3-16,2 2 2 16,0 3 0-16,2-1-6 15,0 2-5-15,-1-2-1 16,-2 1-1-16,-1-3 0 0,-3-1-15 15,-1-5-31-15,-1-4-16 16,-2-3-8-16,-3-6-23 16,-2-1-68-16</inkml:trace>
  <inkml:trace contextRef="#ctx0" brushRef="#br0" timeOffset="62273.65">19682 7110 378 0,'0'0'41'16,"0"0"23"-16,0 0-34 16,0 0-13-16,-37 13-8 15,26 2 16-15,0 5-1 16,0 1-10-16,1 1-11 0,0-1-1 15,0 2-2-15,3-1-11 16,0-2-40-16,2-2-24 16,0-5-61-16,1-5-114 15</inkml:trace>
  <inkml:trace contextRef="#ctx0" brushRef="#br0" timeOffset="62553.64">19841 6973 517 0,'0'0'30'0,"34"16"-21"0,-17 11 0 16,1 5 5-16,-2 6-3 15,-6 2 2-15,-6 2-4 16,-4 2-2-16,0 0-10 16,-13 1 3-16,-6-2-3 15,-5-2-62-15,-4-8-58 0,-3-8-118 16</inkml:trace>
  <inkml:trace contextRef="#ctx0" brushRef="#br0" timeOffset="62878.06">18941 6963 396 0,'0'0'-4'0,"-51"31"31"0,25-3 18 16,2 9-8-16,2 7 0 16,7 8-3-16,5 4-5 15,9 1-7-15,1 1-16 16,16 0-4-16,6-3-2 15,8-3-2-15,5-9 1 0,5-10-22 16,7-11-46-16,3-14-29 16,3-8-30-16</inkml:trace>
  <inkml:trace contextRef="#ctx0" brushRef="#br0" timeOffset="63191.93">20024 6821 429 0,'0'0'45'0,"0"0"1"16,0 0-32-16,0 0-11 15,0 0-1-15,0 0-2 16,41 2 2-16,-24-1-1 0,1-1-1 16,3 0-27-16,-1 0-53 15,1-3-90-15</inkml:trace>
  <inkml:trace contextRef="#ctx0" brushRef="#br0" timeOffset="63409.02">20367 6666 462 0,'0'0'62'15,"0"0"-53"-15,0 37 6 16,1-17 7-16,1 4-13 0,3 0-6 15,-3 0 0-15,1-2-2 16,2-2-1-16,-4-1-25 16,0-8-80-16,-1-6-225 15</inkml:trace>
  <inkml:trace contextRef="#ctx0" brushRef="#br0" timeOffset="63888.54">20713 6935 277 0,'0'0'203'0,"0"0"-190"0,34 14-14 15,-10 4 7-15,7 7 13 16,6 5 6-16,2 2 0 0,1 1-4 16,-1 0-10-16,-5 0-9 15,-5-2-2-15,-7-3-1 16,-5-4 1-16,-6-3-16 15,-4-5-21-15,-5-6-35 16,-2-5-35-16,-2-5-99 16</inkml:trace>
  <inkml:trace contextRef="#ctx0" brushRef="#br0" timeOffset="64130.63">21026 6956 431 0,'0'0'15'0,"0"0"9"16,-29-1 1-16,15 14 1 0,-3 7 6 16,-2 6-3-16,-2 4 5 15,1 2-10-15,0 0-9 16,3 0-9-16,-1-1-5 15,3-3-2-15,2-3-10 16,3-4-36-16,1-6-45 16,4-8-44-16,1-7-182 0</inkml:trace>
  <inkml:trace contextRef="#ctx0" brushRef="#br0" timeOffset="64359.08">21261 6746 475 0,'0'0'8'0,"0"0"-7"16,-24 40 11-16,8-17 20 15,-3 2-6-15,0 3-12 16,0 0-12-16,5-3 0 15,-2-1-7-15,3-5-62 16,3-6-98-16</inkml:trace>
  <inkml:trace contextRef="#ctx0" brushRef="#br0" timeOffset="64693.68">21450 6890 605 0,'0'0'0'15,"0"0"24"-15,32 14-24 0,-18 2 1 16,1 4 1-16,0 3-2 16,1 1 2-16,-3-1-2 15,2-1 1-15,-1-2-1 16,-2-5-2-16,1-4-55 16,-1-9-65-16,0-2-134 15</inkml:trace>
  <inkml:trace contextRef="#ctx0" brushRef="#br0" timeOffset="64942.1">21759 6896 466 0,'0'0'40'0,"0"0"33"0,0 0-62 15,0 0-1-15,-29 36 6 16,15-17 6-16,-4 3-9 16,1-1-9-16,2 1-2 15,0 0-2-15,3-2-7 16,0-2-43-16,2-5-74 16,2-5-131-16</inkml:trace>
  <inkml:trace contextRef="#ctx0" brushRef="#br0" timeOffset="65177.59">21611 7129 434 0,'0'0'85'15,"0"0"-19"-15,0 0-36 16,0 0-4-16,0 0-7 16,12 35-9-16,-8-20-6 15,2 3-3-15,-2 2-1 16,-2-2-1-16,-1-3-37 0,0-5-81 16,-1-7-187-16</inkml:trace>
  <inkml:trace contextRef="#ctx0" brushRef="#br0" timeOffset="70832.17">17210 8275 182 0,'0'0'16'0,"0"0"21"15,0 0 4-15,0 0-2 16,0 0-1-16,0 0 2 16,0 0-9-16,0 0-10 15,0 0-12-15,0 0-5 0,-7-11 0 16,15 11 3-16,5 0 6 16,5-2 0-16,8-4 6 15,6 1 3-15,5-3 4 16,7-1-6-16,-1-2-2 15,2 1-6-15,-2-1-3 0,-5 2-3 16,-6 1-1-16,-5 3-2 16,-9 0-1-16,-3 3 0 15,-6-1 0-15,-5 3-2 16,-2 0 0-16,-2 0-1 16,0 0-4-16,-1 3-17 15,-4 2-7-15,-5 3-46 0,-2-3-52 16,-3 0-164-16</inkml:trace>
  <inkml:trace contextRef="#ctx0" brushRef="#br0" timeOffset="71239.49">17141 8415 223 0,'0'0'39'0,"0"0"26"0,0 0-13 16,0 0-32-16,0 0-4 15,0 0 1-15,37-4 4 16,-9-2 6-16,10-2-6 16,9-2 11-16,4-2 2 0,3-1-12 15,3 0-4-15,-4 1-5 16,-5-1-5-16,-6 4-3 16,-8 1-3-16,-8 2-2 15,-7 2 1-15,-7 1-1 16,-3 1 0-16,-6 0 0 15,-3 2-9-15,-4 0-31 0,-9-1-85 16,-2-5-179-16</inkml:trace>
  <inkml:trace contextRef="#ctx0" brushRef="#br0" timeOffset="73962.5">17386 8463 28 0,'0'-1'30'0,"0"0"-11"16,0 1 14-16,0-2-6 15,0 0 7-15,0-1-7 16,0 2-4-16,0-1-2 0,0-1 5 15,0 1 8-15,0 0-16 16,0 1 2-16,0 1-1 16,0-1-10-16,0 1 0 15,0 0-7-15,0 0-2 16,0 0-1-16,0 0-1 0,0 0 1 16,0 4 1-16,0 3 1 15,0 1 2-15,0 3 7 16,0 4 8-16,1 5 2 15,0 5 3-15,-1 5-7 16,0 8-5-16,0 5 1 0,0 6-5 16,0 2 4-16,1 2 8 15,-1-2-6-15,0-1-8 16,2-4 0-16,1-4 4 16,-2-3 2-16,0-3-2 15,-1-4-1-15,1-4 1 0,0-4-2 16,-1-5-1-16,0-3 0 15,0-3 0-15,1-3-2 16,-1-3-1-16,1-1-2 16,2-2-1-16,-2-1 2 15,-1-1-3-15,1-1 1 16,-1 0 1-16,1-1-1 0,-1 1-1 16,0-1-9-16,0 0-46 15,0 0-51-15,-3 0-78 16</inkml:trace>
  <inkml:trace contextRef="#ctx0" brushRef="#br0" timeOffset="74363.36">17175 9263 261 0,'0'0'36'0,"0"0"42"15,0 0-39-15,0 0-35 0,31-8 3 16,-17 8 16-16,6 4 2 16,0 1-9-16,0 2-8 15,2 0-1-15,-2 1-4 16,-3 0-2-16,0 1 0 16,-4-3-2-16,-1 0 1 0,-4 0-1 15,-2-2-17-15,-2-1-46 16,-4-2-57-16,0-1-26 15</inkml:trace>
  <inkml:trace contextRef="#ctx0" brushRef="#br0" timeOffset="74689.96">17517 9121 284 0,'0'0'17'0,"0"0"63"0,0 0-35 16,0 0-23-16,0 0-6 15,0 0-6-15,0 0-2 16,0 0 16-16,0 0 0 15,-25 40-3-15,10-19-4 16,-1 1-7-16,1 1-7 16,-1 2-1-16,3-3-2 0,2-1 1 15,3-1-1-15,4-4-6 16,1-6-82-16,3-7-152 16</inkml:trace>
  <inkml:trace contextRef="#ctx0" brushRef="#br0" timeOffset="75328.58">16710 9693 304 0,'0'0'8'16,"0"0"31"-16,0 0-34 0,0 0-2 15,-6 28 8-15,6-6 20 16,0 5 6-16,1 5-4 15,2 7-6-15,1 4-9 16,0-1-5-16,-1 5-7 16,0-2-3-16,-1 1-2 0,-2-4-1 15,0-1 0-15,0-4 0 16,0-4 0-16,0-7-1 16,0-5 1-16,-2-6-4 15,0-6-58-15,1-8-59 16,0-1-20-16</inkml:trace>
  <inkml:trace contextRef="#ctx0" brushRef="#br0" timeOffset="75634.41">16870 9716 354 0,'0'0'5'0,"0"0"33"16,0 0-24-16,0 0-8 0,18 35 29 16,-13-4 17-16,0 7-8 15,0 3-11-15,2 3-10 16,-4 0-11-16,2-3-7 16,-1 0-4-16,1-4-1 15,-2-4 0-15,-3-3-2 0,0-4 1 16,0-7-1-16,0-4-1 15,-3-5-25-15,-4-4-44 16,-3-5-32-16,-2-1-63 16</inkml:trace>
  <inkml:trace contextRef="#ctx0" brushRef="#br0" timeOffset="76711.09">16712 10086 168 0,'0'0'140'0,"0"0"-110"0,0 0 41 15,0 0-26-15,0 0-18 16,0 0-17-16,28-32 11 16,-2 21 7-16,6-1-4 15,4-1-8-15,1 2-6 0,-2 0-6 16,-3 3-1-16,-6 1-2 15,-4 3 0-15,-6 2-1 16,-5 2 1-16,-2 0-1 16,-5 0 1-16,-2 4-1 15,-2 4 1-15,0 3 1 0,-2 3 0 16,-4 1 2-16,-1 2 0 16,0 2-1-16,1-1 1 15,5 0-2-15,1 0 0 16,0-3-2-16,0-1 0 15,5-3 0-15,4-1 2 0,2-4-2 16,1-4 0-16,0-2 2 16,2 0-1-16,-4-5 0 15,0-3 0-15,-4-1 0 16,-1-2 1-16,-4 1-3 16,-1-3-3-16,-1 3-4 0,-7-1 0 15,-2-1 2-15,0 4 1 16,-1-1 2-16,1 1 1 15,-1 1 0-15,1 1 2 16,3-1 0-16,1 1 0 16,2 4 0-16,4-4 1 0,0 2 0 15,1-1-1-15,8 2-1 16,2-2 1-16,4 0 1 16,0 3 1-16,0-1 0 15,0 3-1-15,-3 0 0 16,-1 0 1-16,-1 3-1 15,-3 3 0-15,0-1 0 0,-2 1 1 16,0 2 0-16,-2-1 1 16,-2 2-1-16,2 0-1 15,1 0-1-15,-2 0 1 16,1-1-1-16,3 0 0 16,-2-1 0-16,2-2 0 0,0 0 0 15,1 0 0-15,2-4 0 16,-1 0 1-16,-1-1-1 15,0 0 1-15,1-3-1 16,-4-4 2-16,1-1-1 16,-1-1 1-16,-1 1-2 0,0-1 1 15,-2 0-1-15,1 2 2 16,-2 1-1-16,0 1-1 16,1 0 2-16,-1 3-1 15,0 0 12-15,0 2 0 16,1 0-12-16,0 0-2 0,1 0 1 15,1 6 0-15,0 0 0 16,1-1 0-16,2 3 0 16,-1 0 0-16,1-1 0 15,1-2 0-15,-1 1 0 16,2-4-2-16,2-2 4 0,0 0-2 16,-1-2 0-16,1-9 1 15,-1 1 0-15,-2-3-1 16,-3-2 1-16,-2 0-1 15,-2-3 1-15,0 0-1 16,-3-2 0-16,-7 3 0 0,0 1-2 16,-3 2-4-16,2 4-7 15,0 5-9-15,1 4-11 16,4 1-9-16,-1 1-22 16,5 5-34-16,1 0-27 15,1 0-88-15</inkml:trace>
  <inkml:trace contextRef="#ctx0" brushRef="#br0" timeOffset="77234.77">17687 9871 41 0,'-1'0'183'0,"-4"0"-125"0,-5 0-1 0,0 0 2 16,-2 0-7-16,-1 5-11 15,0 2-10-15,0 1-13 16,2 5-7-16,-1 2-1 16,4 1-1-16,1 1-2 0,5 0 1 15,2-2-5-15,0-1-2 16,0-2-1-16,7-2 1 15,0-3-1-15,3-4 1 16,0-3 0-16,2 0 2 16,-1-10-2-16,1-5 1 15,0-5-1-15,-5-5-1 0,1-4 1 16,0-6 0-16,-3-1-1 16,-1-4 1-16,-1 1-1 15,-3 2 0-15,0 2 0 16,0 6 1-16,-4 7 2 15,1 5-3-15,-1 9 0 0,1 8 0 16,-1 2-1-16,4 13-2 16,-2 8 2-16,2 5 0 15,0 3 3-15,3 4-1 16,6-1 0-16,2-2 0 16,3-1-1-16,-3-4 0 15,2-1 0-15,-3-7-7 0,2-3-80 16,-3-8-70-16,0-6-62 15</inkml:trace>
  <inkml:trace contextRef="#ctx0" brushRef="#br0" timeOffset="78010.53">17644 9772 182 0,'0'0'41'0,"0"0"-6"16,0 0 2-16,0 0-7 0,0 0 6 16,0 0-10-16,0 0 5 15,0 0-7-15,0 0-11 16,0 0-10-16,0 0 1 16,0 0 9-16,0 0 22 15,5 36-2-15,2-6 5 0,2 8-11 16,-1 4-5-16,1 5-3 15,0 3-13-15,-2 0-3 16,-1-1-3-16,-2-3 2 16,-2-4-2-16,-2-6 0 15,0-3 1-15,-7-8 2 0,-4-4 4 16,-2-6 3-16,-1-3-2 16,-3-4-4-16,-1 0-2 15,-1-6-1-15,0-1 0 16,-1-1 0-16,3-3-1 15,2-5 1-15,4-5-7 0,3-2-43 16,7-7-48-16,1-3-84 16</inkml:trace>
  <inkml:trace contextRef="#ctx0" brushRef="#br0" timeOffset="78409.5">17867 9833 444 0,'0'0'22'0,"0"0"7"0,-40 22 8 16,30-6 4-16,1 4-4 16,3 0-9-16,1 1-9 15,5-1-7-15,0-1-4 16,2-2-4-16,5-5-1 15,4-2-2-15,2-3-1 0,2-4 1 16,3-3 0-16,1 0 1 16,-1-10-2-16,1-4 1 15,-4-3-1-15,-4-3 0 16,-3 0 0-16,-2 0-1 16,-6 1-1-16,-1 2 1 0,-6 2 1 15,-5 6-1-15,-4 2 1 16,2 2-1-16,-3 1 0 15,4 4-1-15,3 0-6 16,3 0-12-16,3 0-5 16,4 0-18-16,0 2-11 0,10-1 0 15,4-1-14-15,4 0-60 16,4-3-79-16</inkml:trace>
  <inkml:trace contextRef="#ctx0" brushRef="#br0" timeOffset="78744.57">18068 9826 326 0,'0'0'76'16,"0"0"-35"-16,-17 34 6 16,9-19-3-16,2 1-2 15,2 0-9-15,4-2-19 16,0 0-6-16,4-2-3 0,7-3-4 16,4-3 1-16,-1-3 0 15,5-2-1-15,0-1 0 16,-1-4 0-16,-1-3-1 15,0-5 3-15,-5-2-3 16,-4 1 1-16,-3-2 0 0,-5 0 0 16,0 3 0-16,-5-1 1 15,-5 3-2-15,-6 2 1 16,0 3-1-16,-2 3 0 16,0 0 0-16,4 2-1 15,1 0 1-15,4 0-2 16,5 0-3-16,4 0-33 0,1 0-40 15,9 0-35-15,5-3-40 16</inkml:trace>
  <inkml:trace contextRef="#ctx0" brushRef="#br0" timeOffset="79172.19">18386 9776 337 0,'0'0'71'0,"0"0"-29"15,0 0-8-15,0 0-21 0,-32 9 24 16,16-2 4-16,1 3-8 16,2 1-18-16,1 3-11 15,5-1-1-15,2 2-3 16,5 0 0-16,0-1 0 16,3-2 0-16,5-2 0 15,3-3 1-15,1-3-1 0,1-4 0 16,-1 0 0-16,1-10-1 15,1-4-1-15,-3-4 2 16,-1-4 0-16,-1-4 1 16,-3-4-1-16,-1-3 0 15,-3-3 1-15,-2-2-1 0,0-2 1 16,0 5-1-16,-5 4 1 16,0 6 0-16,0 9 0 15,1 9 2-15,1 7 1 16,2 7-5-16,1 14 0 0,0 5 1 15,3 7 1-15,4 2 1 16,2 0 0-16,3-1 0 16,2-4-1-16,0-2-1 15,2-5 1-15,0-1-2 16,1-6-45-16,0-5-130 16,3-7-177-16</inkml:trace>
  <inkml:trace contextRef="#ctx0" brushRef="#br0" timeOffset="79720.57">18988 9442 77 0,'0'0'132'0,"0"0"-86"16,0 0 3-16,0 0 6 16,0 0-13-16,0 0-34 15,0 0-1-15,-9 38 11 16,14-12 6-16,3 7-7 0,-3 2-6 16,3 0-8-16,0-2-2 15,-4-3 0-15,1-5-8 16,-5-6-88-16,0-6-26 15,-3-5-21-15</inkml:trace>
  <inkml:trace contextRef="#ctx0" brushRef="#br0" timeOffset="80988.31">18898 9672 210 0,'0'0'54'0,"0"0"-13"0,0 0 9 16,0 0-35-16,32-19 0 15,-12 16 2-15,2-2-1 16,1 1-7-16,2-5-5 16,1-1-1-16,-1-5-2 15,-2-2 1-15,-1-1-2 16,-7-3 2-16,1-1 0 0,-5-1-1 16,-5 0 0-16,-1 1 0 15,-4 1-1-15,-1 3 1 16,0 3 16-16,0 5 22 15,0 7-4-15,-1 3-7 0,0 6-21 16,1 8-7-16,0 7 4 16,3 6 4-16,4 4 4 15,-1 2-6-15,3 0-2 16,0-1-1-16,1-3-1 16,-2-4 1-16,0-5-2 0,-1-6-1 15,-2-7 1-15,-1-2-1 16,-3-4 1-16,-1-1 2 15,0-4 29-15,0-5-22 16,0-4-7-16,0-3-3 16,0-1 1-16,0 1-1 15,0 1 1-15,2 2-1 0,2 3 0 16,2 3 0-16,2 5-1 16,2 2 0-16,0 0 0 15,1 2 0-15,0 9 0 16,-1 1 0-16,-1 2 1 15,1 2 0-15,-2-3 0 0,0-1 0 16,-1 1 0-16,2-5 0 16,1-1 0-16,1-4 0 15,0-3 0-15,5 0 0 16,-2-2 0-16,3-7 0 16,1-3 0-16,-1-5 1 0,0-1-1 15,-1 0 0-15,-1 0 0 16,-5 1 1-16,-2 3-1 15,-5 2 1-15,-3 4 0 16,0 2 0-16,-11 4 0 16,-1 2-2-16,-3 0 1 0,1 5 0 15,1 4-1-15,3 3 1 16,2 2-1-16,3 1 0 16,5 0 1-16,0-1 0 15,3-1 0-15,6-1 0 16,4-2-1-16,-1-2 1 0,3-5 1 15,0 0-1-15,0-2 0 16,0-1 0-16,-1-5 0 16,1-5 1-16,-2-3 0 15,-2-2 0-15,-1-2 0 16,0 2 0-16,-3 0-1 0,0 3 0 16,0 3 0-16,1 4 0 15,-1 2 0-15,-1 3-1 16,3 0 1-16,-4 4-2 15,2 5 2-15,-4 1-1 16,-1 3 1-16,-2 0 0 16,0 0 0-16,-2 0 0 0,-5-1 0 15,0-1 0-15,-2-2 0 16,1-1-1-16,2-3 0 16,0-1-3-16,2-1-5 15,1 0-2-15,1-4 4 0,2 1 6 16,0 0 1-16,5-5-2 15,7-2 2-15,2-3-3 16,7-2 3-16,6-1-1 16,1-2 0-16,4-1 1 15,-2 2 0-15,-1 0 0 16,-3 2-1-16,-5 1 1 0,-6 2 1 16,-5 4-1-16,-5-1 1 15,-5 2 5-15,0 1 7 16,-12 2-8-16,-4 1-3 15,-2 0 1-15,-1 1 8 16,0 4 5-16,3 5-2 0,3 2-6 16,5 2-5-16,3 1-1 15,5 2-1-15,0-1 0 16,3-1 0-16,8-2-1 16,2-3 0-16,6-4 0 15,1-3 1-15,3-3-1 16,-1 0-3-16,-2-7-62 0,-3-5-105 15</inkml:trace>
  <inkml:trace contextRef="#ctx0" brushRef="#br0" timeOffset="81865.47">20357 9500 387 0,'0'0'17'0,"0"0"45"0,0 0-14 16,0-1-29-16,7 0-15 16,4-1-2-16,1-1 1 15,4-1 4-15,3-2-4 16,0-2 0-16,1-2 0 16,-2 0-2-16,-1-3 1 0,-3 1-2 15,-4-1 0-15,-4-2 1 16,-2 3 0-16,-4 1 0 15,-3 3 0-15,-7 1 0 16,-4 6-1-16,-2 1 1 0,-3 3 1 16,-1 7 0-1,1 5 1-15,2 3-2 0,4 3 2 16,4 1 0-16,6 1 1 16,3 1-3-16,3-2 0 15,8-1 0-15,5-5-1 16,4-4 0-16,2-7 0 0,3-5 1 15,1 0 2-15,1-8 0 16,-1-5-2-16,-2-3 1 16,-3-3 0-16,-2-1 1 15,-3-1 0-15,-4 1 0 16,0 1-2-16,-2 2 0 0,-2 7-1 16,2 3 0-16,0 5 1 15,0 2-1-15,0 5 0 16,0 7 0-16,-1 1 0 15,-2 2 0-15,-4 0 0 16,0 0 0-16,-3-2 1 16,0-1-2-16,-3-1 2 0,-4-1-1 15,-3-2 0-15,-2 0-1 16,-1-1-1-16,0-3-3 16,-1 2-12-16,4-4-21 15,-1-1-2-15,4-1-24 16,1 0-34-16,3-2-6 0,2-7-114 15</inkml:trace>
  <inkml:trace contextRef="#ctx0" brushRef="#br0" timeOffset="82312.5">20826 9212 339 0,'0'0'129'0,"0"0"-98"0,0 0 3 16,0 0-32-16,0 0 0 15,-5 45 4-15,10-16 21 16,2 3-2-16,1 3-2 16,2-2-9-16,0 0-8 15,-2-2-3-15,-2-3-2 0,-2-5-1 16,-1-3 0-16,-3-5 1 15,0-3-1-15,0-9 0 16,-1-3 1-16,-5 0 1 16,2-5-1-16,-2-5-1 15,2 0 1-15,4-3 0 16,0 1-1-16,0 0 1 0,8-2 1 16,4 4 2-16,3-1 20 15,4 2-11-15,-1 3-8 16,2 2-2-16,-4 4-2 15,0 0 0-15,-4 2-1 16,0 5 0-16,-5 2 1 0,0 3-2 16,-3 0 2-16,-1 2 0 15,-1-2-2-15,-2 1 1 16,0 0 0-16,0 0-8 16,0-5-66-16,-2-1-53 15,-3-4-96-15</inkml:trace>
  <inkml:trace contextRef="#ctx0" brushRef="#br0" timeOffset="82485.62">20960 9390 371 0,'0'0'9'0,"-5"-34"31"0,5 21-5 16,0 5-27-16,5 4-7 15,5 1-1-15,3 4-34 16,1-2-70-16,1 1-61 0</inkml:trace>
  <inkml:trace contextRef="#ctx0" brushRef="#br0" timeOffset="83051.82">21134 9372 433 0,'0'0'9'0,"0"0"11"15,0 0-14-15,0 0 23 16,7 30 3-16,-4-18-7 15,2 0-5-15,-1 0-7 16,0 0-5-16,0-1-5 16,0-1-1-16,0-1-1 0,-2-2 0 15,-1-1 0-15,0-3-1 16,-1 1 1-16,0-4-1 16,0 0 1-16,0 0 1 15,0-3 3-15,3-6-4 16,0-3-1-16,1-1 1 0,2 0-1 15,0 0 0-15,0 3 0 16,-2 3 0-16,2 2 0 16,-2 5 0-16,2 0-1 15,0 0 0-15,2 7 0 16,0 3 1-16,0 0 0 0,-1 2 0 16,0-1 0-16,1 0 0 15,-3 0 0-15,1-2 0 16,-2-2 0-16,1-1 0 15,-3-2 0-15,-1-1 0 16,0-3 0-16,1 0 0 16,-2 0 0-16,0-3 3 0,1-5-2 15,1-2-1-15,1-5 0 16,2-2 0-16,1-1 0 16,3 0 1-16,1 2-1 15,0 2 6-15,-1 3 29 0,2 7-28 16,-2 3-3-16,0 1-4 15,0 6-1-15,-1 6 1 16,1 1 0-16,-1 1 0 16,-2 0-1-16,1-2 1 15,-4-1 0-15,3 0-11 0,-4-3-50 16,0 1-33-16,-1-5-68 16,-1-1-48-16</inkml:trace>
  <inkml:trace contextRef="#ctx0" brushRef="#br0" timeOffset="83576.92">21640 9419 332 0,'0'0'18'0,"0"0"58"0,0 0-26 0,0 0-8 15,-33-28-13-15,20 26 4 16,1 1-5-16,-2 1-11 16,3 0-12-16,2 5-1 15,2 2-4-15,1 0 1 0,3 1-1 16,2 0 0-16,1-1 0 16,0 1 0-16,1-1 0 15,4 0 0-15,2-4 0 16,0 1 0-16,1-3 1 15,1-1-1-15,1 0 1 0,2-8-1 16,-2-2 1-16,-1 1-1 16,-1-2 1-16,-1 3 0 15,-4 1 0-15,-1 4 0 16,-1 1 0-16,-1 2 0 16,0 0 1-16,0 0-4 15,0 7 2-15,0 1 0 0,3 2 2 16,0 1-1-16,1 1 0 15,3-1-1-15,1-2 0 16,2-1 0-16,0-1 0 16,2-3 1-16,-1-2-2 15,0-2-1-15,-1 0-42 0,-1 0-16 16,-1-9-1-16,-3-2-45 16,-2-2-14-16,0-5-89 15</inkml:trace>
  <inkml:trace contextRef="#ctx0" brushRef="#br0" timeOffset="83777.88">21769 9189 420 0,'0'0'4'0,"0"0"62"16,0 0-20-16,0 0-27 16,0 0-4-16,0 0 36 0,6 52-12 15,1-22-18-15,0 0-9 16,0 2-6-16,0-2-6 15,-3-2 1-15,-1-2-1 16,-2-3 0-16,-1-5-13 16,0-2-73-16,-4-8-65 0,-1-3-76 15</inkml:trace>
  <inkml:trace contextRef="#ctx0" brushRef="#br0" timeOffset="84269.07">21780 9429 361 0,'0'0'26'0,"0"0"37"16,0 0-37-16,34-20-3 16,-17 14 0-16,2-1 2 15,0 0-6-15,-1 0-7 16,-1 1-6-16,-3 1-4 0,-3-2-1 16,-3 4 1-16,-1-1-1 15,-6 1-1-15,0 0 4 16,-1 1 0-16,0 1 3 15,-6 1-2-15,-1 0-1 16,-1 0-2-16,-1 6 0 0,1 2-1 16,2 3 0-16,2 0-1 15,1 0 0-15,3 1 0 16,0 0-1-16,0-2 2 16,7-1-1-16,0-2-1 15,3-2 1-15,1 0 1 16,3-5-2-16,-2 0 2 0,3 0 0 15,2-7 0-15,1-3 0 16,-1-3-1-16,2 2 1 16,-1-2-1-16,-3 5 0 15,-2 2 0-15,0 3 0 16,-5 3 0-16,-1 0 0 0,-2 8-1 16,-3 1 1-16,-2 0 0 15,0 1 0-15,0 0 0 16,-7-2 0-16,0-1 0 15,0 0 0-15,-2-2 0 16,1-1-1-16,-2-2-14 0,0 0-52 16,1-2-1-16,0 0-58 15,2 0-34-15</inkml:trace>
  <inkml:trace contextRef="#ctx0" brushRef="#br0" timeOffset="85393.72">22646 9305 408 0,'0'0'6'0,"0"0"54"0,-38-19-23 16,21 17-6-16,1 2-7 16,-1 0-1-16,2 4 0 15,1 4-13-15,2 1-7 16,4 2-1-16,1 1-2 16,1 1 0-16,3-1 0 0,2 1 0 15,1 0 0-15,0-2 0 16,0-2 0-16,4-1 0 15,6-3 0-15,0-2-6 16,6-3-19-16,1 0 3 16,5-5-1-16,2-8 7 0,-1 2 9 15,-1-3 4-15,-5 1 3 16,-4 3 0-16,-6 3 0 16,-4 4 10-16,-3 2 9 15,0 1-7-15,-4 0-8 16,-2 6 5-16,-1 3 14 15,0 1-5-15,1 2-7 0,4-1-4 16,2 0-1-16,0 0 0 16,4 0-2-16,6-3 0 15,4 0 0-15,2-2-3 16,1 0-1-16,0-5 1 16,1-1 1-16,1 0-2 0,-1 0 1 15,-4-8 0-15,1-2 0 16,-4-3 0-16,-2-2 1 15,-5 0-1-15,-2 0-1 16,-2 0 1-16,0 2-1 16,0 2 0-16,-6 2 0 0,0 0 0 15,1 2 0-15,-2 0 0 16,1 3 0-16,2-1 0 16,2 4 0-16,-1-2 0 15,1 3 0-15,2 0 0 16,0 0 0-16,0 0 0 0,0 0 0 15,0 0 0-15,4 0 0 16,2 0 0-16,2 0 0 16,2 0 0-16,1 0-1 15,2 0 1-15,-2 5 0 16,3 0 0-16,-2 2 1 0,2-1 1 16,-1 3 0-16,-1-1 0 15,-1 2-1-15,-1-2 1 16,-2 2 1-16,-1 0-2 15,-1-1 2-15,0-1 0 16,-1 0-1-16,0 0 0 0,2-2-1 16,1 0 0-16,3-1-1 15,1-2 1-15,4-2-1 16,3-1 2-16,1 0-2 16,5 0 1-16,-2-5 0 15,1-3-1-15,-1 0 0 0,-4-2 1 16,-2 0 0-16,-7-2 0 15,-4 2-1-15,-4 1 2 16,-2 0-2-16,-10 1 0 16,-3 2 0-16,-2 1 0 15,-2 3 0-15,2 2 1 16,-1 0-1-16,3 3 1 0,2 6 1 16,3 2 3-16,4 2 1 15,2 2 5-15,2 0 0 16,4 0-3-16,10-3 0 15,6-3-1-15,4-2-2 0,5-3-3 16,4-3-1-16,1-1 0 16,-1 1-10-16,-3-12-50 15,-3-6-105-15</inkml:trace>
  <inkml:trace contextRef="#ctx0" brushRef="#br0" timeOffset="88852.71">16906 10791 331 0,'0'0'47'16,"0"0"4"-16,0 0-26 15,-28 48 4-15,24-20-2 16,3 5 6-16,1 4 0 0,0 4-8 16,6 3-7-16,0 1-7 15,-1 1-4-15,-1-1-4 16,-2-4-2-16,-2-6 0 16,0-5 0-16,0-6 0 15,-4-7 2-15,-2-5-2 0,0-6 2 16,-1-1 0-16,2-5 13 15,-3-3 10-15,3-10-18 16,-2-9-5-16,2-6-1 16,2-7-2-16,2-7 0 15,1-7 0-15,0-2 0 16,0 1-1-16,0 4 1 0,0 5-1 16,0 10 2-16,-1 7-1 15,0 8-1-15,1 7 2 16,-1 2-1-16,1 5 0 15,0 2 0-15,0 0-1 16,0 0-1-16,0 4 2 0,2 3 0 16,3 2 0-16,-2-1 0 15,1 4 0-15,1-1 0 16,1 2 0-16,1 2 0 16,3 2 0-16,1-1 1 0,3 2-2 15,1-2 1-15,1-2 0 16,1-2 0-16,2-5 0 15,-2-4 0-15,2-3 0 16,1-5 0-16,0-8 0 16,-1-7 0-16,2-4 1 15,-3-2-1-15,-2-4 0 0,-4 4 1 16,-3 1-1-16,-3 8 0 16,-4 3 0-16,-2 6 2 15,0 6-2-15,0 2 2 16,1 5-3-16,2 13 0 15,2 5 3-15,3 8 21 0,-1 4-7 16,2 5-5-16,1-1 0 16,0-1-3-16,0-3-5 15,-2-4-2-15,1-4 0 16,-1-6-1-16,-4-4 1 0,0-5-1 16,-1-2 0-16,-1-3-3 15,-2-2-38-15,0-1-32 16,0-1-35-16,0-3-78 15</inkml:trace>
  <inkml:trace contextRef="#ctx0" brushRef="#br0" timeOffset="89255.44">17326 11197 432 0,'0'0'31'0,"0"0"-2"15,29-26-5-15,-13 18-5 16,0-2 1-16,3 1-6 16,0 1-10-16,-1 0-3 15,-3 1 1-15,-1-1-2 16,-1 0 1-16,-6 2-1 0,-4-2 1 16,-3 2 0-16,0-1 2 15,-6 1-1-15,-5 1 2 16,-2 0 4-16,-5 2 5 15,1 1 2-15,0 2 0 16,-1 0-3-16,1 2-5 0,2 6 0 16,4 2-2-16,1 2-1 15,4 2-1-15,4 1 0 16,2 0-2-16,8-1-1 16,5-1 1-16,6-2-1 15,2-3 1-15,4-1-1 16,2-3 0-16,1-3 0 0,-3-1-12 15,-1 0-38-15,-3-2-51 16,-4-6-42-16,-4-4-155 16</inkml:trace>
  <inkml:trace contextRef="#ctx0" brushRef="#br0" timeOffset="89925.64">17609 10851 380 0,'0'0'39'0,"0"0"-2"0,0 0-23 15,0 0-8-15,-10 35 14 0,16-11 29 16,3 4-17-16,3 2-8 15,1 3-11-15,-1 0-8 16,-4-2-3-16,1-2-1 16,-3-4-1-16,-2-4 0 15,-1-6 1-15,-2-6-1 0,-1-4-1 16,0-5 2-16,0 0 3 16,0-5-2-16,0-6-3 15,0-4 1-15,3-1 1 16,4-3 0-16,2-1 7 15,3 1 17-15,2 2-18 0,2 4-4 16,0 3-2-16,1 5-1 16,-4 5 1-16,1 0-1 15,-2 7 1-15,-5 2-1 16,1 5 0-16,-1 0 0 16,-4 0 0-16,-1 2 0 0,0-2 0 15,-1-2 0-15,-1-3-1 16,0-1 2-16,0-3-3 15,0-1 3-15,0-3-1 16,0-1 0-16,0 0 1 16,0-5 0-16,2-5 0 0,1-3-1 15,2-5 1-15,2-1-2 16,2-1 1-16,1 2 0 16,-2 4 1-16,2 4 0 15,-2 4-2-15,-2 6 0 16,0 0 2-16,-2 4-1 15,-1 6 0-15,1 2 0 0,0 1-1 16,-1 2 1-16,1-2 0 16,-1 0 0-16,2-3 0 15,-3 0-1-15,3-2-29 16,-2-3-82-16,-1-3-113 16</inkml:trace>
  <inkml:trace contextRef="#ctx0" brushRef="#br0" timeOffset="90126.67">17910 10923 431 0,'0'0'29'0,"0"0"-9"15,0 0-12-15,0 0-6 16,0 0-2-16,0 0-2 0,0 0-21 15,0 0-154-15</inkml:trace>
  <inkml:trace contextRef="#ctx0" brushRef="#br0" timeOffset="90390.8">18189 10938 445 0,'0'0'5'0,"0"0"30"0,0 0 5 16,-41 0 3-16,28 9-7 15,-3 4-9-15,3 2-3 16,2 4-7-16,1 1-6 16,4 1-1-16,3 1-6 15,3-2-3-15,0 0 0 0,7-5 0 16,5-4-1-16,3-5 0 15,5-4 1-15,4-2-1 16,2 1-2-16,3-8-32 16,-1-4-42-16,0-3-63 15,-2-4-137-15</inkml:trace>
  <inkml:trace contextRef="#ctx0" brushRef="#br0" timeOffset="90832.17">18561 10894 429 0,'0'0'41'0,"0"0"22"16,0 0-24-16,-39-24-17 15,24 24 4-15,-3 0-2 0,1 2-5 16,2 5-13-16,0 1-4 15,4 3-1-15,3 1-1 16,2 1 1-16,5 1-3 16,1 0 3-16,7-1-1 15,7-1-1-15,1-2 1 0,4-1 0 16,2-1 0-16,0 0 0 16,-1 0-1-16,-4 1 0 15,-2 0 0-15,-5 1-1 16,-2 0 0-16,-5 0 0 15,-2 1 1-15,-2 0 1 16,-9-2 0-16,-3 1 0 0,-1-1 1 16,-1-1-2-16,0-2 2 15,-2-1-2-15,3 0 2 16,-1-2-1-16,3-1-1 16,2-1-17-16,0-1-19 15,4 0-6-15,4-2-35 0,3-6-33 16,0-6-203-16</inkml:trace>
  <inkml:trace contextRef="#ctx0" brushRef="#br0" timeOffset="91052.13">18501 10957 403 0,'0'0'51'16,"0"0"9"-16,0 0-8 0,0 0-1 15,-27 11-8-15,15 7-15 16,0 10-4-16,-3 2-1 16,-1 6-8-16,-1 4-10 15,0 1-3-15,-2 1-2 16,1 2-2-16,-1-5-36 16,0-5-131-16,-2-6-313 0</inkml:trace>
  <inkml:trace contextRef="#ctx0" brushRef="#br0" timeOffset="96022.11">18807 11020 97 0,'0'0'81'16,"0"0"-43"-16,0 0 24 0,0-1 6 15,0-2-21-15,0 1-20 16,0 0-3-16,0 1-11 16,3-1-4-16,0 2-4 15,4-2-1-15,2 1 1 0,5 0-1 16,4-1 1-16,6 0 2 16,7-1 8-16,7-1-2 15,7-1 1-15,5 0-6 16,4 0-2-16,3-1 1 15,1-1 4-15,0 1 5 0,0-1-4 16,-4-2-7-16,-1 1 0 16,-2-3 0-16,-1-1 2 15,-5 1 1-15,0 1-3 16,-5-2-1-16,-4 3-2 16,-4 1-1-16,-6 1 0 15,-6 3 1-15,-7 1-3 0,-4 1 1 16,-4 2 0-16,-3 0 0 15,-2 0 0-15,0 0 0 16,-1 2 0-16,-4 2 0 16,-1 2 0-16,1-2-3 15,-3-1-48-15,0-2-108 0</inkml:trace>
  <inkml:trace contextRef="#ctx0" brushRef="#br0" timeOffset="96926.5">19633 10791 52 0,'0'0'42'15,"0"0"18"-15,0 0-15 16,0 0-1-16,0 0-7 16,0 0 19-16,0 0-11 0,0 0-11 15,0 0-7-15,0 0-4 16,-27-28 2-16,27 28 0 16,0 0-6-16,0 0-6 15,0 0-11-15,4 6-2 16,8 3 3-16,3 2 6 0,6 1 4 15,2 3-3-15,2-2-4 16,-1 2-4-16,-2-4 0 16,-2 0 0-16,-3-2-2 15,-4-2 0-15,-3-2 0 16,-4 0-2-16,-5-2-68 0,-1-2-65 16,-3-1-200-16</inkml:trace>
  <inkml:trace contextRef="#ctx0" brushRef="#br0" timeOffset="97333.64">19800 10866 149 0,'0'0'37'0,"0"0"0"0,0 0-2 15,0 0 8-15,0 0 0 16,0 0-16-16,0 0-9 15,0 0-4-15,0 0 4 16,-29 14 3-16,19-2 0 0,-1 1 5 16,-3 5 0-16,-2 2-10 15,0 2-8-15,-3-1-6 16,2 0-1-16,3-2-1 16,2-3 1-16,2-4-1 15,3-2-1-15,5-4-15 0,1-3-76 16,1-3-144-16</inkml:trace>
  <inkml:trace contextRef="#ctx0" brushRef="#br0" timeOffset="98599.95">18725 11145 95 0,'0'-1'38'0,"0"-1"-10"16,0 1 13-16,0 1-3 15,1 0-9-15,0 0-15 0,6 0-8 16,-2 3 25-16,5 1 2 16,7 4-2-16,6 2 2 15,8 3-8-15,9 3 3 16,8 2 10-16,8 5-2 16,8 2-9-16,4 2-7 15,1 3-4-15,-1 0-6 0,-4 0-3 16,-7 1-3-16,-7-3-1 15,-8-2-1-15,-8-2 1 16,-6-2-2-16,-6-3 1 16,-7-3-1-16,-3-3-1 15,-4-4 1-15,-2-3 0 0,-1-3-1 16,1-2 2-16,-3-1 0 16,2 0-1-16,-1 0-1 15,0 0 1-15,0-5-1 16,-2 2-2-16,0-2-41 0,-1-2-76 15,0-2-89-15</inkml:trace>
  <inkml:trace contextRef="#ctx0" brushRef="#br0" timeOffset="98955.5">19689 11377 313 0,'0'0'5'0,"0"0"4"0,0 0 8 0,20 29 9 16,-11-15 3-16,1 1 1 16,2 2-2-16,-1 0-8 15,1 2-9-15,-2 0-6 0,0 0-2 16,-2 0 0-16,-1 0-1 15,-4-2 1-15,-1-1-1 16,-2-1-1-16,0-1-1 16,-4 0 2-16,-7-1 19 15,-7 0 24-15,-4 0-25 16,-4 1-10-16,-2-2-3 0,-1 1-5 16,1-2-2-16,4-3-1 15,7-4-27-15,6-4-114 16,8-4-288-16</inkml:trace>
  <inkml:trace contextRef="#ctx0" brushRef="#br0" timeOffset="99767.86">20368 10534 180 0,'0'0'41'0,"0"0"30"0,0 0-6 15,0 0-20-15,0-29-15 16,-7 28-10-16,-3 1-6 0,-4 0-6 15,-3 3-1-15,-4 7 2 16,-2 1-1-16,1 1 1 16,0 0-2-16,4-2-1 15,5 1-3-15,4-1-1 16,7-1-1-16,2-1-1 16,7 2 0-16,9-1 2 0,4 0-2 15,2 0 1-15,2 2 0 16,1-2-1-16,-3 3 0 15,-4 1 0-15,-4 0 0 16,-4 1 0-16,-3-1 1 16,-5 0-1-16,-2-2 1 0,-1-1 0 15,-7-1 0-15,-4 0 0 16,-3-3 0-16,-2 0 1 16,-2-1-1-16,-1-1 0 15,-3-1 0-15,0 0 0 16,0-2 1-16,3 1-2 15,0-1 1-15,5 0-1 0,5-1 0 16,3 0 0-16,5 0-1 16,2 0-2-16,6-3-76 15,8-6-116-15</inkml:trace>
  <inkml:trace contextRef="#ctx0" brushRef="#br0" timeOffset="100231.82">20461 10654 394 0,'0'0'8'0,"0"0"48"0,0 0-10 16,0 0-26-16,0 0 5 15,0 0 1-15,0 0-6 0,0 32-4 16,1-16-9-16,6-3-4 15,2 2 0-15,2-1-2 16,2-2 1-16,1-2-2 16,4-5 0-16,1-1 0 15,-1-4 0-15,-2 0 1 0,-1-5-2 16,-3-5-2-16,-3-4 0 16,-4 0 2-16,-3 0 0 15,-2-2 1-15,0 5-1 16,0 1 2-16,-3 1 0 15,-1 3 1-15,-1 2 3 16,2 2 6-16,1 2 15 0,2 0-16 16,0 1-7-16,0 5-2 15,4 4 1-15,5 2-1 16,2 1 0-16,2 0-1 16,1-1 0-16,1-1 0 15,1 1-1-15,-5-2-20 0,2-4-61 16,-4-2-70-16,0-3-127 15</inkml:trace>
  <inkml:trace contextRef="#ctx0" brushRef="#br0" timeOffset="100901.28">20741 10689 72 0,'0'0'276'0,"0"0"-217"15,0 0 3-15,0 0-13 0,0 0-13 16,0 0-4-16,0 0-18 16,0 0-9-16,0 0 0 15,29-5-2-15,-19 16-1 16,1 3-1-16,-3 1-1 16,-2 0 1-16,-2-1-1 15,0 0 1-15,-3-3-1 0,-1-3 0 16,0-3 0-16,0-3 0 15,0-2-1-15,0 0 5 16,0-7-3-16,0-5-2 16,0-2 2-16,0-1-1 15,0-3 0-15,2 3 0 0,2 0 1 16,-1 2-1-16,0 4 0 16,2 2 0-16,3 5 1 15,2 2-1-15,0 0 0 16,2 3 0-16,2 7 0 15,-3 2 0-15,1-1 0 0,-3 5 1 16,-1-2-1-16,0 0 0 16,-3-2 0-16,0 0 0 15,-3-4 0-15,1 1-1 16,-2-5 2-16,-1 0-1 16,0-3-1-16,0-1 1 15,0 0 1-15,0-2 1 0,0-6-2 16,0-2 0-16,0-3 0 15,0-2 0-15,0 0 0 16,1-1 0-16,3 1 0 16,0 3 1-16,1 2 24 0,0 5-15 15,2 2-8-15,3 3-1 16,-2 0-1-16,1 5 0 16,0 2 0-16,0 1 0 15,-1 1 0-15,-1 0 1 16,-1 1-1-16,0 2 1 0,1-1-1 15,-2-1 0-15,0 2-3 16,-1-2-32-16,-1-1-44 16,1-2-38-16,0-3-100 15</inkml:trace>
  <inkml:trace contextRef="#ctx0" brushRef="#br0" timeOffset="101288.83">21345 10631 449 0,'0'0'2'0,"0"0"40"0,0 0-1 16,-35-12-17-16,25 16-13 15,2 4 11-15,1 6 1 16,5 1-14-16,2 2-5 0,0 0-1 15,5-1-2-15,4 0 0 16,4-2-1-16,2-4 1 16,0-2-1-16,2-3 0 15,0-5 1-15,-3 0-1 16,-3-3 0-16,-3-7 1 0,-6-2 0 16,-2-2 0-16,0 0-1 15,-10-1 0-15,-1 2-1 16,-3 0 1-16,-1 2-1 15,1 2 0-15,-1 1-1 16,5 4-1-16,1 0-6 0,4 0-32 16,5 3-23-16,0 0-7 15,11-2-75-15,7 0-37 16</inkml:trace>
  <inkml:trace contextRef="#ctx0" brushRef="#br0" timeOffset="101583.66">21648 10525 374 0,'0'0'35'16,"0"0"37"-16,-18-32-20 15,5 28-17-15,-1 4 2 0,-1 1-11 16,2 13-10-16,3 4-10 16,4 5-2-16,4 5 0 15,2 5 2-15,0 3 4 16,7 4 1-16,0 2-4 15,0 3-5-15,1-1-1 16,-1 0 0-16,-3-2-1 16,-2-4 0-16,-1-3 0 0,-1-4 0 15,0-6 0-15,-5-6 0 16,-3-6-1-16,0-6-1 16,-1-4-16-16,0-3-13 0,-1 0-16 15,-3-11-46-15,2-5-27 16,0-5-158-16</inkml:trace>
  <inkml:trace contextRef="#ctx0" brushRef="#br0" timeOffset="101753.65">21499 10855 442 0,'0'0'4'0,"0"0"32"16,0 0-11-16,32-31-21 15,-15 25-4-15,3-1 1 16,5-3 0-16,1 0-1 0,2-1-15 15,0-4-85-15,0-4-172 16</inkml:trace>
  <inkml:trace contextRef="#ctx0" brushRef="#br0" timeOffset="102144.6">22023 10459 484 0,'0'0'8'16,"0"0"66"-16,-21-34-50 0,7 32-9 15,-3 2-4-15,0 1 0 16,-4 9-4-16,3 2-4 16,2 3-2-16,2 3-1 15,6 1 0-15,3-1 0 16,5 0 0-16,0-1 0 0,11-1 1 15,5-1-1-15,1-1 0 16,2 3 0-16,0-3 0 16,-5 0-1-16,-4 1 0 15,-4 0-1-15,-5-2 1 16,-1 0 0-16,-4-2 1 0,-6-1-1 16,-3-1 2-16,-1-1-1 15,-3-3 0-15,2-1 1 16,-1 0-1-16,2-2 0 15,1-2 0-15,2 1 0 16,4-1-1-16,0 0 0 16,4 0-30-16,3-1-24 0,0-6-52 15,6-1-144-15</inkml:trace>
  <inkml:trace contextRef="#ctx0" brushRef="#br0" timeOffset="102985.12">22250 10605 433 0,'0'0'16'0,"0"0"52"0,0 0-29 16,-33-24-14-16,15 24 1 16,0 0-6-16,-1 2-10 15,4 8-5-15,1 0-3 16,3 3-2-16,2 1 2 15,4 0-2-15,0 0 1 16,2-1-1-16,3-3 0 0,0-1 0 16,3-4 0-16,6-1 0 15,2-4-1-15,3 0 1 16,2-8-2-16,1-4 4 16,1-1-2-16,-2-1 0 15,-2 1 0-15,-5 5 1 0,-2 1-1 16,-4 6 3-16,-3 1 3 15,0 5-2-15,-2 9-4 16,-3 6 24-16,0 4-7 16,0 4-8-16,1 1-3 15,2-2-1-15,1-1-3 0,1-1-1 16,0-4 1-16,0-4-2 16,3-4 0-16,5-2 0 15,0-5 0-15,4-5 1 16,-2-1 0-16,4-4 1 15,-1-10 1-15,2-3-2 0,0-7 0 16,0-5 1-16,-1-3-2 16,-1-1 0-16,0 1 0 15,-3 4 0-15,-2 5 0 16,-4 8 0-16,0 6 0 16,-4 7 0-16,0 2 0 0,0 7-3 15,-1 7 2 1,-2 5 1-16,1 3 0 0,0 3 0 15,2-2 0-15,0 1 0 16,0-2 0-16,1-5 0 16,4-2 0-16,3-3 0 15,2-4 0-15,0-3-1 0,2-4 2 16,1-1-5-16,-1-4 3 16,1-7 0-16,-1-5 1 15,-1-2 1-15,-2-4-2 16,-2 1 1-16,-2 3 0 15,-1 1-1-15,-3 4 1 0,0 5 1 16,-1 3 0-16,0 5-1 16,0 0 1-16,0 5-1 15,0 6 0-15,4 2 1 16,-2 2-1-16,4 2 1 16,1-2-1-16,2-2 0 0,1-2 1 15,0-2-1-15,2-1-1 16,1-3-1-16,0 0-44 15,0-3-38-15,1-2-86 16,1 0-150-16</inkml:trace>
  <inkml:trace contextRef="#ctx0" brushRef="#br0" timeOffset="103444.47">22764 10697 369 0,'0'0'10'15,"0"0"73"-15,0 0-31 0,-26-31 6 16,14 29-18-16,-2 2-12 16,2 0-12-16,0 8-11 15,2 4-1-15,2-1-2 16,4 4 0-16,1 1-2 0,3 0 1 16,0 0-1-16,3-1 1 15,2-2-1-15,4-3 0 16,-1-2-3-16,1-4-17 15,0-2-5-15,-2-2 9 16,3-4 13-16,-3-7 3 16,2-3 1-16,-3-2-1 0,0-2 1 15,-2 1 1-15,0 3 2 16,-2 2 9-16,-2 4 2 16,0 3 3-16,0 3-4 15,0 2-4-15,1 2-9 0,0 9-2 16,1 2 3-16,1 2-1 15,0 2 1-15,3-1-1 16,0-1-1-16,3 1 1 16,1-4-2-16,0 0 2 15,1-2-1-15,-3-2-2 16,1-3-58-16,-3-4-77 0,0-1-105 16</inkml:trace>
  <inkml:trace contextRef="#ctx0" brushRef="#br0" timeOffset="103786.34">22904 10679 449 0,'0'0'33'0,"0"0"39"16,0 0-42-16,0 0-20 15,0 0-7-15,0 0 7 0,0 0 6 16,31 35-8-16,-25-17-6 15,0 0-1-15,-3-2-1 16,-3 0 0-16,0-2 0 16,0-2 1-16,-6-4-1 15,2-1-1-15,-1-3 1 0,1-4 2 16,2 0-1-16,1 0 3 16,1-9-3-16,0-3 0 15,6-3 0-15,4-2 1 16,2-3-4-16,2-1 2 15,2 0-1-15,1 1 0 16,1 5-2-16,-1 2-20 0,-6 6-54 16,-2 4-48-16,-2 2-74 15</inkml:trace>
  <inkml:trace contextRef="#ctx0" brushRef="#br0" timeOffset="105709.26">23183 10776 91 0,'0'0'25'0,"0"0"80"15,0 0-46-15,0 0 17 16,0 0-5-16,0 0-24 0,0 0-10 15,0 0-8-15,0 0-1 16,5 0-2-16,-5 0-10 16,1 0-9-16,4 0-5 15,0 0-1-15,3 0 0 16,3 0-1-16,1 0 1 0,3-2-1 16,0-1 0-16,-1-2 1 15,0 0-1-15,-3-2 0 16,-3 0 0-16,-3 0 0 15,-4 0 0-15,-1 1 1 16,-5-1-1-16,-8 5 0 0,-2-1 0 16,-3 3 0-16,-2 0 0 15,-2 0 0-15,1 5 0 16,2 4 0-16,2 2 0 16,4 4-1-16,4 1 1 15,5 0-1-15,4 0 1 16,0-1 0-16,6-2 0 0,8-5 0 15,3 0 1-15,4-6-1 16,3-2 0-16,4 0 1 16,0-4-1-16,0-7 0 15,1-2 1-15,-1-3-1 0,-1-3 2 16,-3-4-2-16,-2 2 0 16,-3-1 1-16,-5 2-1 15,-3 4 0-15,-3 3 0 16,-5 5 1-16,1 6 20 15,0 2-9-15,0 6-10 16,1 6-1-16,1 5 0 0,0 2 1 16,0 3 0-16,1-2-1 15,-3-1 0-15,-1-4 0 16,-2-2-1-16,-1-2 0 16,0-2 1-16,-5-2-2 15,-5-2 0-15,-4 0-38 16,-3-4-106-16,-4-1-243 0</inkml:trace>
  <inkml:trace contextRef="#ctx0" brushRef="#br0" timeOffset="106836.42">20237 11496 281 0,'0'-9'25'0,"0"4"81"16,-4 5-49-16,0 2-27 15,-1 12-14-15,3 7 17 0,1 4 4 16,1 7-10-16,0 1-11 16,4 1-2-16,1 2-6 15,0-4-5-15,-2 1-3 16,-1-3 0-16,-2-3 1 16,0-3-2-16,-3-3-9 0,-6-5-67 15,-3-3-46-15,0-7-95 16</inkml:trace>
  <inkml:trace contextRef="#ctx0" brushRef="#br0" timeOffset="107159.98">20162 11562 417 0,'0'0'10'16,"6"-29"52"-16,4 19-23 15,6 8-12-15,6 2-16 0,4 3 6 16,4 10 5-16,2 4-9 16,-1 6-6-16,-2 1-2 15,-6 2-3-15,-4 0 0 16,-7 1-1-16,-7-2-1 16,-5-1 1-16,0-1 0 0,-11-1 0 15,-4-1-1-15,-4-3 0 16,-3-1 0-16,-1-1 1 15,-2-2-1-15,2-3 0 16,2-2-2-16,3-2 0 16,4-3 0-16,5-2-11 0,3-2-37 15,6 0-1-15,0-4-41 16,9-7-85-16</inkml:trace>
  <inkml:trace contextRef="#ctx0" brushRef="#br0" timeOffset="108201.62">20458 11833 390 0,'0'0'3'0,"31"0"5"0,-11 0 11 16,1-4 7-16,0-1-7 15,1-4 1-15,0 1-1 16,-1-3-12-16,0 0-5 15,-4-3-1-15,-3-1 2 16,-4 1-3-16,-3-2 2 16,-7 1-1-16,0 2 2 0,-8 2 26 15,-8 4-8-15,-2 2-4 16,-8 5 0-16,0 0-3 16,-1 8-2-16,3 5-5 15,4 2 0-15,5 3 0 0,9 1-1 16,3 0-4-16,3 0-1 15,13-1-1-15,5-2 1 16,6-4 0-16,3-4-1 16,3-2 0-16,5-5 0 15,0-1-1-15,3-5 2 0,-1-7 0 16,1-3-2-16,-2-4 1 16,-2-1 0-16,-6 0-1 15,-6 1 1-15,-7 0-1 16,-7 2 2-16,-6 4-1 15,-2 3 1-15,-11 3-1 16,-3 4 1-16,-5 3-2 0,0 0 2 16,0 5-1-16,5 5 0 15,4 3 0-15,3 3 0 16,7 3-1-16,0 4 1 16,6 1-1-16,5 3 1 15,0 2 0-15,2 3 0 0,-2 0 0 16,-1 0 1-16,-4 0-1 15,-5-3 1-15,-1-2 0 16,-1-6 0-16,-9-2 0 16,-2-6 0-16,-4-3 1 15,2-3-2-15,-2-5 1 0,2-1 0 16,0-1 0-16,4-1 0 16,2-6 0-16,1-1 0 15,4-4 0-15,1 1 0 16,2-3 0-16,0-1 0 15,6 0-2-15,2 0 1 0,3-1-1 16,1-1-2-16,2 2-18 16,1-1-23-16,-1 3-23 15,0 1 4-15,-2 0-4 16,1 3-22-16,-2 1 7 16,0 0 22-16,-2-1 44 0,-1 4 19 15,2-4 13-15,-5 2 48 16,2 0 17-16,1 0 5 15,-1 1-26-15,1 1-9 16,2 1-3-16,-1 4-14 16,2 0-9-16,1 0-13 15,-1 5-8-15,1 2-3 0,-3 3 0 16,0 2 0-16,-3-2-1 16,-2 0 0-16,-1-1 1 15,-3-2-1-15,0-1 0 16,0-2 0-16,-3-4 1 15,-1 0 0-15,2 0 1 0,-2-10-1 16,4-2 0-16,0-6-1 16,4-2 0-16,3-4 0 15,8-1-1-15,-1 0-2 16,2 2-6-16,-1 5-52 16,-1 2-41-16,-3 5-99 0</inkml:trace>
  <inkml:trace contextRef="#ctx0" brushRef="#br0" timeOffset="109059.9">21328 11825 161 0,'-5'-5'50'16,"2"-1"-40"-16,3-2 20 16,1 1-4-16,7-2 0 15,2-1 11-15,0-1 0 16,0 1-6-16,-1 0-7 0,-4 0 1 16,-3 1 4-16,-2 0-1 15,-1 3-2-15,-8 0-7 16,-6 2-7-16,-3 4-2 15,1 0 5-15,-2 0 0 16,1 8-1-16,4 3-5 16,3 2-3-16,4 1 0 0,4 2-3 15,3 2-1-15,0-1 0 16,8 1-1-16,4-3-1 16,4-2 1-16,4-3-2 15,4-4 2-15,3-3-1 16,3-3 1-16,3-4-1 0,1-6 0 15,2-6 1-15,-3-2-1 16,0-2 0-16,-4 0 0 16,-4 0 1-16,-7 4-1 15,-6-1 0-15,-5 5 2 16,-6 1-2-16,-1 2 1 0,-8 3-1 16,-6 3 1-16,-2 2-1 15,-2 1 1-15,1 2-1 16,2 6 1-16,2 2-1 15,4 1 1-15,3 2-1 16,3 1 0-16,3-1-1 0,0-1 2 16,8 1-2-16,1-3 1 15,3-1 1-15,1-2-1 16,1-3-1-16,1-1 0 16,1-3-5-16,1 0-3 15,1-4 2-15,-1-6 5 0,1-3 3 16,1-2-1-16,-1-2 0 15,-4 0 0-15,0 1 0 16,-1 1 0-16,-2 3 1 16,-4 2 0-16,1 6 0 15,-1 3 4-15,-1 1-2 0,0 2-2 16,-2 8-1-16,1 4 0 16,-3 0 0-16,-2 2 0 15,0 0 0-15,-1-2 0 16,-6-1 0-16,-2-2 0 0,1-3 0 15,-2-1 0 1,0-3 0-16,-1-2 0 0,1 0-4 16,2-2-14-16,0 0-22 15,2 0-12-15,2-2-20 16,3-4-40-16,1-2-147 16</inkml:trace>
  <inkml:trace contextRef="#ctx0" brushRef="#br0" timeOffset="109462.2">22096 11650 482 0,'0'0'13'15,"0"0"48"-15,0 0-43 16,-28 18-3-16,22-1-2 15,2 1-5-15,3-3-1 0,1 1-3 16,3-1-2-16,5-2-2 16,2-1 1-16,0-3 0 15,-2-3-2-15,1-2 2 16,0-3-1-16,-1-1-2 16,0-1 1-16,-2-7-1 0,-2-2 2 15,0-3 1-15,-4 0-1 16,0-2 1-16,0 1-2 15,-7 0 0-15,-3 2 0 16,1 0 0-16,-1 0-1 16,1 2 0-16,1 2 0 0,5-1-1 15,0 3 2-15,3 1-3 16,5 0-24-16,7 0-18 16,5 2-2-16,5-1-17 15,4 0-43-15,2-2-17 16</inkml:trace>
  <inkml:trace contextRef="#ctx0" brushRef="#br0" timeOffset="109673.47">22326 11556 162 0,'0'0'66'0,"0"0"48"16,25-31-27-16,-25 25-30 15,-1 2-1-15,-9 2-15 16,-1 2-5-16,0 5-7 0,1 7-11 16,3 7-12-16,1 8-2 15,3 3-2-15,2 4 0 16,1 3 1-16,0 4 0 15,0 0-2-15,0 3-1 16,-2-2 1-16,-2 1-1 0,-2-4-1 16,1-2 2-16,-5-7-2 15,2-4 1-15,-2-5-25 16,1-7-26-16,1-6-50 16,1-5-49-16</inkml:trace>
  <inkml:trace contextRef="#ctx0" brushRef="#br0" timeOffset="109883.49">22217 11916 165 0,'0'0'297'0,"0"0"-243"0,0 0 4 16,0 0-19-16,0 0-15 15,0 0 2-15,0 0-17 16,16-31-8-16,5 24-1 15,1 1 0-15,1-2-1 0,-1-2-46 16,-1-4-101-16,-5-1-175 16</inkml:trace>
  <inkml:trace contextRef="#ctx0" brushRef="#br0" timeOffset="110369.11">22794 11414 414 0,'0'0'4'0,"0"0"20"16,-42-15 5-1,19 16 6-15,-1 13-8 0,2 6 7 16,3 5 0-16,6 6-12 15,9 8-9-15,4 4-1 16,0 3 0-16,3 4-1 16,3 2 1-16,-1 3-9 0,-5-2-2 15,0 0 0-15,-2-1 0 16,-8-1-1-16,-5-6 0 16,-3-4 1-16,0-7-1 15,-2-8-2-15,-1-6-2 16,4-7-36-16,1-8-13 0,4-5-17 15,2-4-18-15,3-11-100 16</inkml:trace>
  <inkml:trace contextRef="#ctx0" brushRef="#br0" timeOffset="110726.31">22560 11827 441 0,'0'0'4'0,"28"-32"8"15,-10 18 12-15,2 4 5 16,1 2 6-16,-1 4-3 16,1 2-10-16,-1 2-11 0,-2 4-8 15,-2 9 1-15,-3 5-3 16,-3 4 1-16,-1 1 1 16,-3 3 1-16,-4-1-1 15,0 0 1-15,-2-2-3 16,0-6 0-16,0-3 0 0,0-4-1 15,0-5 1-15,-2-5 0 16,1 0 0-16,1-5 5 16,0-10-4-16,0-4 1 15,4-5-2-15,5-6 0 0,3-1 0 16,2-2-1-16,0 3 0 16,4 2-2-16,-2 7 1 15,1 5-8-15,0 6-47 16,-3 6-61-16,-1 3-67 15</inkml:trace>
  <inkml:trace contextRef="#ctx0" brushRef="#br0" timeOffset="111503.3">22957 11871 430 0,'0'0'5'0,"0"0"29"15,0 0-18-15,0 0 20 16,34-11-14-16,-19 5-9 16,-1 0-3-16,3-2-6 15,-4 1-3-15,-1 1 0 0,-3-3 0 16,-3 1 0-16,-4-1 0 16,-2 1 0-16,-1 0 0 15,-9 2-1-15,-1-1 1 16,-3 4 1-16,0 1 7 15,0 2 13-15,1 0-9 16,3 7-5-16,3 4-4 0,2 3-1 16,2 3-1-16,3 2 0 15,1-1-2-15,9 1 1 16,5-3-2-16,2-1 2 16,6-5-1-16,3-2 0 0,4-5 0 15,2-3-3-15,3 0 0 16,-1-9 2-16,1-4 0 15,-2-2 2-15,-4-4-1 16,-3-1 0-16,-6 0 1 16,-6 2-1-16,-5 0 1 15,-7 4 0-15,-2 1 1 0,-11 5 4 16,-7 2 0-16,-3 4 6 16,-2 2 1-16,-1 3-2 15,3 7-2-15,2 2-2 16,4 4 1-16,5 0-3 0,6 1-4 15,4-2 0-15,0 0-1 16,10-3 0-16,4-3 0 16,4-2 2-16,2-4-2 15,4-2 1-15,1-1-1 16,5 0 0-16,1-8 0 16,1-3 0-16,2-2 0 0,-2-2 0 15,-1-1 0-15,-4 0 2 16,-3 1-2-16,-7 2 0 15,-3 0 0-15,-7 3 0 16,-4 1 2-16,-3 4-3 16,-5 1 2-16,-7 1-1 0,-2 2-1 15,-2 1 1-15,-2 0 0 16,2 4 1-16,1 3-3 16,4 0 3-16,1 1-2 15,3 2 1-15,3 1 0 16,2-2 0-16,2 1-3 0,0-2-6 15,0 2-29-15,1-3-11 16,4-1-30-16,-1-3-55 16,2-1-164-16</inkml:trace>
  <inkml:trace contextRef="#ctx0" brushRef="#br0" timeOffset="112114.46">23650 11473 386 0,'0'-9'3'0,"0"4"52"16,-3 4-30-16,-5 6-4 15,1 10 8-15,0 7 17 0,2 8-7 16,2 6-16-16,2 2-2 16,1 3-4-16,0-3-4 15,0-1-10-15,0-3-2 16,0-6 0-16,0-4-2 15,-3-5-1-15,0-4-38 0,-2-7-60 16,2-8-65-16</inkml:trace>
  <inkml:trace contextRef="#ctx0" brushRef="#br0" timeOffset="112535.37">23811 11690 432 0,'0'0'101'0,"0"0"-80"16,0 0-7-16,-30 29 13 16,17-14 1-16,1 3-2 15,0 1-6-15,4 1-12 16,3 1-5-16,3-3-2 0,2 0-1 15,0-3 0-15,4-2 0 16,6-4 0-16,3-5-10 16,3-3-33-16,1-1-12 15,-1-5-5-15,0-8 18 16,-5-2 25-16,-3-2 6 16,-3-3 6-16,-5 2 3 0,0-1 2 15,-5 2 1-15,-7 2 11 16,0 2 10-16,-2 2 8 15,1 3 3-15,2 1-13 16,4 3-11-16,2 1-7 16,3 3-2-16,2 0-1 0,0 0-2 15,7 4-36-15,0-1-80 16,3 0-200-16</inkml:trace>
  <inkml:trace contextRef="#ctx0" brushRef="#br0" timeOffset="113154.61">23931 11741 445 0,'0'0'5'0,"0"0"1"16,0 0 5-16,16 36 4 16,-16-23 18-16,1 2-2 15,-1 0-13-15,0 0-13 16,0-2-4-16,-1 0 0 15,-3-3 0-15,0-3-1 16,0-1 1-16,1-4-1 0,1-2 1 16,2 0 3-16,0-5 0 15,0-4-2-15,3-3-1 16,4-4 3-16,3 0 17 16,1-2-12-16,0 3-3 15,1 1-3-15,-1 4-1 0,-2 2-1 16,1 6 0-16,-1 2-1 15,-2 0 0-15,-2 6 0 16,1 5 1-16,-1 0 0 16,-1 4 0-16,-2-1-2 15,0 1 2-15,-1-1-2 16,1-1 1-16,-2-2 0 0,2-1 0 16,0-3 0-16,-1-2 0 15,1-3 0-15,0-2 0 16,1 0 1-16,-1-1 0 15,3-5 0-15,1-4 0 16,0-2 0-16,3-1-1 0,0-3 1 16,4-1-1-16,0 0 1 15,0 1 1-15,0 4-2 16,0 3 3-16,-1 5-3 16,-4 4-2-16,-1 0 7 0,0 10 9 15,-3 4 9-15,0 3-4 16,-4 3-4-16,0-1-7 15,0 0-5-15,0-1-2 16,0-1-1-16,-4-4 0 16,1-6-32-16,-1-5-181 0</inkml:trace>
  <inkml:trace contextRef="#ctx0" brushRef="#br0" timeOffset="210473.29">13026 11262 175 0,'2'-11'46'0,"-2"-1"-20"0,1 0 22 0,-1 2 12 16,0 1 6-16,0 3-12 16,0 0-13-16,0 2-7 15,0 1-1-15,0 3-8 16,0 0-11-16,0 5-12 0,0 7 1 16,4 3-1-16,2 6 9 15,3 7 11-15,-1 4-7 16,-1 4-3-16,2 4 1 15,0 6 5-15,-2 2-6 16,-2 3-1-16,0 0-3 16,0-1 0-16,-3-4-1 0,3-2 3 15,-4-6-5-15,-1-8-3 16,0-4-1-16,0-7-1 16,0-6 1-16,0-6-1 15,0-4-1-15,0-3-4 0,0-7-24 16,0-6-53-16,0-7-68 15,-6-8-131-15</inkml:trace>
  <inkml:trace contextRef="#ctx0" brushRef="#br0" timeOffset="210978.54">12888 11296 198 0,'0'0'58'0,"0"0"-10"0,0 0 8 0,0 0 7 0,0 0-33 16,-22-34-6-16,33 22-6 16,5-3-1-16,6-1-4 15,3-1 4-15,4-1-1 0,3 2-2 16,3 0 5-16,-2 5 5 16,1 3-11-16,-3 5-4 15,-1 3-4-15,-1 5 0 16,-5 8-3-16,-2 7 1 0,-4 1 10 15,-6 6 7-15,-3-1-14 16,-6 4 0-16,-3-2 2 16,-4 1 2-16,-9-3 1 15,-6-2-6-15,-4-1-3 16,-4-4-1-16,-3-2-1 16,2-5 0-16,2-2 0 15,5-5-1-15,4-2-2 0,7-3-32 16,5 0-56-16,5-10-124 15</inkml:trace>
  <inkml:trace contextRef="#ctx0" brushRef="#br0" timeOffset="211348.86">13386 11234 390 0,'0'0'24'0,"0"0"10"0,0 46 40 0,5-21-18 0,0 6-1 0,3 2-18 15,2 5-14-15,0 1-12 16,2 1-8-16,-2-3-2 16,-1-2-1-16,1-6 0 15,-3-9 0-15,-3-5 0 16,0-7-1-16,-2-6-33 0,-2-2-78 15,0-4-43-15</inkml:trace>
  <inkml:trace contextRef="#ctx0" brushRef="#br0" timeOffset="211803.38">13378 11308 304 0,'0'0'76'16,"0"-41"-10"-16,0 21-26 0,8 3 12 16,4 1-18-16,1 5-4 15,6 4-7-15,-1 3-13 16,4 4-6-16,-2 0-2 16,-3 8 0-16,0 3-3 15,-6 5 1-15,-2 1 1 0,-5 0-1 16,-4 1 0-16,0 1 0 15,-3-1 0-15,-7-1 0 16,-3-1 0-16,-3-1-2 16,-2-3-1-16,2-1-1 15,-1-3 1-15,3-1 2 0,4-2 1 16,4-1-1-16,5-1 2 16,1 1-2-16,6 0-1 15,8 1 5-15,5 3 0 16,2 1 1-16,2 2-2 15,2 4-1-15,-1 2 1 16,-3 2-2-16,-2 0 0 0,-4 0 0 16,0-2 1-16,-5-3-2 15,0-3-2-15,-4-3-56 16,-2-6-66-16,-1-2-155 16</inkml:trace>
  <inkml:trace contextRef="#ctx0" brushRef="#br0" timeOffset="212331.34">14018 11148 346 0,'0'0'38'0,"0"0"52"0,0 0-53 16,0 0-3-16,-32-10 0 15,16 10-1-15,-1 2-13 16,-3 4-12-16,0 1-4 16,0 2-1-16,1-1-2 0,3-2 1 15,3 1 2-15,4-1 15 16,4 2-10-16,1-1-6 15,3 3-1-15,1 5-2 16,0 3 3-16,1 7 3 16,6 4 5-16,-3 6-2 0,3 2-5 15,-3 2-2-15,2 1-1 16,-1-4-1-16,0-3 1 16,-2-6-1-16,1-5 0 15,0-7 2-15,-1-6-1 16,2-3 0-16,-1-4 2 0,4-2 3 15,2 0 3-15,1-1-4 16,4-4-3-16,4-2-1 16,1-1-1-16,2 2 1 15,-1-2-2-15,2 2 1 16,-5 2 0-16,-1 1 1 0,-5 0-4 16,-3 3-21-16,-3 0-20 15,-5 0-25-15,-1-3-45 16,0-2-83-16</inkml:trace>
  <inkml:trace contextRef="#ctx0" brushRef="#br0" timeOffset="212551.66">13890 11467 42 0,'0'0'420'0,"0"0"-369"0,0 0-16 0,0 0-13 16,18-30 14-16,1 17-17 16,4-1-12-16,3 1-4 15,2-1-3-15,2 0 1 0,0 1-3 16,-2 0-52-16,-4-2-70 16,-2-2-172-16</inkml:trace>
  <inkml:trace contextRef="#ctx0" brushRef="#br0" timeOffset="213021.22">14406 11107 243 0,'0'0'94'0,"0"0"7"16,0 0-39-16,0 0-8 15,-34-19-9-15,16 19-9 16,1 2-17-16,-3 7-7 16,1 2-2-16,0 2 0 15,5 0-3-15,4 2-5 0,3 0 0 16,5-1-2-16,2-1 0 16,2 0 0-16,8 0 1 15,5-3-2-15,3 1 2 16,3-1-1-16,1 0 0 15,-2 2 0-15,-2 1-1 0,-4 1 0 16,-4 2-2-16,-4-1 1 16,-5 1 1-16,-1 1-1 15,-3-3 1-15,-7 0 1 16,-1-2 1-16,-6-1-2 16,0-3 2-16,0-1 0 0,-1-1-2 15,1-2 2-15,2-1-1 16,-1 0-1-16,2-2 2 15,4-1-2-15,-1 0-23 16,4 0-39-16,3-6-25 16,4-5-80-16,0-1-177 0</inkml:trace>
  <inkml:trace contextRef="#ctx0" brushRef="#br0" timeOffset="213469.64">14702 11060 398 0,'0'0'69'0,"0"0"-22"0,-32-22-10 15,15 20 11-15,-1 2 1 16,-3 1-18-16,-2 6-12 15,1 6-5-15,1 2 0 16,1 1-6-16,6 3-4 0,3 0-1 16,3 1-3-16,7-1 0 15,1 0 1-15,4 0-1 16,11-2 0-16,3 0 0 16,4-4 0-16,3 1 0 15,-1-3 0-15,1-1 0 16,-5 0-2-16,-4-2-1 0,-3 1 2 15,-6-1 1-15,-3 0 0 16,-4 0 0-16,0 1 0 16,-10-1 0-16,-5 1 1 15,-2-1 0-15,-3 0-2 0,-3 1 2 16,-1 0-1-16,-1-1 0 16,0 0 0-16,3-1 0 15,2-2-2-15,6-1-15 16,3-3-28-16,5-1-65 15,3 0-132-15</inkml:trace>
  <inkml:trace contextRef="#ctx0" brushRef="#br0" timeOffset="-212510.54">13162 12748 211 0,'-7'-9'26'15,"2"0"30"-15,-1-1 0 0,0 2 6 0,2 1-7 16,0 1-12-16,1 2-9 15,3 4-7-15,0 0-9 16,3 6-18-16,7 9 3 16,7 9 13-16,5 7 16 15,5 9-2-15,4 6-11 0,1 7-8 16,1 5-5-16,1-2-3 16,-2 2 0-16,-2-4-1 15,0-7 0-15,-4-9-1 16,-3-8 0-16,-4-11 0 15,-5-8 8-15,-2-11 8 0,-4-4-2 16,-2-16 18-16,-2-10-20 16,0-13-7-16,-3-9-6 15,0-9 2-15,-1-6-2 16,-1-5 1-16,-3 3-1 16,-2 6 0-16,0 9-4 0,1 10-11 15,-1 14-3-15,3 13-8 16,3 11-16-16,-1 6-32 15,1 7-55-15,-2 5-32 16,0 2-85-16</inkml:trace>
  <inkml:trace contextRef="#ctx0" brushRef="#br0" timeOffset="-212070.13">13693 13097 453 0,'0'0'-1'0,"0"0"11"0,0 0 21 0,0 0-4 15,35 3-3-15,-26-11-4 16,1-4-5-16,0-3-9 15,-2-2-2-15,0 0-2 16,-5-1 1-16,0 1-1 16,-3 2 1-16,-3 2 5 0,-4 5 20 15,-7 1-9-15,1 4-7 16,-2 3-3-16,0 1-5 16,-1 8 0-16,3 4-2 15,4 6-1-15,3 4 0 16,3 3 0-16,3 2 1 0,0 0-1 15,8-2 1-15,4-1-2 16,4-5 0-16,1-5 0 16,1-5 0-16,2-4 0 15,0-3 0-15,-1-1-6 16,-2-2-44-16,-3 0-50 0,-2-6-80 16,-5-3-114-16</inkml:trace>
  <inkml:trace contextRef="#ctx0" brushRef="#br0" timeOffset="-211728.1">13864 13015 265 0,'0'0'206'16,"0"0"-163"-16,0 0-22 15,0 0-16-15,0 0 9 0,0 0 16 16,32 36-6-16,-22-20-12 15,1 1-5-15,-1-2-5 16,-3-1 0-16,1 0 0 16,-2-4-3-16,-4-1 3 0,0-4-1 15,-2-1-2-15,0-4 1 16,0 0 3-16,0-5-1 16,-4-7-1-16,1-6-1 15,-3-3 0-15,3-4 1 16,0-1-1-16,1 2 1 15,2 3-1-15,0 4 0 16,3 6 0-16,4 4-2 0,2 4-29 16,1 2-57-16,2-2-49 15,0 0-99-15</inkml:trace>
  <inkml:trace contextRef="#ctx0" brushRef="#br0" timeOffset="-211272.39">14058 12951 443 0,'0'0'60'0,"0"0"-50"16,0 0 14-16,0 0 21 0,8 30-14 15,-2-20-17-15,-2 2-6 16,2-1-2-16,1-1-1 16,-3 0-3-16,3-2-1 15,-1-3-1-15,2-3 0 16,-1-2 1-16,0-3-1 15,3-9 1-15,-2-6 0 0,1-2 0 16,0-1 0-16,-4 1-1 16,0 3 0-16,-3 6 1 15,0 4 14-15,-1 7 35 16,1 1-25-16,3 13-22 16,0 8 23-16,4 7 2 0,1 8-15 15,4 6 21-15,1 4-15 16,2 3-1-16,-1 4-8 15,0-1-1-15,-3 0-3 16,-2-2-1-16,-3-4-5 16,-5-8 3-16,-3-5-1 0,-2-8-2 15,-9-8 1-15,-6-7 1 16,-4-7-1-16,-5-4-1 16,-3-7-1-16,-2-8 2 15,0-8-4-15,3-5-17 16,7-6-24-16,7-3-26 0,8-4-42 15,6-6-73-15</inkml:trace>
  <inkml:trace contextRef="#ctx0" brushRef="#br0" timeOffset="-210015.01">14716 12480 423 0,'0'0'0'0,"0"0"21"0,-37-9 9 15,18 9 2-15,-1 11-14 16,-2 4 3-16,0 4 9 15,4 1-8-15,0 2-7 0,5-2-8 16,5-2-4-16,6-1-2 16,2-5-1-16,1-3 0 15,10-5 0-15,5-4 1 16,4-4-1-16,2-11 0 16,-1-4 1-16,2-3 1 0,-2 2-4 15,-3 2 4-15,-5 5-2 16,0 8 0-16,-2 5 0 15,0 14 0-15,0 12 5 16,3 10 15-16,0 13 3 16,2 6 2-16,-2 4-7 15,-1 2-7-15,-2 1-5 0,-4-1-1 16,-2-6-3-16,-3-3 0 16,-2-2-1-16,-4-7 0 15,-6-8 1-15,-3-9-1 16,-1-8 0-16,-1-9 0 0,-2-8 0 15,0-1 0-15,0-13 0 16,1-10 0-16,3-7 0 16,4-6 0-16,6-6-1 15,3 1 0-15,8 1 0 16,9 4-1-16,4 9 2 16,2 8-2-16,2 5 1 0,1 8 0 15,-2 6-1-15,0 0 0 16,-3 12 1-16,-2 6-1 15,-3 3 1-15,-2 4 0 16,-4 2-1-16,-1 2 2 16,-4-4-2-16,0-1 1 0,-2-4 0 15,-1-3 0-15,-2-5 1 16,0-4-1-16,0-4 0 16,0-3 0-16,0-1 1 15,0-2 0-15,-4-8-1 16,1-3 1-16,-2-7 0 0,0-5-1 15,2 1 2-15,2-3-2 16,1 4 0-16,0 3 0 16,0 7 0-16,4 4 0 15,3 3 0-15,3 6 0 16,-2 0 0-16,2 3 0 0,2 7 0 16,-2 4 0-16,0 2-2 15,0 3 4-15,-3 1-4 16,0-3 2-16,1-1 0 15,-4-2 0-15,2-3-2 16,-4-4 2-16,0-2 0 16,0-2 0-16,-2-3 1 0,0 0 0 15,0-3 2-15,-1-8-3 16,-3-6 0-16,0-5 0 16,0-7 1-16,2 1 0 15,2-4-2-15,0 4 2 0,4 5 0 16,5 5 0-16,-1 6-1 15,2 7 0-15,0 5 0 16,1 1-1-16,-1 10 0 16,0 5 2-16,-1 2-2 15,-1 2 0-15,-1 2 1 0,0 1-2 16,-3 0-8-16,2-1-25 16,-4-2-4-16,1-1-18 15,-1-4-21-15,-1-3-15 16,1-4-48-16,-2-4 2 15</inkml:trace>
  <inkml:trace contextRef="#ctx0" brushRef="#br0" timeOffset="-209400.59">15241 12837 458 0,'0'-5'45'0,"0"-1"19"0,-2 6 4 15,2 0-25-15,0 8-25 0,8 7 2 16,2 10 21-16,2 8-6 16,5 8-2-16,-2 6-22 15,1 5-1-15,0 4-2 16,0 0-3-16,-4-1-5 15,-1-3 1-15,-1-3 0 0,-3-8-1 16,-1-6 1-16,-1-9-1 16,-2-7-1-16,-2-8-8 15,1-7-36-15,-1-4-3 16,-1-4 2-16,0-12-26 16,0-8-23-16,0-7 26 0,0-7 25 15,-2-4-48-15,-3-2-18 16,-2 1 32-16,-4 0 76 15,0 2 21-15,-1 3 40 16,1 1 10-16,-3 1 20 16,4 3-31-16,1 3-19 0,3 3-3 15,4 3-6-15,2 1 31 16,2 2-32-16,9 4-9 16,7 4-16-16,2 6 1 15,1 4-2-15,3 3-2 16,-2 9 1-16,-3 6-2 0,-5 6 1 15,-4 0 0-15,-5 3 0 16,-5 1 1-16,0-1-1 16,-8 0-1-16,-6-2 1 15,-3-1-1-15,-3-4 0 16,0-2 0-16,0-4 0 0,1-2 0 16,3-5 0-16,4-3 0 15,4-1-2-15,6-1-11 16,2-10-38-16,3-2-70 15,8-2-96-15</inkml:trace>
  <inkml:trace contextRef="#ctx0" brushRef="#br0" timeOffset="-209257.82">15604 12902 658 0,'0'0'3'0,"0"0"-4"0,0 0-6 0,0 0-121 16,0 0-225-16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0:37:48.012"/>
    </inkml:context>
    <inkml:brush xml:id="br0">
      <inkml:brushProperty name="width" value="0.05292" units="cm"/>
      <inkml:brushProperty name="height" value="0.05292" units="cm"/>
      <inkml:brushProperty name="color" value="#FF0000"/>
    </inkml:brush>
  </inkml:definitions>
  <inkml:trace contextRef="#ctx0" brushRef="#br0">20484 6104 173 0,'0'0'103'0,"0"0"-68"0,0 0 3 15,0 0-17-15,0 0-12 16,0 0 9-16,0 0 28 0,0 0-13 15,0 0-12-15,39 23 2 16,-21-11 3-16,2 4-2 16,4 6 0-16,0 4-12 15,1-1-8-15,-2 4-2 16,-3-1-1-16,-2-3 0 16,-4-5 0-16,-2-2-1 0,-3-5-1 15,-2-4-2-15,-3-3-54 16,-3-5-43-16,-1-1-98 15</inkml:trace>
  <inkml:trace contextRef="#ctx0" brushRef="#br0" timeOffset="405.78">20881 6110 250 0,'0'0'76'0,"0"0"-6"15,0 0-55-15,0 0 17 16,0 0 10-16,-35 42-13 16,23-22-5-16,0 6 1 0,-1 4-10 15,-3 2-4-15,1 3-4 16,1 0-5-16,-1 2-1 15,3-3 0-15,-2 1-1 16,4-5 1-16,2-3 0 0,0-6-1 16,3-5 0-16,2-4 1 15,0-6-1-15,2-1 0 16,1-5 0-16,0 1 1 16,0-1 2-16,0 0 0 15,0 0-3-15,0 0 1 16,0 1-1-16,0 1 0 0,0 1-1 15,0-1 0-15,0 2 1 16,0 1 0-16,0-1 0 16,0-3-2-16,2-1-106 15,0-3-187-15</inkml:trace>
  <inkml:trace contextRef="#ctx0" brushRef="#br0" timeOffset="974.54">20433 5902 241 0,'0'0'11'0,"0"0"29"15,0 0 1-15,0 0 0 0,0 0-23 16,0 0-11-16,0 0 21 15,0 0 15-15,63 7-14 16,-20-7-9-16,4 0-9 16,4-2-7-16,-3-3-3 15,-5-1 0-15,-7 3 0 0,-6 1-1 16,-8 0 1-16,-7 2-1 16,-6 0 0-16,-8 0-13 15,-1 0-83-15,-2-1-128 16</inkml:trace>
  <inkml:trace contextRef="#ctx0" brushRef="#br0" timeOffset="1348.27">21071 6251 264 0,'0'0'86'16,"0"0"-4"-16,0 0-46 0,0 0 5 15,28 1-6-15,-10-4-7 16,-1 1-3-16,3 0-9 16,1 1-9-16,-1 1-6 15,-2 0 0-15,-3 0-1 16,-2 0 0-16,-5 3-6 0,-3 1-56 16,-3 2-30-16,-2-2-96 15</inkml:trace>
  <inkml:trace contextRef="#ctx0" brushRef="#br0" timeOffset="1488.09">21088 6378 274 0,'0'0'15'16,"0"0"21"-16,0 0 0 16,0 0 15-16,39 16-20 15,-15-16-16-15,3 0-10 0,3-2-4 16,-1-4-2-16,1 0-99 15,-3-4-249-15</inkml:trace>
  <inkml:trace contextRef="#ctx0" brushRef="#br0" timeOffset="1922.13">22362 5731 481 0,'0'0'2'16,"0"0"-5"-16,16 49 5 15,-14-21 8-15,-1 5-2 16,-1 0-4-16,0 2-2 15,0-1-1-15,-3-5-1 0,-4-3 1 16,2-3-1-16,-3-5-2 16,2-6-53-16,0-6-130 15</inkml:trace>
  <inkml:trace contextRef="#ctx0" brushRef="#br0" timeOffset="2625.27">22353 5947 330 0,'0'0'5'0,"0"0"34"16,0 0-26-16,0 0 16 16,0 0 2-16,0 0 0 15,-13 36-11-15,-1-23-2 16,-6 2-16-16,-2-3 1 15,-4 0-2-15,0-1 0 0,-4 2 0 16,0-3-1-16,2-1 1 16,3 0-1-16,4-2 1 15,3-2-1-15,6 0 0 16,8-1 0-16,4-1 0 16,1 0-1-16,14 2 1 0,5 0 1 15,5-2-1-15,5 2 2 16,1 2-1-16,-1 2 0 15,-4 0 4-15,-7 3 1 16,-8 2-3-16,-8 3-2 0,-4 2-1 16,-16 1 2-16,-7 0-1 15,-6 0 2-15,-6-2 0 16,-5 0-2-16,0-1 0 16,-1-4 4-16,0-1-1 15,5-3-1-15,6 0 1 16,10-4 1-16,4 1 10 0,10-3-2 15,7 1-11-15,7-2-2 16,14-2 3-16,8 1-2 16,10-1 0-16,6 0 1 15,7 0-2-15,2-3 1 16,0-1-1-16,-3 1 0 0,-7-1 2 16,-9 2-2-16,-7 2 0 15,-9 0 1-15,-7 0 0 16,-5 0-1-16,-2 0 2 15,-2 0 2-15,-2 0 4 16,0 3 2-16,0 2 4 0,2 4-3 16,-1 3 6-16,2 3-9 15,1 0-2-15,1 5-2 16,0-2-2-16,0 0-1 16,0-1-1-16,0-2 0 15,0-2 1-15,-2-5-13 0,0-3-60 16,-3-5-81-16,0 0-210 15</inkml:trace>
  <inkml:trace contextRef="#ctx0" brushRef="#br0" timeOffset="4275.3">22625 5943 88 0,'-1'0'147'0,"-2"-2"-99"0,3-2 29 0,0 4-8 15,2 0-28-15,9 0-28 16,3 8 1-16,8 2 20 16,5 5-13-16,2 0-3 0,3 3-6 15,-2-1-8-15,-3 2-3 16,-3-4 0-16,-4 0-1 15,-4-3-7-15,-3-3-51 16,-3-5-85-16,-3-4-98 0</inkml:trace>
  <inkml:trace contextRef="#ctx0" brushRef="#br0" timeOffset="4505.1">23016 5935 407 0,'0'0'2'16,"0"0"-2"-16,-7 35 10 0,0-18 17 16,0 1-7-16,-1-1-5 15,-1 2-10-15,2-1-4 16,-3 1 0-16,0-3-3 15,0 0-55-15,1-7-153 16</inkml:trace>
  <inkml:trace contextRef="#ctx0" brushRef="#br0" timeOffset="4801.04">22919 6117 292 0,'0'0'35'15,"0"0"34"-15,0 0-36 0,0 0 13 16,0 0-3-16,-5 38-3 16,5-20-9-16,0 2-7 15,0 3-10-15,0 0-9 16,2 0-2-16,0 0-2 15,-1-3 0-15,0-3-1 16,0-2 1-16,-1-2-3 0,0-6-31 16,0-4-82-16,0-3-104 15</inkml:trace>
  <inkml:trace contextRef="#ctx0" brushRef="#br0" timeOffset="5064.37">23074 6353 496 0,'0'0'55'0,"0"0"-6"15,0 0-40-15,0 0 16 16,14 35-13-16,-10-22 9 15,-2 1-13-15,1 0-3 0,-1 1-4 16,-2 0 0-16,2-2-1 16,-2-2 0-16,0 0-1 15,0-3-26-15,0-4-58 16,0-3-42-16,-2-1-99 16</inkml:trace>
  <inkml:trace contextRef="#ctx0" brushRef="#br0" timeOffset="5236.68">23082 6249 488 0,'0'0'23'0,"0"0"4"15,0 0-22-15,0 0-5 16,0 0 0-16,0 0-1 15,0 0-104-15</inkml:trace>
  <inkml:trace contextRef="#ctx0" brushRef="#br0" timeOffset="5957.97">22188 6905 330 0,'0'0'6'0,"0"0"44"0,0 0-18 0,0 0-16 0,35-7-12 16,-2 5 8-16,13 1 18 15,13-3 4-15,13 0-12 16,13-1 3-16,9-2 2 15,6-1-5-15,3-2-2 16,1 0-4-16,-3 0-5 0,-7-1-1 16,-8 1-4-16,-9 0-2 15,-16 2-2-15,-14 1-1 16,-13 3-1-16,-17 3 0 16,-15 1-4-16,-7 0-50 15,-19 0-40-15,-14 3-184 0</inkml:trace>
  <inkml:trace contextRef="#ctx0" brushRef="#br0" timeOffset="6483.61">22564 7134 492 0,'0'0'22'16,"0"0"-20"-16,0 30 2 16,3-12 13-16,1 4 16 0,0 1 3 15,-1 2-11-15,-2 2-10 16,1-1-9-16,-1 0-1 15,-1-3-4-15,0-5 1 16,0-4-1-16,-1-5 0 16,-1-5 1-16,0-3-1 0,0-1 3 15,-1-1 2-15,1-9-2 16,0-3-2-16,2-4-1 16,0-5 0-16,0-4-1 15,8-2-1-15,3 1 1 16,3 1-1-16,1 3 1 0,3 5 0 15,-1 5 0-15,1 5 0 16,0 4 0-16,-2 4 0 16,2 0 0-16,-1 8-1 15,-3 5 1-15,0 1 0 16,-2 3 1-16,0 1 3 0,-2 0-2 16,-3-2-1-16,0 1 0 15,-1-2 0-15,-2-2-2 16,-4-4-51-16,0-5-103 15,-1-4-213-15</inkml:trace>
  <inkml:trace contextRef="#ctx0" brushRef="#br0" timeOffset="6926.27">21944 6665 419 0,'0'0'11'0,"0"0"24"0,0 0-27 0,-8 32 32 16,8-15-6-16,0 4-6 15,3-1-16-15,2 3-7 16,-2-2-3-16,0-1-1 16,-3-5 0-16,1-2-2 15,-1-4-19-15,0-5-64 0,-1-4-71 16,-3 0-129-16</inkml:trace>
  <inkml:trace contextRef="#ctx0" brushRef="#br0" timeOffset="7111.36">21868 6575 330 0,'0'0'2'16,"0"0"27"-16,0 0-12 0,0 0-13 15,0 0-2-15,0 0-2 16,0 0-1-16,0 0-3 15,24-1-98-15</inkml:trace>
  <inkml:trace contextRef="#ctx0" brushRef="#br0" timeOffset="7357.09">22064 6697 350 0,'0'0'18'16,"0"0"52"-16,0 0-38 15,32-5 5-15,-19 3-21 16,0-1-9-16,1 3-5 16,-2 0-2-16,-2 0 0 0,-4 0-14 15,-2 4-80-15,-4 0-66 16</inkml:trace>
  <inkml:trace contextRef="#ctx0" brushRef="#br0" timeOffset="7487.96">22081 6763 236 0,'0'0'41'16,"0"0"-29"-16,0 0 49 16,29 2-17-16,-9-2-23 15,0 0-15-15,3 0-4 16,-1-4-1-16,0 1-4 0,-2-4-101 15,-3 0-113-15</inkml:trace>
  <inkml:trace contextRef="#ctx0" brushRef="#br0" timeOffset="7696.06">22331 6687 390 0,'0'0'35'0,"0"0"-5"15,0 0 18-15,0 0 7 16,0 0-14-16,16 28-18 16,-12-18-15-16,1 1-5 0,-1 1-2 15,-1 1-1-15,-2-3-7 16,-1-2-143-16,0-1-314 16</inkml:trace>
  <inkml:trace contextRef="#ctx0" brushRef="#br0" timeOffset="9232.24">22094 5487 115 0,'0'0'33'0,"0"0"9"0,0 0 5 0,0 0-10 16,0 0 2-16,0 0 15 15,0 0-9-15,0 0-10 0,0 0-15 16,-20-31-1-16,20 28-2 16,4-2-3-16,-1 0-2 15,4 2-6-15,-1-2-2 16,2-2-2-16,3 2-1 15,-1 1 0-15,2 0 0 0,-1 1-1 16,0 3 1-16,2 0-1 16,-3 0 0-16,2 2 0 15,-2 4 0-15,0 3 0 16,-3 2 0-16,1 0 0 0,0 1 1 16,-1 1 0-16,-3 2 0 15,-1-3 0-15,0 0 0 16,-1-3 0-16,-2-1 0 15,0-4 0-15,0-1-1 16,0-1 2-16,0-2 6 16,0 0 29-16,-4-2-29 0,0-3-6 15,0-3 0-15,-1 0-1 16,1-2-1-16,1-2 1 16,2-3 0-16,1-1-1 15,0-2 0-15,4 1 0 0,5 0-1 16,0 3 2-16,4 2-2 15,-2 4 2-15,2 3-2 16,1 3 1-16,0 2 0 16,0 0-1-16,0 5 1 15,-1 5-1-15,-1 0 1 0,-1 2 0 16,-1 1 0-16,-1 0 0 16,0-1 1-16,-4 1-1 15,0-1 0-15,-3 1-2 16,1-2-58-16,-3-3-58 15,0-4-163-15</inkml:trace>
  <inkml:trace contextRef="#ctx0" brushRef="#br0" timeOffset="30521.28">2214 4677 54 0,'1'0'80'0,"1"0"-61"0,-2 0 114 16,0 0-89-16,0 0-24 0,0 0 6 16,0 0-4-16,0 0-6 15,0 0-10-15,0 0-1 16,0 0-1-16,0 0-4 16,0 0 1-16,0 0-1 15,-3-2 1-15,-2 2-2 0,-3 0-2 16,-1 0 5-16,-1 0 2 15,0-1 7-15,2 1 5 16,-3-1 43-16,1 1-12 16,2 0-42-16,-2 0 0 15,0 0-5-15,2 0 0 0,-1 0 4 16,4 0 4-16,0 0-1 16,2 1 0-16,-1 0 10 15,1-1-9-15,0 0-7 16,1 2 0-16,-1 0 0 15,0 2-1-15,-1 3-1 16,-1 3-1-16,0 0 2 0,2 3 0 16,-1 0 0-16,1 0 0 15,1 1 0-15,0-1-3 16,2 0 3-16,-1 0 0 16,1 2 0-16,1 0 0 0,-1-2 0 15,0 4 1-15,0 0-2 16,4 0 2-16,-2 0-1 15,3 1-1-15,-2 0 1 16,2-1 0-16,0-2 0 16,0 0 0-16,0 0-1 15,0-2 1-15,0 0 0 0,-1-2 0 16,0 0 1-16,2 0-1 16,-3 0 0-16,0-1 0 15,2 0 0-15,0-1-1 16,-1 2 2-16,1 0-1 0,2 1-1 15,-3 1 1-15,3 1 0 16,0 0 1-16,-2 2-1 16,2 0 0-16,-2 1 0 15,0 0 0-15,0 0 1 16,0 1-2-16,0-1 2 16,-1 3-1-16,0-2 0 0,1 0 0 15,-1 2 0-15,-1-2 2 16,-2 0-2-16,2 0 0 15,-2 1 0-15,2-1 1 16,-3 0 0-16,2 1 3 0,-2 0-1 16,0 2-3-16,0 1 2 15,0-1-2-15,0 1 1 16,0 0-1-16,0-1 1 16,0 1-1-16,0 0 0 15,-2-2 0-15,-1 1 1 0,1 1 0 16,-1 0 4-16,0-1 0 15,-1 2-2-15,2-2-1 16,-1 1-1-16,2-2 2 16,-3 0-3-16,1-1 0 15,0 0 1-15,-1-3 0 16,-3 1-2-16,2-2 3 0,0-1-1 16,-2-2 0-16,1 1 1 15,-2-3 2-15,1 2-2 16,-2-1 0-16,-1-2-1 15,0 0 0-15,-2-2 0 16,1 1 0-16,-1-3 1 0,-1 0-1 16,-1-2 0-16,1-1 1 15,-2-1-1-15,0-1 1 16,0 0-1-16,-1 0 2 16,2-4-3-16,0 0 2 15,2 0-1-15,0-1 0 0,2-2 1 16,2 2 0-16,0-2 2 15,1-1 2-15,0 1 0 16,1-1-2-16,1 0 1 16,0 0-4-16,1 0 0 15,1 1-1-15,-2 1 0 0,3 0 0 16,0 2 1-16,1 0-1 16,1 1 0-16,-2 1 0 15,2 1 0-15,-1 1 0 16,1-1 0-16,0 1 0 15,0 0-2-15,0 0-1 0,0 0-2 16,1 0 1-16,4 0 1 16,2 2 1-16,1 3 0 15,1 0 0-15,1 2 2 16,0 0-1-16,0 2 1 16,-1 1 0-16,2-2-1 0,-1 2 2 15,-2 0-2-15,-1 0 1 16,2 0 1-16,-3 0 0 15,2 2-1-15,1-1 0 16,-2 1 1-16,1-1-1 16,-1 3 0-16,0-1 0 15,-1 1 0-15,1 1 1 0,-2-1 0 16,1 2 3-16,0-1-2 16,0 3 0-16,1-1 0 15,-2 2-1-15,0 1 1 16,0-1-3-16,-1 2 2 15,-1 0 0-15,0-1-1 0,-1 1 1 16,0-1 1-16,-1 0-2 16,1 2 0-16,-2-1 1 15,0 1 0-15,0 0-2 16,0 0 3-16,0 0-2 0,0 1 1 16,1 1-1-16,-1-2 1 15,0 4-1-15,0-1 1 16,-1 2-1-16,-2 1 1 15,1-1 0-15,-2 2-2 16,1-1 2-16,-2-1 0 16,0 1-1-16,0-1 1 0,0 1 0 15,0-1 0-15,0 0 2 16,0-1 0-16,1-1-2 16,1-2 3-16,0-2-3 15,1 1 0-15,0-2 0 16,2-1-1-16,-1 0 0 0,2 0 0 15,-1 0 0-15,0 0 0 16,0-2 1-16,0 1-2 16,0-1 2-16,0-1-1 15,0 0 0-15,0-1 1 16,0 0 2-16,2-1 2 0,-1 0-3 16,2 1 0-16,-2 0 0 15,1 0-1-15,-1 2-1 16,1-3 2-16,0 3-1 15,0-3 0-15,-1 2 1 16,2-2 7-16,-1 0-3 0,0 0-2 16,0-2-2-16,1 2 5 15,0-3-1-15,1 1-4 16,1-1-1-16,0 0 0 16,1 0 0-16,1 1 0 15,2-3 0-15,1 3 1 16,-2-1-1-16,2-1 0 0,0 0 1 15,0-2 1-15,1 0-3 16,0-1 1-16,1-2 0 16,1 1 0-16,-1-1 4 15,1-1 1-15,-1-1-1 0,1 2-3 16,1-3 1-16,-1 0-2 16,1 1 0-16,-1-3 1 15,0 0 0-15,1 0-3 16,-1 0 5-16,2-1-2 15,1-5 2-15,-2 0-1 16,3-1 0-16,-2 2 0 0,1-3-2 16,-2 1 1-16,-1 1-1 15,-2 0 0-15,-2 2-1 16,-1-1 1-16,-3 3 0 16,-2 0 1-16,-1 0-1 15,-1 1 0-15,-1 1 2 0,0 0 1 16,0 0-3-16,0-3 1 15,4-4-8-15,2-9-54 16,1-11-57-16,2-12-112 16</inkml:trace>
  <inkml:trace contextRef="#ctx0" brushRef="#br0" timeOffset="34529.28">2740 4744 130 0,'0'0'24'0,"0"0"20"0,0 0-23 0,0 0-3 15,0 0 0-15,0-28 5 16,0 25 1-16,-1 0-11 15,-2 1 8-15,0 0 10 16,0 1-9-16,0-1-2 16,-1 2-4-16,0 0-3 0,-2 0-4 15,1 0-2-15,0 0-4 16,0 0 2-16,-1 0-4 16,2 0 1-16,0 2-2 15,-2-2 2-15,2 1 1 16,-2 0-1-16,1-1 0 15,-1 1 0-15,0-1 2 0,0 2 4 16,0-1-1-16,2 1-2 16,-2 0 4-16,3-1-4 15,-1 1-1-15,1 0-3 16,2 0 0-16,-1 0-2 16,1-1 2-16,-1 2-2 0,1 2 1 15,1-2 0-15,-3 0 0 16,2 1 0-16,-1 1 0 15,1 1 0-15,-3 1 0 16,1 1 0-16,-1 4 1 0,0-1-2 16,0 3 2-16,-1 0-1 15,1 0 0-15,0 2 0 16,0-1 0-16,1-1 1 16,1-1-2-16,1 0 0 15,-1-2 1-15,2 1 0 16,0-2 0-16,0 1-1 0,0-1 1 15,0 0-1-15,5-2 0 16,-2 2 0-16,1 0 0 16,2 0-2-16,-1 0 3 15,0 0 0-15,0 3 1 0,1-1 0 16,0 3-1-16,1 0 0 16,-2 1 1-16,0-1 1 15,-2 1 2-15,1-1-2 16,1 0 0-16,-1 0-2 15,0-2 2-15,1 1-2 16,-2 2 2-16,3-3-1 0,-3 2 0 16,0-2 1-16,-1 2 0 15,1-2-1-15,-1 0 0 16,-2 1 0-16,0-1 1 16,0 0-1-16,0 2 0 15,0-2 1-15,1 1-1 0,-1-2-1 16,0 2 0-16,-1-1 1 15,-1-1 0-15,-1 0-1 16,-1 0 2-16,1 0-1 16,0 0 0-16,-2-1 1 15,-2-1 0-15,2 0 0 0,-3 0 3 16,3-3-2-16,-2 1 3 16,1-2 1-16,0-1 4 15,-1 0-2-15,-1-2-4 16,1-1-2-16,-1 0 0 15,-1 0-2-15,0-1 1 0,1-1 0 16,-3 0 0-16,1 0-1 16,0 0 0-16,0 0 1 15,2-3-1-15,1 1-1 16,-2 1 1-16,3-1 0 16,1 1 1-16,0 0 1 15,1-2-1-15,2 3 1 0,1-2 4 16,-1 1-3-16,1 1-3 15,1-1 1-15,0 0-1 16,0 1-1-16,0 0 1 16,0-1-2-16,0 1 1 15,0 0 0-15,0 0-3 0,0 0 5 16,0 0-4-16,-2-1 1 16,2 1 1-16,0 0-1 15,0 0-2-15,0 0 1 16,0 0 0-16,5 1 1 15,0 3 1-15,2 1 0 0,0 2 0 16,1-1 0-16,-2 1 0 16,1 1 0-16,-1-1 0 15,0 3 0-15,-1-2 0 16,2 3-1-16,-2 0 1 16,1 0 0-16,0 2 1 0,1 1-2 15,-3-1 1-15,3 1 1 16,-2 0-1-16,0-1 0 15,0 1 0-15,-1 0 0 16,0 1-1-16,0 0 2 16,-3 1-1-16,3 2 0 0,-3-1 0 15,1 1 1-15,0 0-1 16,-1 0 0-16,-1-1 0 16,0 1 0-16,1-3 0 15,0 0 1-15,-1 1-1 16,0-1 0-16,0 0 0 0,2-1 0 15,0-1 0-15,-2 2 0 16,1-1 0-16,-1-2 0 16,0 1 0-16,0 1 0 15,2-1 1-15,-2 1-1 16,0 0 0-16,0-1 0 0,1-2 0 16,0 0 0-16,1-3 0 15,-1 0 1-15,2-2-2 16,-1 1 1-16,2-2 0 15,-1 0-1-15,1 1 2 16,0-2 2-16,1 2 1 0,2-1 0 16,-2-1-3-16,0 2 0 15,0-1 0-15,0 0 0 16,0 0 0-16,0 0-1 16,1 1 2-16,0-2-2 15,-2 1 1-15,2 0-1 16,-2-2 1-16,2 1-1 0,0-1 1 15,1-1 2-15,2 0 5 16,-2 0-2-16,0 0 2 16,3 0-3-16,-1-1 0 15,1-1-3-15,-1 2 3 0,1-2 0 16,-2 2-4-16,1-2 4 16,1 1-1-16,-3-1 0 15,2 0 0-15,-2 0 1 16,-1 0 0-16,1 0 0 15,0 0 0-15,-2 0 0 16,0 0-2-16,-2 0 0 0,0 0-2 16,0 0 0-16,-2 0 2 15,1 0-2-15,-2 0 2 16,0 0 0-16,0 0 3 16,0 0 5-16,0 0-2 15,0 0-2-15,0 0-5 0,0 0-2 16,0 0 0-16,0 0 0 15,0 0-1-15,0 0-1 16,0 0 0-16,1 2-6 16,1-2-37-16,0 1-37 15,-2-1-101-15</inkml:trace>
  <inkml:trace contextRef="#ctx0" brushRef="#br0" timeOffset="42730.53">2547 4500 91 0,'0'0'-2'0,"0"0"12"0,0 0 30 0,0 0-4 0,0 0-26 15,0 0 14-15,0 0 14 0,0 0-5 16,0 0-10-16,0 0 4 16,0 0 6-16,0 0-7 15,-26-2-15-15,24-1-1 16,0 0-1-16,-1-3-1 15,0 0 1-15,-1-2 5 0,-1-2-4 16,-2-4 1-16,1-5-4 16,-1-4 4-16,-1-7 4 15,-1-6-2-15,0-8 2 16,0-5 4-16,1-5-7 16,-2-2-9-16,1-4-1 15,1-1-1-15,-3 1 1 0,3 2-2 16,0 1 0-16,1 5 1 15,0 3 1-15,4 3-2 16,0 3 1-16,1 3-1 16,2 4 0-16,0 2 0 15,0 4 0-15,5 2 0 0,-2 4 1 16,0 3 0-16,0 2 0 16,-2 3 5-16,-1 2 8 15,0 5-2-15,0-1-3 16,0 4-1-16,0 2-3 0,0 1-2 15,0 0-2-15,0 3-1 16,0-2 0-16,0 2 0 16,0 0 0-16,0 0 0 15,0 0-2-15,0 0 1 16,0 0-4-16,0 0-9 16,0 0-14-16,0 0-5 0,0 0-36 15,0 0-37-15,-1-1-20 16</inkml:trace>
  <inkml:trace contextRef="#ctx0" brushRef="#br0" timeOffset="43665.09">2269 3354 28 0,'0'0'5'0,"0"0"-5"0,-32 11 0 0,21-6 6 16,-3-1 19-16,3 2-1 16,1 1 7-16,-2-1-8 15,2 1-14-15,0 0-3 16,0-1-2-16,1-1 0 15,1 0-4-15,-1 0 1 0,1 2 0 16,0 1 11-16,1 2 24 16,1 6-9-16,0 4-3 15,3 5-8-15,1 6-3 16,0 2-9-16,2 5 0 16,0 0-4-16,0-1 0 15,0-4 0-15,0-3-1 0,2-7 2 16,-2-7-2-16,0-6 1 15,0-7 0-15,0-3 4 16,0-6-1-16,0-9-4 16,-2-7 1-16,2-6 7 15,4-8-5-15,2-4-2 0,4-3 2 16,1-1-1-16,-1-1 3 16,1 4 14-16,1 3-8 15,-1 4 2-15,0 2 13 16,3 5-3-16,-3 3-9 15,4 6-5-15,0 3 2 0,0 3-3 16,1 2-5-16,-2 5 0 16,0 2-1-16,0 3-1 15,-3 0 0-15,-1 5 1 16,0 5 0-16,0 3 0 16,0 2 0-16,2 2-1 0,1 2 2 15,1 1 0-15,2 2-2 16,3-1 2-16,1 0-2 15,2-1 0-15,1-2 0 16,3-1 0-16,0-5 0 16,0-1-4-16,-6-6-117 15,-4-5-128-15</inkml:trace>
  <inkml:trace contextRef="#ctx0" brushRef="#br0" timeOffset="44736.73">1860 2545 180 0,'0'0'7'0,"0"0"12"16,0-34 2-16,0 26 6 15,0 2 11-15,0 1-7 16,0 1-10-16,0 3 0 0,0-1 0 16,-1 2-11-16,1 0-5 15,0 4-8-15,0 10 1 16,0 6 2-16,1 7-2 15,8 6 4-15,3 9-2 16,4 8 0-16,4 5 1 0,2 6 1 16,2 1 0-16,2 1-1 15,-2-3 0-15,-1-6 0 16,-2-7-2-16,-3-8 2 16,-2-8 1-16,-4-6-4 15,-3-5-24-15,-4-8-50 0,-5-5-12 16</inkml:trace>
  <inkml:trace contextRef="#ctx0" brushRef="#br0" timeOffset="46254.04">1691 2621 249 0,'0'0'13'0,"0"0"2"0,-22-33 11 0,19 18-11 15,3 0-9-15,0-3 0 16,0-1-4-16,8-2 0 16,4 0-1-16,4-1 1 0,3-1-1 15,5 2 1-15,1 2-2 16,2 1 0-16,3 7 0 16,2 2-1-16,0 6 1 15,-2 3-1-15,0 2 1 16,-2 9-1-16,-2 6 0 15,-3 4 1-15,-5 4 0 0,-3 3 0 16,-6 3 2-16,-2 2-2 16,-7 2 2-16,0 1-1 15,-4 2 2-15,-8 1-3 16,-1-2 1-16,-4 3 0 16,1-5-1-16,-3-4 1 0,2-4-1 15,2-4 1-15,2-6 1 16,1-6-2-16,2-1 0 15,3-7 1-15,2-1 1 16,2-2 0-16,3 0 7 16,0-5 6-16,1-2-10 0,10-3-3 15,2 0 6-15,5 1 10 16,2 4 6-16,6 4-3 16,2 1-1-16,4 8-10 15,2 6-6-15,1 6-2 16,2 1 1-16,-4-1-2 0,-1 1 0 15,-5-6-1-15,-4-3 0 16,-4-5 0-16,-4-6 0 16,-5-1 1-16,-2-3 0 15,1-8 0-15,-3-3 4 16,0-4-3-16,-2-4 1 0,2-2 0 16,-3-2 6-16,0-3 0 15,-2 1-2-15,0 0-3 16,-1-2 0-16,0 3 0 15,-5 2-2-15,-3 1 3 16,-1 5 4-16,1 5 0 0,-4 1 13 16,2 8-9-16,0 0-7 15,-2 5-3-15,4 0-1 16,-2 7-2-16,3 4-1 16,2 4 0-16,3 3 0 15,2 2-1-15,0 5 2 0,7 0-1 16,5 0 0-16,3 1 2 15,1-4-3-15,4-1 2 16,-1-4 0-16,3-4 0 16,-1-4 0-16,0-5-1 15,-3-4 0-15,1 0 0 0,-3-3-4 16,-3-7 1-16,-3-3 0 16,-3-4 1-16,-1-3 0 15,-5-5 1-15,-1-3 0 16,0-2 0-16,-3-1 1 15,-4 1 1-15,-1 2 0 0,0 3 1 16,-1 4 0-16,4 4 0 16,-1 4-1-16,2 3 1 15,1 4-1-15,1 1 1 16,0 3-2-16,2 2 0 16,0 0-2-16,0 7-3 15,0 1 2-15,4 2 3 0,4 1-2 16,2-1 0-16,4-3-4 15,0-4-1-15,5-2 5 16,1-1 2-16,0 0 1 16,2 0 0-16,0 0 0 15,-1 0 0-15,0 4-3 0,-4 6 4 16,0 2-1-16,-4 6 1 16,-2 2-1-16,-4 3 2 15,-2 0-2-15,-3 2 1 16,-2-2 0-16,1 0 0 15,-9-5 1-15,-4 0-2 0,-1-5-8 16,0-1-5-16,-3-5-1 16,1-6 8-16,2-1 5 15,2-3 2-15,1-11-1 16,4-5 1-16,3-6 1 16,3-3 1-16,0-3-2 0,5-1-1 15,5 1 1-15,0 3 2 16,1 1 30-16,1 6-29 15,0 3 2-15,-1 5 2 16,-4 3-2-16,3 7-4 16,-1 3-2-16,-1 0 0 0,4 9 1 15,0 3 0-15,2 4-1 16,-1 1 1-16,0 1-1 16,0 2 1-16,0-1-1 15,-3-1-24-15,-2-1-15 16,-2-1-33-16,-4-5-82 0,-1-3-62 15</inkml:trace>
  <inkml:trace contextRef="#ctx0" brushRef="#br0" timeOffset="46452.37">2665 2376 393 0,'0'-3'-12'0,"2"1"1"0,1 2-38 16,2 0 7-16,0 0-32 15,2 0-57-15</inkml:trace>
  <inkml:trace contextRef="#ctx0" brushRef="#br0" timeOffset="47627.13">3017 2348 19 0,'0'0'252'15,"0"0"-246"-15,0 0 27 16,-32-8-3-16,18 8 2 16,-1 0-10-16,1 1-5 15,0 6-1-15,-1 1 2 0,3 2-6 16,2 5-4-16,3 2-6 15,3 2-2-15,0 5 0 16,2 2-2-16,2 2 2 16,0 0 0-16,9-2 0 15,-1-2 0-15,2-3 0 0,4-8-1 16,-3-3 1-16,3-5-1 16,1-5 0-16,-2 0 1 15,-1 0 0-15,-4-8 1 16,1-3 0-16,-5-4 8 15,-1-4 14-15,-5-5 0 0,2-5-9 16,-5-3-5-16,-7-5-7 16,-1-1 1-16,-1-5-2 15,-2 0 1-15,-3 0-3 16,2 4 1-16,1 2 1 16,0 4 0-16,3 7 13 0,-1 6 19 15,4 7-16-15,-1 3-3 16,6 3 6-16,-1 4-9 15,3 1-8-15,2 2-3 16,1 0-3-16,0 8-3 16,4 4 3-16,5 8 0 0,3 7 2 15,2 5 0-15,2 5 1 16,2 1 0-16,3 3-2 16,0-1 2-16,-1-1 0 15,1-4 2-15,-1-3-4 16,-5-5 2-16,2-5 0 0,-4-5-1 15,-2-4 2-15,-1-4-1 16,-1-2-1-16,-4-5 0 16,0-2-1-16,-1 0 0 15,-3-8 3-15,-1-5 0 16,0-4 0-16,0-5-2 0,0-2-5 16,0-2 1-16,-3 1-1 15,-2 2-8-15,2 2 12 16,-3 3 2-16,3 4-1 15,2 4 4-15,-2 3 3 16,2 2 6-16,1 2-6 16,0 3-6-16,1 0-4 0,6 9 2 15,3 3 2-15,4 5 0 16,1 2 0-16,2 3 0 16,1 3 1-16,-1-1-2 15,0-1 1-15,-1-3 0 0,-2-3 0 16,-2-6 0-16,-3-5 1 15,-3-6-2-15,-2 0-1 16,-1-12 4-16,-3-5-1 16,0-4 0-16,-3-6 0 15,-3-3-1-15,-4-1 0 16,2 0-1-16,-1 3 1 0,1 2 0 16,1 5 1-16,2 5 2 15,0 4 5-15,1 4 6 16,3 4-2-16,1 2-2 15,0 2-8-15,0 0-5 16,2 8-1-16,6 5 4 0,2 2 0 16,2 3 0-16,0 1 0 15,1-1 0-15,2 0-2 16,0-3 3-16,0-2-2 16,1-3 0-16,0-2-19 15,-2-5-7-15,2-3-22 0,-2 0-23 16,-1-5-28-16,-3-6-59 15</inkml:trace>
  <inkml:trace contextRef="#ctx0" brushRef="#br0" timeOffset="48580.32">3460 2086 291 0,'-6'-7'20'0,"0"0"36"0,-1 2-19 0,2 1-15 0,-2 3-7 16,2 0-5-16,-3 1-3 16,1 0-3-16,-1 3-4 0,-2 5 0 15,0 2 0-15,-1 0 0 16,3 2 0-16,0 2 2 16,3 1 0-16,2 3 4 15,1 2-2-15,2 1 1 16,0 0-3-16,3 2-1 15,4 0-1-15,1-5 1 0,2-1 0 16,0-4-1-16,-3-5 0 16,2-3 0-16,-3-3 0 15,1-2 0-15,-3 0 2 16,0-7 0-16,-1-5 1 0,-1-4-1 16,-2-2 0-16,1-3 8 15,-1 1-3-15,0 1-1 16,0 2 6-16,0 3 10 15,0 4 4-15,0 2-15 16,0 3-4-16,0 1-4 0,0 4-2 16,3 0-4-16,1 0 3 15,3 3 0-15,2 5-1 16,1 3 2-16,0-1-2 16,0 3 1-16,3-1 1 15,1-1-2-15,-1-1 2 16,1-3-1-16,0-2 0 0,-1-4 0 15,2-1 0-15,-4 0 0 16,1-8 1-16,-4-3 0 16,-1-4-1-16,-1-3 2 15,-2-4 2-15,-1-4-2 16,-1-6 9-16,-2-4-10 0,0-4-1 16,-3-1 0-16,-6 0-3 15,-1 1 1-15,-1 2 0 16,-2 4 1-16,-1 4 1 15,0 3 1-15,-1 6 0 16,0 4 1-16,0 2 2 0,1 5 8 16,1 2-1-16,0 3-4 15,1 2-3-15,4 1-3 16,-1 2 0-16,4 0-2 16,0 0-1-16,5 6-1 15,0 5 0-15,0 4-2 16,3 4 3-16,6 6 2 0,6 7 0 15,0 5 0-15,5 4 0 16,2 3 1-16,1 0-1 16,3 0 1-16,0-3-1 15,0-6 0-15,2-6 1 16,2-6-2-16,0-7 0 0,2-9 0 16,2-7-22-16,-2-4-65 15,-5-18-148-15</inkml:trace>
  <inkml:trace contextRef="#ctx0" brushRef="#br0" timeOffset="60959.12">2772 6360 0 0,'2'-3'11'0,"-2"0"-9"16,1 1-1-16,1-2-1 15,-2 3 3-15,0-1 6 0,2 1 5 16,-2 1 7-16,0 0-3 16,0 0-8-16,0 0-8 15,0 0 4-15,0 0-4 16,0 0-1-16,0 0-1 15,2 0 0-15,-2 0 3 0,0 0 1 16,0 0 12-16,1 0-5 16,1 0-8-16,-1 0-3 15,2 0 1-15,0 0-1 16,-2 0 0-16,2 0-5 16,0 0-4-16,-2 0 5 15,1 0 3-15,-2 0 2 0,0 0 19 16,0 0 36-16,0 0-4 15,0 0-24-15,0 0-7 16,0 0-8-16,0 0 4 16,0-1 2-16,0 1-5 15,0 0-4-15,0 0-2 0,0 0-2 16,0 0 1-16,-2 0-2 16,1 0 0-16,1 0 1 15,-3 0 0-15,2 0-1 16,-1-1 1-16,1 1-4 15,-1 0 2-15,1 0 4 0,-2 0 4 16,2-2 0-16,-1 2-6 16,1 0 2-16,-1 0 0 15,0-1-1-15,0-1 1 16,1 2 1-16,-1 0-4 16,0 0-1-16,1-1-1 0,1 1 0 15,-2 0-1-15,2 0 1 16,0-1-1-16,0 1 0 15,0 0 0-15,-2-2 1 16,1 1 0-16,0-2-1 16,0 2 0-16,-2-2 2 0,1 1-1 15,1 1 1-15,-3-1 0 16,1-1-1-16,1 2 1 16,-2 0 0-16,1 0-2 15,0-1 1-15,0 2-2 16,1 0-1-16,-1 0 0 15,-1 0 0-15,1 0 0 16,0 0 1-16,-3 0-2 0,3 0 2 16,-2 0-1-16,1 0 0 15,1 0 0-15,0 0 0 16,-1 2 0-16,1-1 1 16,0-1-1-16,2 2-1 0,-2-2 1 15,0 2 0-15,2-1 0 16,-2 1-1-16,0 1 1 15,2-1 0-15,-2 0-1 16,-1 1 1-16,2 1 1 0,-2 0-2 16,-1 1 1-16,1 0 0 15,-1 2 0-15,0-1 0 16,0 0-1-16,0 1 1 16,0 0 0-16,0-1 0 15,2 1 0-15,-3 1 0 16,3-2 0-16,-2 0 0 0,2-1 0 15,-1 1 0-15,1-2 0 16,1 1 0-16,-1 1 0 16,0-1-1-16,1 1 1 15,0 0 0-15,-1 1 0 16,0-1 0-16,3 1-1 0,-3-1 1 16,2 3 0-16,-1-1-1 15,2 0 1-15,-1 2-1 16,-1 0 1-16,2 2 1 15,0-1-3-15,0 1 3 16,0 0-2-16,0-1 0 0,0 1 1 16,2 0-1-16,1-1 1 15,1 0-1-15,-1 2 1 16,4-1-1-16,-2 0 1 16,0 1-1-16,1 0 0 15,0 0 1-15,1 0 0 0,-1 0 0 16,-1 1 0-16,1-1-1 15,0 3 1-15,0-3 1 16,-1 1-2-16,0 0 2 16,-1-2-2-16,1 1 1 15,-2-2 1-15,1-2-2 0,-1 1 1 16,-2-2 1-16,2 2-1 16,0-2-1-16,-2 2 2 15,1-1-1-15,-1 1 0 16,2 1 0-16,-2-1 0 15,1-1 0-15,-1 0 0 16,-1 1 0-16,2-2 0 0,-2-1 0 16,0 2 1-16,0-1-1 15,0 1 0-15,0-3 1 16,-2 2-1-16,-1-2 1 16,-1 0 0-16,1 0 0 15,-3-2 0-15,2-1 0 0,-3 0 1 16,1-1-1-16,1-1 4 15,-2-1 1-15,0 0 2 16,-1 0-2-16,-1 0-3 16,0-5-1-16,0 1-1 15,1 0-1-15,-2-2 1 0,1 2 0 16,-1 0-1-16,0 1 1 16,2 0 0-16,-2 0 4 15,2 2 1-15,1 0 0 16,0-1-4-16,2 1-1 0,1-1 0 15,1 1-1 1,0 1 0-16,2-1 0 0,-1 1 0 16,1-1 0-16,1 0 0 15,0 0 0-15,0 0 0 16,0-1-1-16,0 2 1 16,0-2-1-16,0 1 1 0,0-1 0 15,0 1-3-15,2 0 2 16,0 1-1-16,1 0 0 15,2 0 1-15,-1 0 0 16,0 3-1-16,2 4 2 16,2 1 0-16,0 4 1 0,-1 1-1 15,2 2 1-15,-1 3-1 16,-2-1 0-16,1 1 0 16,0 0-1-16,0 0 1 15,-1-1 1-15,1-1-2 16,1 1 2-16,-1-1-1 0,0 1 0 15,-1-1-1-15,0 1 1 16,1 1 0-16,1-1 0 16,-3-1-1-16,1 1 1 15,1 0 1-15,-1-1-2 16,-2-1 1-16,2 0 0 0,-3 1 0 16,1-3 1-16,0 3-1 15,-1-2-1-15,0 1 2 16,-1 0-1-16,0-1 1 15,0 1 0-15,-1-1 0 16,-1-1 0-16,2 1 0 0,0 1-1 16,-1-2 1-16,3 3-1 15,-2-2 1-15,1 0-1 16,-2-1 1-16,3-3 0 16,-1 0-2-16,-1-2 2 15,-1-1-1-15,2-1 2 16,0-1-2-16,0 0 0 0,-2-1 1 15,3 2 0-15,-2-3 0 16,1 2 0-16,1-1 0 16,-1 0 0-16,0 1-1 15,2-1 1-15,0 2 1 16,0 1-1-16,2-2 0 0,-2 1 0 16,1 2 0-16,1-2 0 15,-1-1-1-15,0-1 1 16,1 0-1-16,-2-1 0 15,3 1 0-15,-1-3 0 16,-2-1 0-16,2 0 1 0,0 0 4 16,0 0 2-16,2-1 4 15,-1-3-1-15,2 0-4 16,1-2-2-16,-1 0-1 16,3-1 12-16,-3-1-11 15,0 1-3-15,0 0 0 0,-1 0-1 16,-2 1 0-16,-1 1 1 15,-1-1 0-15,-2 2-1 16,0 1 1-16,-3 0 1 16,1 1-2-16,-1 1 1 15,0 0-2-15,0 0-9 0,-2-1-17 16,-6-5-39-16,-2-4-94 16</inkml:trace>
  <inkml:trace contextRef="#ctx0" brushRef="#br0" timeOffset="69333.42">1074 5975 182 0,'0'0'23'0,"0"0"-18"0,0 0-4 0,-31-10-1 15,25 7 0-15,3 0 0 16,-1-1-1-16,1 1 0 16,2 3 1-16,-1-2-4 0,0 1-13 15,1-1-65-15</inkml:trace>
  <inkml:trace contextRef="#ctx0" brushRef="#br0" timeOffset="70171.8">1005 5902 210 0,'0'0'34'0,"0"0"32"0,0 0-7 16,0 0-26-16,0 0-6 16,0 0-7-16,0 0-7 15,-24-11-9-15,24 16-4 16,0 6 1-16,0 2 0 15,1 4 0-15,4 6-1 0,2 2 2 16,0 6 3-16,3 5 2 16,1 6 0-16,1 2 0 15,1 1-3-15,0 0-4 16,-1-1 3-16,-2-2-3 16,-1-3 2-16,-2-5-2 0,-4-3 1 15,0-4-1-15,-3-5 0 16,0-6 1-16,0-5 1 15,-5-5 1-15,-2-6 3 16,-3-1 18-16,-3-11-17 0,0-8-4 16,-4-5-2-16,-1-5 1 15,1-4 1-15,0-1 3 16,2-3 3-16,1 2 0 16,4 1 2-16,2 4-4 15,3 1 1-15,2 4 18 16,0 4-18-16,2 4-7 0,1 2-1 15,0 3 0-15,0 3 2 16,0 1-4-16,0 2 2 16,2 1-1-16,0 0 1 15,-2 2-1-15,1-1 1 16,-1 1 1-16,0 0-1 0,0 1 0 16,0 1 0-16,0-3 1 15,0 3-1-15,0-1 2 16,0 0-2-16,0-1-2 15,0-1 2-15,0 0 0 16,0-1 0-16,3-1 0 0,1-3 0 16,-1 2-1-16,2-5 1 15,0 3 0-15,0 1 0 16,-1 1 0-16,1-1 0 16,0 5 0-16,-2-1 0 15,4 2 0-15,1 0-1 16,3 1 0-16,2 1 0 0,0 1 0 15,3 0 1-15,1 0-1 16,0 7 1-16,2 4-1 16,1 5 1-16,0 6-1 15,4 4 2-15,0 7-1 16,2 5 0-16,0 3 0 0,2 1-1 16,0-1 1-16,-3-3 0 15,-1-5-1-15,-2-7 0 16,-4-5 1-16,-4-5 0 15,-3-5 0-15,-2-3 0 0,-5-2 0 16,-1-2 0-16,0-2 0 16,-3-1-10-16,0 2-20 15,0-2-11-15,-10-1-87 16,-4 0-163-16</inkml:trace>
  <inkml:trace contextRef="#ctx0" brushRef="#br0" timeOffset="70512.06">950 6373 447 0,'0'0'2'0,"0"0"4"0,-5-28 13 16,6 18-12-16,10-2-4 16,2-1-3-16,4-2 0 0,6-3 1 15,4-3-1-15,3-4 0 16,4 0 0-16,-4-1-2 15,-1-1-64-15,-9 1-140 16</inkml:trace>
  <inkml:trace contextRef="#ctx0" brushRef="#br0" timeOffset="71652.14">2651 5184 94 0,'0'0'175'0,"0"0"-126"0,0 0-7 15,0 0-22-15,0 0-10 16,-28 20-9-16,28-4 1 0,0 6 1 16,0 4 4-16,6 5 5 15,4 3-10-15,2 1-1 16,2 1 0-16,1-2-1 16,0-4 0-16,2 0 0 15,-2-5 1-15,0-4-2 0,-4-3 2 16,0-3-1-16,-1-3 0 15,-5-4-9-15,-3-5-70 16,-2-3-21-16,-2 0-116 16</inkml:trace>
  <inkml:trace contextRef="#ctx0" brushRef="#br0" timeOffset="72399.14">2536 5313 318 0,'0'0'27'0,"0"0"20"15,0 0-20-15,0 0 2 0,-14-27-15 16,14 19-12-16,4 3 0 15,2-3-2-15,6-1 0 16,0 0 0-16,3-3-1 16,2 2 2-16,1-1-1 15,2 1 1-15,0 0-2 0,1 5 1 16,-1 0-1-16,-3 5 0 16,-1 0 0-16,0 0 0 15,-3 5 1-15,-2 2 2 16,1 1 2-16,-3 0-1 15,-5 2-1-15,-1 1-1 0,-3 3 0 16,0 1 1-16,-4 1 1 16,-6 2-2-16,-4 2 0 15,3-2 0-15,-5 0-1 16,2-2 1-16,0-2-1 16,2-3 1-16,3-2-1 0,0-2 1 15,4-1 0-15,0-3 0 16,3-2 0-16,2 0 0 15,0-1 0-15,0 0-1 16,4 0 0-16,3-2 0 16,3-6 1-16,3 0 2 0,2-2-1 15,2 0 0-15,0-3-1 16,0 6 2-16,2-1-5 16,-2 5 5-16,2 3-3 15,-3 0 2-15,0 1-2 16,-3 6 0-16,0 3 0 0,-1 3 4 15,-2 0-2-15,-2 0 3 16,-1 2-1-16,-2-1 1 16,-1-1 4-16,-4 0 1 15,0 2-5-15,-3 0-1 16,-4-2 1-16,-5 2-3 0,-2 0 1 16,-4-1-2-16,0-2 0 15,-5-1 0-15,1-4 0 16,1-2-1-16,2-3-1 15,4-2-2-15,4 0-29 16,1-2-68-16,4-4-115 0</inkml:trace>
  <inkml:trace contextRef="#ctx0" brushRef="#br0" timeOffset="73368.57">2943 6644 112 0,'0'-5'176'0,"0"0"-109"16,0 3-26-16,-1-1-3 15,-2 3-12-15,2 0-10 16,-2 0-5-16,1 0-8 0,1 0-2 16,-2 0-1-16,2 0 1 15,-1 0-1-15,-2 0-1 16,0 0 1-16,-2 2-1 15,-1 1 1-15,-2 5 0 0,-1-1 1 16,0 3-1-16,-2 0 4 16,1 1 17-16,1-1 5 15,1 2 1-15,0-1-8 16,2 4-7-16,1 2-8 16,2 1 1-16,0 5-4 0,2-3-1 15,2 3 0-15,0-2 1 16,3-1 0-16,4-3-1 15,2-1-1-15,2-2 1 16,1-3-1-16,1-3 3 0,1-3-2 16,1-3 1-16,0-2-1 15,0 0 2-15,-1-6-1 16,1-1 0-16,-2-3-1 16,-1 2 1-16,-2 0-1 15,-2-1-5-15,-1 1-23 16,-2-1-43-16,-4 1-57 0,-1-2-179 15</inkml:trace>
  <inkml:trace contextRef="#ctx0" brushRef="#br0" timeOffset="74975.83">1067 9267 173 0,'0'0'69'0,"0"0"-43"16,0 0-20-16,0 0-5 15,0 0 0-15,-7 36 1 16,7-24-1-16,-1 1 1 0,1 5-1 16,0 2 0-16,0 5-1 15,3 6 0-15,1 4 1 16,2 5-1-16,-1 5 1 15,1 1 0-15,0 1 1 16,1 1-1-16,-2-4 2 0,-1-4-1 16,0-4 1-16,-2-5-3 15,-1-6 4-15,1-8 0 16,-1-4 33-16,-1-6-19 16,0-2-10-16,0-5 15 15,0 0 15-15,0-5-5 0,-3-10-21 16,0-7-9-16,-1-9-2 15,-2-6 1-15,0-7-2 16,1-6 1-16,-2-2-1 16,2-2 0-16,0 3 1 15,1 2-1-15,3 6 0 0,1 5 1 16,-2 7 11-16,2 5 8 16,0 6-5-16,0 3-6 15,2 4-5-15,1 3-2 16,-1 3-1-16,0 3-1 15,1 0-1-15,-2 3 2 0,1 1-2 16,1 0-1-16,1 0 1 16,2 4 0-16,4 5 0 15,2 4 1-15,2 5-1 16,2 2 2-16,4 6-2 16,3 6 1-16,3 4 1 15,3 3 2-15,4 1 0 0,0 2-2 16,2-1 0-16,-4-5-1 15,-3-4 1-15,-1-6-1 16,-6-6 1-16,-3-6-1 16,-6-5 0-16,-4-2 0 0,-3-4 0 15,-1-3 1-15,-3 0-1 16,-1 0-6-16,0-7-17 16,0-2-24-16,-1-1-29 15,-6-2-43-15,-2-1 4 16</inkml:trace>
  <inkml:trace contextRef="#ctx0" brushRef="#br0" timeOffset="75348.38">1108 9688 187 0,'0'0'5'0,"0"0"31"0,0 0-12 16,0 0-5-16,-27 11-13 15,23-9-6-15,1 0 1 16,2-2-1-16,0 0 0 0,1 0 1 15,0 0 0-15,0 0 1 16,7-3 5-16,2-4 10 16,1-1-2-16,3-2 0 15,4-3-2-15,3-1-6 16,2-2-3-16,-1 1-1 0,3-1-3 16,0 0 0-16,-3 1-12 15,1-2-42-15,0 0-42 16</inkml:trace>
  <inkml:trace contextRef="#ctx0" brushRef="#br0" timeOffset="75629.62">1578 9260 301 0,'0'0'16'0,"0"0"30"16,0 0-29-16,0 0 10 16,0 0-1-16,0 0-13 15,0 0-2-15,0 0-4 16,0 0-5-16,14-3-2 0,-4-1 0 16,3-1 1-16,3 1-1 15,2-3 0-15,-1 3-11 16,0 1-36-16,-1 0-27 15,-4 2-34-15,-4 1-40 16</inkml:trace>
  <inkml:trace contextRef="#ctx0" brushRef="#br0" timeOffset="75815.28">1619 9458 322 0,'0'0'30'0,"0"0"27"16,0 0-35-16,0 0-9 16,0 0-10-16,27-18 0 15,-4 3 0-15,6-3-2 0,-1 0-1 16,3-2-11-16,-4 0-99 16,-4-1-203-16</inkml:trace>
  <inkml:trace contextRef="#ctx0" brushRef="#br0" timeOffset="76251.17">2101 8600 253 0,'0'0'102'0,"0"0"-75"16,0 46-27-16,7-15 3 15,5 7 6-15,1 10 5 16,4 3-7-16,3 4-4 16,-1 0-2-16,1-1 0 0,-1-3 0 15,-3-3 1-15,-1-7-10 16,-5-6-59-16,-3-10-71 15</inkml:trace>
  <inkml:trace contextRef="#ctx0" brushRef="#br0" timeOffset="77012.28">2067 8695 427 0,'0'0'6'16,"0"0"23"-16,0 0-10 15,0 0-4-15,-24-33-13 16,24 27-1-16,0-1-1 0,5-3-3 16,5 0 0-16,5-3 2 15,2 1-2-15,1-1-1 16,4 3 3-16,3 2-3 16,-1 3-2-16,2 3 5 15,0 2 2-15,0 2-2 0,-4 8 2 16,-2 3 0-16,-4 5-1 15,-5 3 0-15,-2 3 0 16,-6 1-1-16,-3 3 0 16,0 0-3-16,-7-2 0 15,-3 2 1-15,-3-3 1 0,0-5 0 16,-1 0 1-16,0-4 2 16,1-4-2-16,2 0 1 15,2-3 0-15,2-3 1 16,2 0-1-16,2-4 2 15,1-1 0-15,2-1-2 0,0 0 0 16,9 0-2-16,2-2 4 16,5-4-2-16,4-2 1 15,2 2 3-15,2 1-3 16,3 2 2-16,0 3 0 16,-2 0-1-16,3 5-1 15,-7 7-1-15,1 3 0 0,-6 3 1 16,-3 2 1-16,-7 3-1 15,-5 0 0-15,-1 3 1 16,-8 2 1-16,-7-1 1 16,-7 1 0-16,-3 0 0 0,-3-3-2 15,-4-2 1-15,2-3 0 16,-2-4 7-16,2-5 16 16,1-4-14-16,6-3-6 15,3-4-6-15,4 0 0 16,10 0 0-16,4-2-9 15,2-7-60-15,10-4-60 0,4-4-55 16</inkml:trace>
  <inkml:trace contextRef="#ctx0" brushRef="#br0" timeOffset="77437.96">2633 8842 199 0,'0'0'10'0,"0"0"3"0,-27 15 9 0,20-13 36 16,4-1-26-16,1 0-14 0,2-1 4 16,0 0-5-16,4-1 0 15,6-4-14-15,5-3 0 16,4-2 2-16,6-3 1 15,0 0-2-15,5-1-3 16,0-1 0-16,0-1 0 0,-1 0-1 16,-4-1 3-16,-3 4-2 15,-3 0-3-15,-5 2-32 16,-4 0-25-16,-5 1-56 16,-3 2 4-16</inkml:trace>
  <inkml:trace contextRef="#ctx0" brushRef="#br0" timeOffset="77770.73">2681 8618 430 0,'0'0'15'0,"0"0"35"0,0 0-25 16,0 0-3-16,0 0-18 16,0 0-6-16,0 0 2 15,0 0 2-15,32 46-1 16,-16-18 0-16,1 5 0 16,-1 3 1-16,-2 2-1 15,1-3-1-15,-2-3-1 0,-2-2 1 16,-1-6-14-16,-3-7-34 15,0-4 33-15,-3-5-40 16,-3-8-43-16,-1-2-65 16</inkml:trace>
  <inkml:trace contextRef="#ctx0" brushRef="#br0" timeOffset="78253.02">3236 8248 477 0,'0'0'16'0,"0"0"-8"0,-28 0-5 0,18 0 1 16,0 3 0-16,-1 2-4 16,0 3 0-16,-2 3 0 15,-1 3 0-15,0 4-1 16,3 5 1-16,-1 3-1 15,4 2 3-15,3 3 16 0,2 0 0 16,3 3-1-16,2-2-4 16,4-1-4-16,8-1-1 15,0-3-5-15,5-4-2 16,3-5 0-16,3-5-1 0,0-10 3 16,4-3-2-16,-1-11-1 15,2-12-7-15,-1-6-17 16,-5-7-40-16,-3-5-67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0:40:03.058"/>
    </inkml:context>
    <inkml:brush xml:id="br0">
      <inkml:brushProperty name="width" value="0.05292" units="cm"/>
      <inkml:brushProperty name="height" value="0.05292" units="cm"/>
      <inkml:brushProperty name="color" value="#FF0000"/>
    </inkml:brush>
  </inkml:definitions>
  <inkml:trace contextRef="#ctx0" brushRef="#br0">18253 2477 152 0,'0'0'10'0,"-2"0"52"0,-2-2-5 15,1 1-7-15,0-1-21 16,1 1-5-16,0 0-1 16,-1-1-4-16,2 1-4 0,0 0-1 15,0 0 1-15,1 1-2 16,0-1-1-16,0 1-1 15,0 0-9-15,0 0-7 16,0 0-3-16,5 0 10 16,3 6 12-16,4 3-1 0,4 2 1 15,3 6-9-15,3 4 1 16,1 1-2-16,2 3-2 16,0 1-1-16,-1-2 1 15,-3-1-2-15,-1-2 1 16,-3-2-1-16,-4-4 0 15,-4-5 0-15,-2-1 2 0,-3-4-2 16,-2-2 1-16,1-2 0 16,-3-1-2-16,0 0 1 15,0 0-9-15,-7 0-43 16,0-6-72-16</inkml:trace>
  <inkml:trace contextRef="#ctx0" brushRef="#br0" timeOffset="577.29">18626 2479 149 0,'0'0'49'0,"0"0"-24"0,0 0-9 16,0 0 24-16,0 0 11 15,0 0-18-15,0 0-12 16,0 0-5-16,0 0-2 16,0 0-5-16,0 0-3 15,-11 2-1-15,4 4-2 16,-2 1-1-16,-2 4 2 0,-1 4 3 15,-2 1 6-15,1 3 4 16,-2 2-7-16,1 0-4 16,1-1-1-16,2 0 0 15,-2-1-4-15,5-3-1 16,0 0 1-16,2-7 0 0,0 2-1 16,2-5 1-16,2 0-1 15,0-3 1-15,0 0-1 16,-1 0-8-16,2 1-27 15,-3-2-24-15,2 1-60 0,-3 0-93 16</inkml:trace>
  <inkml:trace contextRef="#ctx0" brushRef="#br0" timeOffset="1207.49">18417 2748 189 0,'0'0'53'0,"0"0"-24"15,0 0 11-15,0 0 1 16,0 0-15-16,0 0-13 16,0 0-6-16,0 0 1 0,0 0 5 15,0 0 7-15,18-22 1 16,-18 21-3-16,0-1 4 15,0 2 8-15,0-1-1 16,0 0-7-16,0 1-2 16,0 0-4-16,0 0-3 15,0 0-8-15,0 4-7 16,0 7 0-16,2 4 4 0,-2 3 4 16,2 5-1-16,0 2-2 15,2 1 4-15,-2-1-1 16,0-3-1-16,0-1-4 0,-1-2 0 15,0-2-1-15,-1-5 2 16,0 1 2-16,0-4 0 16,0-1-1-16,0-2-1 15,0-1-1-15,-1 0 0 16,0-1-1-16,-1-1 1 16,2 1-1-16,-1-1 0 0,0 0 0 15,1 0-3-15,-2 0-18 16,1 2-13-16,-1-1-34 15,-1-1-49-15,1-1-83 16</inkml:trace>
  <inkml:trace contextRef="#ctx0" brushRef="#br0" timeOffset="1941.28">18582 3020 284 0,'0'0'83'0,"0"0"-24"0,0 0-28 15,0 0-20-15,0 0-2 0,0 0 25 16,7 35-6-16,-7-16-12 15,2 3-5-15,-1 0-4 16,1-2-4-16,-1-1-1 16,0-1-2-16,-1-4 2 15,2-3-1-15,-1-2-1 0,-1-3 0 16,0-3-18-16,0-1-33 16,0-2-14-16,0 0-14 15,-3-5-54-15,-1-6-102 16</inkml:trace>
  <inkml:trace contextRef="#ctx0" brushRef="#br0" timeOffset="2145.55">18565 2857 392 0,'0'0'29'0,"0"0"43"16,0 0-19-16,0 0-12 16,0 0-17-16,0 0-19 15,0 0-6-15,0 0-1 0,28-10-17 16,-20 15-54-16,-3-4-42 16,-1-1-87-16</inkml:trace>
  <inkml:trace contextRef="#ctx0" brushRef="#br0" timeOffset="2627.43">18828 2764 390 0,'0'0'18'0,"0"0"16"0,0 0-28 0,42-16 4 16,-20 12 5-16,6 1-6 15,3 0-5-15,1 1-1 16,1-1-2-16,-3 3 0 15,-2-2-1-15,-6 2 1 16,-2 0-1-16,-8 0-1 0,-2 0-8 16,-2 0-9-16,-5-2-15 15,-2-1-14-15,-1-3-24 16,0-2-116-16</inkml:trace>
  <inkml:trace contextRef="#ctx0" brushRef="#br0" timeOffset="3040.44">19384 2470 257 0,'0'0'33'0,"0"0"25"16,0 0-16-16,0 0-1 15,0 0-17-15,0 0-19 0,0 0-8 16,0 0 4-16,30 15 6 15,-10-2 4-15,4 2-2 16,-1 2-6-16,1-1-3 16,-1 1 1-16,-3-1-1 15,-2-4 0-15,-2-1-7 16,-4-2-18-16,-4-2-17 0,-3-3-17 16,-2-2-54-16,-3-2-18 15</inkml:trace>
  <inkml:trace contextRef="#ctx0" brushRef="#br0" timeOffset="3364.49">19750 2456 244 0,'0'0'27'0,"0"0"-15"15,0 0-3-15,0 0 17 0,0 0-7 16,0 0-5-16,0 0 1 16,0 0-5-16,-24 35 1 15,12-22-2-15,-1 1-5 16,0 1-2-16,-1-1-1 15,0 2 0-15,1-2 1 0,2 0-1 16,0-1-5-16,3-3-38 16,1 0-64-16,3-4-7 15</inkml:trace>
  <inkml:trace contextRef="#ctx0" brushRef="#br0" timeOffset="3736.42">19585 2650 193 0,'0'0'35'0,"0"0"23"15,0 0 17-15,0 0-22 16,0 0-12-16,0 0-10 16,0 0 3-16,27 40-8 15,-23-20-7-15,0 1-2 16,-1 7-9-16,0 0 9 16,-2 2-8-16,1-2-4 0,-1 0-3 15,1-5-1-15,-1-4-1 16,-1-5 1-16,1-4-1 15,1-2 2-15,-1-4-11 16,-1-4-31-16,0-2-26 0,0-11-40 16</inkml:trace>
  <inkml:trace contextRef="#ctx0" brushRef="#br0" timeOffset="4139.96">19332 2292 348 0,'0'0'8'0,"0"0"38"0,0 0-7 16,0 0-2-16,0 0-19 16,0 0-15-16,0 0-2 15,47-23 2-15,-20 23 3 0,5 0 1 16,2 0-4-16,-1 0-2 15,-3 2-1-15,-2 1 0 16,-2 0 0-16,-3-1-1 16,-3-1-8-16,-1-1-13 15,-2 0-15-15,-1 0-37 0,-4-4-92 16</inkml:trace>
  <inkml:trace contextRef="#ctx0" brushRef="#br0" timeOffset="4472.02">19866 2717 283 0,'0'0'65'0,"0"0"-16"0,0 0-35 0,0 0 18 16,29 1-13-16,-16-1-16 15,2 0-2-15,-2 0-15 0,2 2-23 16,-5 0-23-16,0-1-58 16,-3 2-61-16</inkml:trace>
  <inkml:trace contextRef="#ctx0" brushRef="#br0" timeOffset="4684.52">19850 2872 322 0,'0'0'32'0,"0"0"-18"16,45 0-11-16,-20-2 9 16,4-3-9-16,3 2-2 15,1-3-23-15,-1-1-95 16</inkml:trace>
  <inkml:trace contextRef="#ctx0" brushRef="#br0" timeOffset="5193.6">20727 2297 313 0,'0'0'31'0,"0"0"18"0,0 0-42 0,0 0-4 0,31 16 18 16,-11-1 6-16,4 3-9 15,4 5-10-15,3 1-5 16,-5 0-2-16,0 0 0 16,-4-2-1-16,-3-5-1 15,-5-2-6-15,-4-5-9 0,-3-2-15 16,-3-3-26-16,-3-5-64 15,-1 0-62-15</inkml:trace>
  <inkml:trace contextRef="#ctx0" brushRef="#br0" timeOffset="5483.48">21202 2326 183 0,'0'0'144'15,"0"0"-93"-15,0 0-50 16,0 0-14-16,0 0 13 16,0 0 8-16,-26 34 14 0,9-18-4 15,-3 4-14-15,0 0-2 16,-2-1-1-16,0 0 2 15,4-3-3-15,0-1 2 16,4-2-2-16,1-2-1 16,4-2-14-16,2-4-51 15,2 0-87-15</inkml:trace>
  <inkml:trace contextRef="#ctx0" brushRef="#br0" timeOffset="5838.52">20985 2559 299 0,'0'0'62'0,"0"0"-34"0,0 0-11 16,0 0 24-16,0 0-17 15,0 0-5-15,0 0 0 16,11 40-7-16,-9-21-2 16,-1 4 1-16,1 4 9 0,-1 2-8 15,2 1-5-15,-2-1-4 16,2-3-1-16,0-3-1 16,1-6 0-16,-1-1-1 15,0-7 1-15,0 0 0 16,-1-3-1-16,-1-3-18 0,1 0-57 15,-2-1-28-15,0-2-68 16</inkml:trace>
  <inkml:trace contextRef="#ctx0" brushRef="#br0" timeOffset="6174.32">21171 2862 378 0,'0'0'55'16,"0"0"-16"-16,0 0-33 15,0 0 28-15,0 0-5 16,11 28-9-16,-10-17-11 16,1 3-5-16,-2 0-2 15,0 1-1-15,0-1-1 16,1 0 1-16,-1-4-3 0,0-2-33 16,1-1-23-16,1-5 25 15,-2-2-40-15,2 0-45 16,-1-2-24-16</inkml:trace>
  <inkml:trace contextRef="#ctx0" brushRef="#br0" timeOffset="6385.09">21175 2717 437 0,'0'0'12'16,"0"0"15"-16,0 0-18 16,0 0-9-16,0 0-1 15,0 0-1-15,0 0-41 0,0 0-77 16,10-7-91-16</inkml:trace>
  <inkml:trace contextRef="#ctx0" brushRef="#br0" timeOffset="6739.26">21398 2602 396 0,'0'0'33'0,"0"0"24"16,0 0-31-16,29-8-13 15,-12 8-9-15,5 0-3 16,3 0-1-16,4 0 1 15,-1 0-1-15,2 0-13 0,-1 0-39 16,-1 0-22-16,-2-3-77 16</inkml:trace>
  <inkml:trace contextRef="#ctx0" brushRef="#br0" timeOffset="7114.69">21952 2335 191 0,'0'0'112'0,"0"0"-39"16,0 0-38-16,0 0-28 16,0 0-5-16,37 13 7 0,-17 2-1 15,3 7 1-15,1 2-7 16,1 1-2-16,-3 0 1 15,-1-1-1-15,-2-4-23 16,-2-5-72-16,-4-5 3 0,-3-8-6 16</inkml:trace>
  <inkml:trace contextRef="#ctx0" brushRef="#br0" timeOffset="7378.65">22366 2351 347 0,'0'0'32'0,"0"0"-35"16,0 0 4-16,-16 30 13 15,3-15 5-15,-4 1-6 16,-2 1-9-16,-3 1-2 15,0 2-1-15,-1-2 0 0,2 0 0 16,2-1-2-16,3-4-29 16,4-1-85-16,6-6-23 15</inkml:trace>
  <inkml:trace contextRef="#ctx0" brushRef="#br0" timeOffset="7721.57">22202 2546 176 0,'0'0'78'16,"0"0"-27"-16,0 0-30 15,0 0 2-15,0 0 2 16,0 0-8-16,0 0-6 0,0 0 12 15,-3 19 1-15,3-7-9 16,0 3-5-16,0 5 11 16,0 5 2-16,0 2-13 15,0 1 3-15,0 3-8 16,0-3-2-16,1-3-2 16,1-4 0-16,-1-3 0 0,0-6 0 15,0-4 0-15,-1-3 0 16,0-2 0-16,0 0-8 15,0-2-39-15,0 1-31 16,0-1-44-16,0-1-50 16</inkml:trace>
  <inkml:trace contextRef="#ctx0" brushRef="#br0" timeOffset="8003.72">22333 2902 264 0,'0'0'178'0,"0"0"-144"0,0 0-35 16,0 0 6-16,0 0 10 15,5 33-2-15,-5-21-8 16,0 2-4-16,0-1 0 15,0 0 0-15,0-3-1 16,0 0-1-16,0-2-38 0,-1-3-31 16,1-2-27-16,0-3-42 15</inkml:trace>
  <inkml:trace contextRef="#ctx0" brushRef="#br0" timeOffset="8177.42">22316 2755 385 0,'0'0'33'0,"0"0"-1"16,0 0-27-16,0 0-4 15,0 0-3-15,0 0-4 16,0 0-131-16</inkml:trace>
  <inkml:trace contextRef="#ctx0" brushRef="#br0" timeOffset="8850.45">22157 1998 325 0,'0'0'32'0,"0"0"-19"0,0 0-15 0,0 0 4 0,0 0 2 15,-22 36-2-15,13-25-2 16,2-2 1-16,0-2-1 16,3-4 1-16,-2 0 0 15,3-3 4-15,0 0 3 16,2-3 8-16,1-5 7 15,0-2-12-15,0-2-7 0,4-1 0 16,3-2-4-16,0-1 2 16,-1 2-1-16,1 3 0 15,-1 1 2-15,-1 5 14 16,-2 1 13-16,1 4-8 0,2 0-17 16,-2 4-6-16,3 4 1 15,2 2 3-15,1 2 0 16,2 1-2-16,4-1 0 15,2 1 0-15,3-2-2 16,2 1 2-16,1-4-41 0,1-3-82 16,-1-5-166-16</inkml:trace>
  <inkml:trace contextRef="#ctx0" brushRef="#br0" timeOffset="10828.59">22722 2696 150 0,'1'0'17'0,"-1"0"-13"0,2 0-3 0,-1 0 6 16,1 0 6-16,-2 0 6 16,1 0 4-16,-1 0-1 15,0 0 1-15,0 0 1 16,0 1-3-16,0-1-7 0,0 0-4 16,0 0-6-16,0 0-5 15,0 0 0-15,0 0 0 16,0 3 3-16,0-1-3 15,0-1-27-15,1 1-52 16,2-2-68-16</inkml:trace>
  <inkml:trace contextRef="#ctx0" brushRef="#br0" timeOffset="11439.42">21545 3701 285 0,'0'0'28'0,"0"0"-4"0,40-10-6 16,-18 7 10-16,3 0-4 16,2 1-11-16,0 0-1 15,0 2-6-15,-3-2-3 16,-3 2-1-16,-3 0-2 16,-3 0 1-16,-3-1-1 15,-2-1 0-15,-3 0-5 0,-1-1-17 16,-2 0-26-16,-4-4-53 15,0 0-90-15</inkml:trace>
  <inkml:trace contextRef="#ctx0" brushRef="#br0" timeOffset="11752.38">21686 3527 304 0,'0'0'30'16,"0"0"52"-16,0 0-46 0,0 0-6 16,0 0-26-16,0 0-7 15,0 0 7-15,20 32 13 16,-16-8-2-16,2 6-4 15,-3 3-1-15,1 2-4 16,0-2-5-16,0-1 1 16,2-5-2-16,-1-7 0 0,1-3-16 15,1-7-28-15,-1-7-27 16,-3-3-132-16</inkml:trace>
  <inkml:trace contextRef="#ctx0" brushRef="#br0" timeOffset="12236.67">21025 4257 372 0,'0'0'76'0,"0"0"-23"0,0 0-46 0,0 0-6 16,36 20 11-16,-22-9 4 15,3 3-2-15,3 4-3 16,-1 0-8-16,1 2 0 15,-3 0-2-15,-2 1-2 16,-1-6-5-16,-3-3-32 0,-1-4-6 16,-2-6-22-16,-1-2-64 15,1-4-32-15</inkml:trace>
  <inkml:trace contextRef="#ctx0" brushRef="#br0" timeOffset="12521.93">21430 4232 199 0,'0'0'85'0,"0"0"-29"15,0 0-49-15,0 0-3 16,0 0 17-16,0 0 3 15,-31 39-9-15,15-22-5 0,-1 0-4 16,0 0-4-16,0-1-1 16,1 1 0-16,3-4-1 15,1 1-2-15,4-3-18 16,2-1-8-16,4-3-22 16,1-1-36-16,1-3-53 0</inkml:trace>
  <inkml:trace contextRef="#ctx0" brushRef="#br0" timeOffset="12936.23">21307 4424 64 0,'0'0'45'0,"0"0"-10"15,0 0 1-15,0 0 1 16,0 0 2-16,0 0 10 0,0 0-7 16,0 0 7-16,0 0-15 15,-21 0-11-15,21 5-18 16,0 7-3-16,0 4 3 15,0 6 8-15,0 3 4 16,0 4 23-16,-1 1-29 0,0-1-8 16,0 1-1-16,-2-5-1 15,1-2-1-15,0-3 1 16,1-6-1-16,1-2 0 16,0-5-11-16,0 0-53 15,0-4-43-15,0-3-69 0</inkml:trace>
  <inkml:trace contextRef="#ctx0" brushRef="#br0" timeOffset="13190.91">21339 4774 186 0,'0'0'24'16,"0"0"3"-16,0 0 4 0,0 0 32 16,18 34-9-16,-14-23-9 15,0 4-13-15,0 1 3 16,0 0 1-16,1 1-27 16,0-2-7-16,0 0-1 15,2-3 0-15,-1-2 0 0,0-2-15 16,0-5-49-16,-2-3-51 15,2 0-68-15</inkml:trace>
  <inkml:trace contextRef="#ctx0" brushRef="#br0" timeOffset="13411.7">21402 4659 489 0,'0'0'14'15,"0"0"11"-15,0 0-24 16,0 0-4-16,0 0 2 16,0 0-2-16,0 0-27 0,0 0-60 15,18-7-90-15</inkml:trace>
  <inkml:trace contextRef="#ctx0" brushRef="#br0" timeOffset="14002.09">21225 3901 214 0,'0'0'8'0,"0"0"27"0,0 0 15 15,0 0 7-15,0 0-6 16,0 0-15-16,0 0-15 16,0 0-19-16,0 0-2 15,-22-4-1-15,18 17 0 0,-1 2 0 16,2 1 2-16,-2-2 0 15,1-4-1-15,3-2 1 16,-2-1 0-16,1-5 0 16,1-2 3-16,1 0 1 15,0-2 9-15,0-7 6 16,6-4-11-16,0-4-2 0,3 0-3 16,1-2-2-16,-2 3 2 15,0 4-4-15,-1 3 1 16,-1 5 14-16,0 4 8 15,0 0-17-15,2 5-5 16,2 8 11-16,1 2 0 0,1 3-8 16,0 2-3-16,1 0-1 15,1-3-31-15,1-6-47 16,0-6-121-16</inkml:trace>
  <inkml:trace contextRef="#ctx0" brushRef="#br0" timeOffset="14414.31">21785 4397 503 0,'0'0'11'0,"0"0"20"0,0 0-29 16,0 0-2-16,0 0-3 15,0 0-1-15,0 0 6 16,0 0 0-16,45 2-1 16,-20 0 0-16,4 0-1 15,-1-2 1-15,-1 1-2 0,-2 1 0 16,-4-2-23-16,-3 0-35 16,-2 0-38-16,-2-5-62 15</inkml:trace>
  <inkml:trace contextRef="#ctx0" brushRef="#br0" timeOffset="14813.61">22542 4051 392 0,'0'0'9'0,"0"0"-11"0,0 0 0 0,11 39 3 16,0-21 1-16,2 4-1 0,2 0 2 16,1 1-1-16,0 0-1 15,0-2 0-15,-3-4-5 16,0-2-81-16,-2-6-10 15,-1-5-9-15</inkml:trace>
  <inkml:trace contextRef="#ctx0" brushRef="#br0" timeOffset="15112.43">22902 4119 369 0,'0'0'24'0,"0"0"-18"16,0 0-6-16,0 0 1 16,-29 29 6-16,13-16-2 15,-4 1-1-15,-1 1-1 16,0-1-2-16,2 1 2 15,2-3-3-15,2 0 0 16,4-1 1-16,2-1-1 0,3-3-1 16,0 2-30-16,2-2-56 15,-2-3-30-15</inkml:trace>
  <inkml:trace contextRef="#ctx0" brushRef="#br0" timeOffset="15561.52">22675 4330 202 0,'0'0'34'0,"0"0"-11"16,0 0-11-16,0 0 3 16,0 0-4-16,0 0-3 15,0 0 9-15,0 0 3 0,0 0 4 16,2-1 9-16,-1 7-8 15,1 7 1-15,-1 4-5 16,4 4 1-16,-3 7 3 16,1 2-15-16,-1 1 25 0,1-1-30 15,0-2-3-15,-2-3 1 16,1-4-1-16,-1-4-2 16,0-4 1-16,0-3 0 15,-1-3 1-15,0-1-5 16,0-6-63-16,0 0-57 0,-3-6-116 15</inkml:trace>
  <inkml:trace contextRef="#ctx0" brushRef="#br0" timeOffset="16095.16">22464 3965 351 0,'0'0'41'0,"0"0"6"15,0 0-15-15,0 0-10 16,0 0-12-16,0 0-5 0,0 0-2 16,34 0 3-16,-6 0 13 15,8 0 4-15,6-2-8 16,2-1 2-16,4-1-1 16,-2 0-8-16,-3-1-4 15,-2 1-3-15,-5 1-1 0,-6 0 0 16,0 0 1-16,-4 1-1 15,-3-3-4-15,-1 1-25 16,-3 0-36-16,-3-3-40 16,-4-3-113-16</inkml:trace>
  <inkml:trace contextRef="#ctx0" brushRef="#br0" timeOffset="20503.8">18179 2239 215 0,'0'0'2'0,"0"0"0"16,0 0 1-16,0 0 0 15,0 0 3-15,0 0 2 0,-32 15 3 16,24-5 5-16,-3 3 2 16,0 2-4-16,-1 6-5 15,-3 6 1-15,0 4-3 16,-2 7 1-16,2 6 4 16,-1 3-1-16,2 3-1 0,2 4-5 15,5 1 0-15,4-1 4 16,3 0 3-16,0-2 4 15,12-1 4-15,3-1-7 16,7-3-6-16,6-2 1 16,6-4-5-16,4-2-1 15,4-8-1-15,3-6 1 0,-4-12-23 16,-4-13-154-16</inkml:trace>
  <inkml:trace contextRef="#ctx0" brushRef="#br0" timeOffset="21486.25">19757 2130 124 0,'0'0'33'0,"0"0"-7"0,0 0-18 16,0 0-1-16,0 0-5 16,0 0-1-16,0 0 6 15,0 0-2-15,0 0 1 0,0 0 1 16,0 0-1-16,0 0 0 15,0 0 3-15,18 25 9 16,-13-9 5-16,3 4-8 16,-3 4 2-16,1 7-4 15,0 7 0-15,-2 6 0 0,0 8 0 16,-2 5-7-16,-1 4-3 16,-1 4 0-16,0 2-2 15,-3 0 0-15,-1-3 0 16,-4-3 1-16,-1-3-1 15,0-2-1-15,-3-6 1 0,0-4 0 16,-1-4 0-16,-3-6 0 16,2-7 1-16,-3-6-9 15,2-10-102-15</inkml:trace>
  <inkml:trace contextRef="#ctx0" brushRef="#br0" timeOffset="22328.44">19737 1857 128 0,'0'0'26'0,"0"0"2"0,0 0-1 0,0 0-5 0,0 0 3 15,-1-29 14-15,1 24-7 16,0-1-5-16,1-1-3 15,3 1-12-15,2 0-3 16,3 1-4-16,1 0-1 0,0 2-2 16,2 1-2-16,-1 2 1 15,2 0-2-15,-2 0 1 16,-1 4-2-16,-3 5 1 16,-1 3 0-16,-2 3 1 15,-4 1-2-15,0 3 1 0,-6 0 2 16,-3 2 1-16,-1-2-1 15,-1-1 0-15,0-1 1 16,3-4-2-16,1-5 1 16,1-1 0-16,3-1 0 15,2-4 0-15,1 0-2 16,8-2 2-16,8 0 6 0,7 0 18 16,7 0-11-16,7-3-12 15,4-1 0-15,0-1-2 16,-7-3-28-16,-6-4-107 15</inkml:trace>
  <inkml:trace contextRef="#ctx0" brushRef="#br0" timeOffset="23352.33">20774 2014 170 0,'0'0'15'0,"0"0"3"16,0 0-4-16,0 0 8 15,-27-5-11-15,20 5-5 16,2 2 5-16,-2 6 8 0,-1 2 5 15,-2 5-7-15,-1 5 4 16,0 9-6-16,-2 8 9 16,-1 9 3-16,0 7-14 15,2 8-4-15,0 4 0 0,5 4-4 16,5 0-5-16,2 1 1 16,9-1-1-16,11-3 0 15,10-3 1-15,8-4-1 16,10-3 0-16,7-4 1 15,2-8 0-15,3-14-24 0,-4-15-224 16</inkml:trace>
  <inkml:trace contextRef="#ctx0" brushRef="#br0" timeOffset="24109.47">22602 1933 170 0,'0'0'20'0,"0"0"21"0,0 0-10 16,0 0-8-16,0 0-5 15,0 0 9-15,32 2-4 16,-19 6-5-16,4 4-5 16,0 9-1-16,4 7 1 0,-2 12-3 15,-2 12-4-15,-5 12-2 16,-4 10 1-16,-8 10 2 16,0 4-3-16,-10 1-3 15,-6-3 0-15,-3-4 0 0,-2-7-1 16,-3-11 0-16,-1-8 0 15,-2-10 1-15,-1-12 1 16,2-13-20-16,1-13-143 16</inkml:trace>
  <inkml:trace contextRef="#ctx0" brushRef="#br0" timeOffset="24669.31">22921 1791 252 0,'0'0'73'0,"0"0"-37"0,0-28 2 0,3 20 8 0,1 0-23 0,2 1-11 16,0-1-7-16,1 3 1 16,0 2-2-16,2 1-3 15,0 1-1-15,0 1-1 16,-1 6-1-16,-1 5 0 16,-4 3 1-16,-3 4-1 0,0 3 1 15,-2 3 0-15,-7 1 1 16,-1 2-1-16,-2-2 2 15,1-1-1-15,1-4 1 16,2-3-2-16,5-6 1 16,3-3 1-16,4-4-1 0,15-4 2 15,10 0 0-15,8 0-1 16,12-3-1-16,9-2 0 16,2-5-21-16,0-5-166 15</inkml:trace>
  <inkml:trace contextRef="#ctx0" brushRef="#br0" timeOffset="25613.52">20991 4033 139 0,'0'0'8'0,"0"0"11"0,-6-38 10 15,2 28-3-15,-2 2-2 0,-2 2 3 16,-1 2-1-16,0 2-4 15,-3 2-3-15,-2 2-3 16,-2 12 0-16,-3 5 12 16,-2 10-9-16,-2 9-8 15,0 14-5-15,1 10 0 0,2 8 2 16,6 11 10-16,6 6-9 16,8 3 4-16,7 2-7 15,16-3-2-15,11-3 1 16,13-5-2-16,10 0-1 15,11-5 0-15,7-6 1 0,6-6-2 16,1-15-54-16,2-21-154 16</inkml:trace>
  <inkml:trace contextRef="#ctx0" brushRef="#br0" timeOffset="26326.33">23143 3858 121 0,'0'0'49'0,"0"0"-19"0,0 0 5 0,0 0-9 16,0 0-5-16,0 0-1 0,30-10 9 16,-25 10 4-16,1 0-11 15,2 0-4-15,5 0-3 16,3 5-2-16,4 3 0 15,6 4-3-15,2 7 1 16,3 6-2-16,0 10-1 16,-4 10-2-16,-6 12-2 0,-7 12-1 15,-9 7-1-15,-5 9-1 16,-15 4 0-16,-9 2-1 16,-7-4 1-16,-7-3 1 15,-6-9-2-15,-2-9 1 16,-2-12-36-16,2-14-62 0,2-17-59 15</inkml:trace>
  <inkml:trace contextRef="#ctx0" brushRef="#br0" timeOffset="26941.35">23574 3807 115 0,'0'0'125'0,"0"0"-97"0,0 0 17 15,9-30 16-15,-6 23-27 0,0-1-6 16,0 1-1-16,2 0-9 16,0 1-8-16,0 1-1 15,1 0-2-15,3 3-6 16,-1 1 0-16,4 1-2 16,0 0 0-16,1 6 0 0,-3 3-1 15,0 2 1 1,-3 4-2-16,-2 1 2 0,-2 4 1 15,-3 0-1-15,0 5 1 16,-9 0 0-16,-3-2-1 16,-2 0 0-16,-1-4 3 15,3-3-2-15,2-5 1 0,5-4-1 16,2-4 0-16,4-3 2 16,16 0 1-16,13 0-1 15,12 0 0-15,19 0-1 16,13 0 0-16,7-2-1 15,0-4-11-15,-5-8-212 0</inkml:trace>
  <inkml:trace contextRef="#ctx0" brushRef="#br0" timeOffset="29223.54">17300 2264 240 0,'0'-2'15'0,"0"-1"-13"0,0 1 3 16,0 2-3-16,0 0-4 15,0 3 1-15,0 4 2 16,0 3 11-16,3 3-3 16,1 4-1-16,1 1 2 15,2 5 9-15,-1 2 2 0,1 3-7 16,-2 1-5-16,-1 1-4 16,-1-1 0-16,-3-1-1 15,0-2-1-15,0-3-1 16,0-5-2-16,0-1 1 15,-3-4 0-15,-2-1 1 16,-1-3 0-16,1-2-4 0,0-4-49 16,1-3-48-16</inkml:trace>
  <inkml:trace contextRef="#ctx0" brushRef="#br0" timeOffset="30204.49">17294 2504 245 0,'0'0'7'0,"0"0"-3"0,0 0-8 16,0 0 3-16,0 0 2 16,0 0-1-16,-12 29 0 15,5-19 2-15,-2 0 0 16,-3 1 1-16,-4 3 2 0,-5-1-3 16,-6 3-1-16,-3-1 1 15,-4 2-1-15,-6 4 0 16,-2-2 0-16,-2 2 2 15,1 1-2-15,3-1 0 16,2 0 0-16,7-1-1 0,7-3 0 16,6-2 0-16,8-2-1 15,8-3 1-15,2-2-1 16,5 0 1-16,12-3 0 16,6-2 8-16,6-2 18 15,6 0 4-15,3 0-1 16,1 1-11-16,-2 2-8 0,-2 2-6 15,-3 4-2-15,-6 2-1 16,-6 1-1-16,-3 5 2 16,-6 0-2-16,-6 4 1 15,-5 3 0-15,-1 3-1 16,-12 2 1-16,-6 2 1 0,-5 1 0 16,-7 0-1-16,0 0 0 15,-7-1-1-15,2-1 0 16,-2 0 1-16,4-4-1 15,2-4 1-15,5-2-1 16,5-4 1-16,7-5-1 0,7-3 0 16,2-4 0-16,6-1 0 15,0-3 0-15,11-1 1 16,11 0 0-16,7-6 3 16,7-4 4-16,6 0 6 15,4-2 2-15,2 0-4 0,-4 1-4 16,0 3-4-16,-3 1-2 15,-3 1 0-15,-4 1-2 16,-5 1 1-16,-2 2 1 16,-7 0-2-16,-6 0 2 15,-3 2-2-15,-3-1 0 0,-4 1 0 16,-3-1 0-16,0 1 0 16,-1 0 1-16,0-3 4 15,0 1 3-15,-4-3-8 16,0-3 2-16,-2 0-2 15,2-3 0-15,0 1-2 0,1 1 2 16,2-1 0-16,1 5 1 16,-2 1 2-16,2 1 16 15,0 3 13-15,0 0-22 16,0 3-13-16,2 5 2 16,3 5 2-16,1 4 0 15,-2 4 0-15,2 1-1 0,-2 2 0 16,1-1 1-16,-5 1-2 15,0-3-1-15,-3-6-68 16,-7-9-160-16</inkml:trace>
  <inkml:trace contextRef="#ctx0" brushRef="#br0" timeOffset="30653.3">16784 3795 415 0,'0'3'14'0,"0"-1"12"0,0 5-29 0,2 2 2 16,0 5 1-16,3 2 0 0,-2 2 0 15,-2-1 1-15,1 1-1 16,0-1 1-16,-1-1-1 16,-1-1 1-16,0-3-1 15,0-2 0-15,0-6-38 16,-4-4-99-16,0 0-94 0</inkml:trace>
  <inkml:trace contextRef="#ctx0" brushRef="#br0" timeOffset="30856.49">16737 3674 496 0,'0'0'2'15,"0"0"13"-15,0 0-11 0,0 0-4 16,0 0-1-16,0 0-3 15,0 0-7-15,0 0-41 16,25-20-59-16,-15 20-108 16</inkml:trace>
  <inkml:trace contextRef="#ctx0" brushRef="#br0" timeOffset="31121.52">16937 3774 507 0,'0'0'10'16,"0"0"27"-16,0 0-26 15,28-12-9-15,-11 7 0 0,1 3-1 16,1-1-1-16,-1 0 0 15,0 2-1-15,-3 1 1 16,1 0-8-16,-6 0-53 16,-2 6-45-16,-8 2-87 15</inkml:trace>
  <inkml:trace contextRef="#ctx0" brushRef="#br0" timeOffset="31278.49">16965 3888 360 0,'0'0'65'0,"0"0"-22"0,0 0-35 16,0 0-6-16,34-6 0 16,-9 0-1-16,6-2-1 15,3 0-6-15,3-2-35 16,-5-2-88-16,-1 0-138 16</inkml:trace>
  <inkml:trace contextRef="#ctx0" brushRef="#br0" timeOffset="31480.6">17394 3718 414 0,'0'0'138'0,"0"0"-96"16,0 0-34-16,0 0-11 15,0 0 3-15,0 0 1 16,29 35 0-16,-19-20 0 15,0 2-1-15,3 3 0 0,-2 0 0 16,0-4-20-16,-3-8-144 16</inkml:trace>
  <inkml:trace contextRef="#ctx0" brushRef="#br0" timeOffset="32410.4">16972 1982 179 0,'0'0'73'0,"0"0"-71"0,0 0-4 0,0 0 1 16,0 0-1-16,0 0 1 15,0 0 1-15,0 0 0 16,0 0 4-16,0 0 3 15,0 0 2-15,-2 19 2 0,2-14-1 16,0 0-2-16,0 1-1 16,0 1 1-16,0 0 2 15,0 3 0-15,2-2-1 16,-2 2-2-16,1 0-2 16,1 2-1-16,2-1 0 0,-3-2-2 15,1 0 1-15,-2 1 0 16,2-2 0-16,-1-2 0 15,0 0-1-15,-1-2 0 16,0-1 0-16,0-2 2 16,0-1 2-16,0 0 35 15,0 0 18-15,0 0-17 0,0-5-24 16,0-5-14-16,0-3-1 16,0-3-2-16,0-1-1 15,0-3 0-15,6 1 0 16,1 0-3-16,3 1 3 0,1 2-1 15,2 4 1-15,2 2-2 16,2 5 1-16,2 2 0 16,0 3-1-16,1-1 0 15,-2 7 1-15,-1 4-1 16,0 3 0-16,-4 4 0 0,-3 1-8 16,0 2-53-16,-5-2-57 15,-1-2-34-15</inkml:trace>
  <inkml:trace contextRef="#ctx0" brushRef="#br0" timeOffset="33558.51">20371 2315 267 0,'0'0'0'0,"0"0"2"0,0 0 5 16,0 0 6-16,0 0-3 15,0 0-12-15,0 0 0 0,0 0 2 16,0 0 3-16,6 35 6 15,-1-9 5-15,2 5 5 16,-1 2-7-16,-1-1-4 16,1 1-4-16,-2-5-2 15,-1-2 0-15,0-5-2 16,-2-4 1-16,-1-4 0 0,0-1 1 16,0-2-2-16,0-3-19 15,-1-4-65-15,-2-3-71 16</inkml:trace>
  <inkml:trace contextRef="#ctx0" brushRef="#br0" timeOffset="34229.92">20399 2586 282 0,'0'0'1'0,"0"0"0"15,0 0-2-15,0 0 0 16,-29 8 0-16,17 0 1 16,-2 2 1-16,-2 2 2 15,-3 3 1-15,-1 0 1 0,-1 1-2 16,0-1-1-16,1 0 1 16,2-2-2-16,1 0 0 15,5-2 0-15,2-2-1 16,5-2 1-16,4-2-2 15,1 0 1-15,3-1 0 0,8 0 1 16,7-1 2-16,4 0 6 16,5 1 4-16,3 1 0 15,-1 1-3-15,0 3-5 16,-5 2-5-16,-4 2 1 16,-6 2 0-16,-4 2-1 0,-5 1 0 15,-5 1 0-15,-4 2 2 16,-9 0-2-16,-5 5 1 15,-6-1 1-15,-4 2-1 16,-2-2 1-16,2-1-2 16,1-2 2-16,5-3-1 0,5-4 1 15,5-5-2-15,6-1 0 16,5-4 0-16,1-2-2 16,13-3 4-16,7 0 1 15,9 0 2-15,7-6 2 16,6-2-3-16,3-1 2 15,0 1 7-15,-4 1 0 0,-8 1-7 16,-4 2-1-16,-8 2-2 16,-7 2 5-16,-3 0 11 15,-4 0-1-15,-2 0-1 16,-1 0-4-16,-3 2-8 16,1 3-3-16,-2 4 0 0,0 2-2 15,0 2 1-15,0 4-1 16,0 2 0-16,0 4 0 15,0 2 0-15,-2 0-1 16,-3 3-67-16,-1-4-96 0</inkml:trace>
  <inkml:trace contextRef="#ctx0" brushRef="#br0" timeOffset="34540.76">20134 3585 442 0,'0'0'53'0,"0"0"-29"0,0 0-26 0,0 0-3 16,0 0 5-16,4 35 0 0,2-20 0 16,0 1 2-16,-1 1-3 15,0-1 1-15,-2 1-1 16,-1-3 1-16,-2-2-48 16,0-4-74-16,0-6 11 15</inkml:trace>
  <inkml:trace contextRef="#ctx0" brushRef="#br0" timeOffset="34714.15">20106 3496 444 0,'0'0'3'0,"0"0"-3"16,0 0 0-16,0 0-13 15,0 0-79-15,0 0 19 16,0 0-22-16</inkml:trace>
  <inkml:trace contextRef="#ctx0" brushRef="#br0" timeOffset="34976.42">20302 3552 431 0,'0'0'37'0,"0"0"-8"0,0 0-23 15,0 0-8-15,0 0 2 16,0 0 0-16,31 8 0 16,-21-6 2-16,-2 3-2 15,2 0 0-15,-3 0 0 16,1 2-21-16,-4 1-48 0,-2 0-46 15,-2 2 27-15,0-2-33 16</inkml:trace>
  <inkml:trace contextRef="#ctx0" brushRef="#br0" timeOffset="35067.46">20333 3659 130 0,'0'0'41'0,"0"0"-2"0,0 0-30 15,0 0-11-15,0 0 2 16,0 0-22-16,0 0-44 15</inkml:trace>
  <inkml:trace contextRef="#ctx0" brushRef="#br0" timeOffset="35377.69">20627 3540 466 0,'0'0'42'0,"0"0"-6"15,0 0-31-15,0 0-6 16,0 0 0-16,-7 32 1 0,10-17 0 16,2 1 0-16,1 1 0 15,0-2-12-15,-2-7-106 16,2-8-149-16</inkml:trace>
  <inkml:trace contextRef="#ctx0" brushRef="#br0" timeOffset="36046.3">20247 2056 141 0,'0'0'29'0,"0"0"-26"0,0 0 8 15,0 0 3-15,0 0 12 16,0 0 4-16,0 0 5 0,0 0 3 15,0 0-19-15,0 0-16 16,15-10-3-16,-12 20-1 16,3 1 1-16,-2 1 0 15,1 1 0-15,-2-2 0 16,0-2 0-16,0-3 0 16,-1-1 1-16,-1-3-1 0,-1-2 2 15,0 0 21-15,0-2 70 16,0-6-76-16,0-3-14 15,1-4-2-15,3-1 0 16,1-1 0-16,2 0 0 0,0 2-1 16,1 2 1-16,1 6-1 15,2 4 1-15,1 3-1 16,3 3-1-16,4 9-1 16,3 6 2-16,3 2 0 15,-1 5-3-15,4-1-50 0,-4-3-102 16</inkml:trace>
  <inkml:trace contextRef="#ctx0" brushRef="#br0" timeOffset="36735.85">20519 4219 408 0,'0'0'-15'0,"0"0"45"0,0 0-23 15,0 0-11-15,0 0 2 16,0 45 2-16,6-17 1 16,2 2 1-16,-1 3 0 15,1-2-1-15,1 2-1 0,-2-1 1 16,0-3-1-16,-3-2 0 15,-1-6-1-15,-2-3-62 16,-1-8-36-16,0-8-61 16</inkml:trace>
  <inkml:trace contextRef="#ctx0" brushRef="#br0" timeOffset="37376.48">20535 4475 341 0,'0'0'-3'16,"0"0"6"-16,0 0-3 15,0 0-4-15,0 0 2 16,-26 21 4-16,10-8 0 16,-2 3 6-16,-4 0-4 15,-2 1 0-15,0 0-3 0,-1-1 0 16,0 0-1-16,3-1 2 15,3-4-2-15,4-2 1 16,4 0-1-16,7-3 0 16,4-1-3-16,5-2 2 15,10-1 2-15,6 1-1 16,5 0 2-16,3-1-2 0,0 3 1 16,-4 2 0-16,-2 3 1 15,-9 3-2-15,-6 2-2 16,-8 5 4-16,-5 3-2 0,-12 1 1 15,-10 3 1 1,-5-1-2-16,-6 3 2 0,-2-2-1 16,-2-3 0-16,1 0 1 15,5-2 2-15,5-1-1 16,8-4 1-16,6-2 0 16,10-2-1-16,7-2-2 0,7-1 0 15,14-3 0-15,10-4-1 16,8-3 1-16,6 0 1 15,4-8-1-15,1 0 1 16,-2 0 0-16,-3 1 0 16,-4 1-2-16,-6 2 0 0,-5 0 4 15,-3 1 6-15,-5 0 18 16,-7 2 0-16,-3 1-2 16,-4 0-5-16,-2 6-9 15,-1 2-8-15,0 6 1 16,-1 1-3-16,-2 4-1 0,1 1 0 15,-1 2-1-15,-2 2 0 16,0 0 0-16,0 2-35 16,-7-5-76-16,-3-4-102 15</inkml:trace>
  <inkml:trace contextRef="#ctx0" brushRef="#br0" timeOffset="37638.5">20285 5549 546 0,'0'0'5'0,"0"0"-3"0,-7 36-2 0,7-14 2 15,3 4-2-15,1 0 0 0,2 0 1 16,-2-2-1-16,-2-1 0 16,-1-2-1-16,-1-4-64 15,-1-3-1-15,-7-5-94 16</inkml:trace>
  <inkml:trace contextRef="#ctx0" brushRef="#br0" timeOffset="37824.42">20216 5463 462 0,'0'0'2'16,"0"0"0"-16,0 0-2 15,0 0-4-15,0 0-29 0,0 0-33 16,0 0-40-16,28-10-5 15</inkml:trace>
  <inkml:trace contextRef="#ctx0" brushRef="#br0" timeOffset="38072.69">20551 5506 531 0,'0'0'12'16,"0"0"-1"-16,0 0-14 15,0 0 3-15,0 0 1 16,0 0-2-16,32 11 0 16,-28-4-6-16,0 1-13 0,-4 3-40 15,0 3-19-15,0 0-22 16,-8 0-16-16,-2 0-10 15</inkml:trace>
  <inkml:trace contextRef="#ctx0" brushRef="#br0" timeOffset="38189.48">20534 5630 20 0,'0'0'88'16,"0"0"-14"-16,0 0-16 15,0 0-10-15,0 0-4 0,0 0 10 16,0 0-24-16,7 11-11 16,16-17-11-16,5-2-6 15,3-1-2-15,0 1-1 16,0-1-56-16,-5-2-69 15,0 0-135-15</inkml:trace>
  <inkml:trace contextRef="#ctx0" brushRef="#br0" timeOffset="38343.93">20823 5565 435 0,'0'0'19'15,"0"0"-10"-15,-2 35-5 16,2-19 0-16,2 0-3 15,4-2 0-15,-1-2-2 16,0-2-24-16,0-7-91 0,-3-3-168 16</inkml:trace>
  <inkml:trace contextRef="#ctx0" brushRef="#br0" timeOffset="38990.54">20133 4244 297 0,'0'0'23'0,"7"-28"5"0,-3 18 9 0,0 3-14 0,-1 4-15 16,0 3-6-16,1 0-2 15,-1 0 0-15,1 6 0 0,1 2 0 16,-1 0 0-16,2 0 0 16,-4 0 0-16,3-1 1 15,-2-1-1-15,-2-1 0 16,0 0 0-16,-1 0 0 15,0 0 1-15,0-1-1 0,0-1 1 16,0 0-1-16,0-3 0 16,-1 0 3-16,-1 0 0 15,-2-6 4-15,4-6 13 16,0-3-5-16,0-5-10 16,5 0-1-16,4-1-2 15,1 4-1-15,-1 4-1 0,3 4 1 16,1 5 0-16,3 4-2 15,4 3 1-15,5 7-1 16,1 5 1-16,4 0 0 16,-2-4-8-16,-3-9-190 15</inkml:trace>
  <inkml:trace contextRef="#ctx0" brushRef="#br0" timeOffset="54343.14">7956 7136 125 0,'0'0'107'0,"0"0"-55"0,0 0 1 0,0 0-6 0,0 0-12 16,1-30-8-16,-1 25-4 16,0 1-4-16,-4 0 0 0,1 1-7 15,-4 1-3-15,1 0-3 16,-4 2-2-16,0 0-2 16,-4 1-1-16,-2 5 0 15,-1 4-1-15,-4 2 0 16,0 2 0-16,-1 1 0 15,2 2 0-15,0 1 0 0,2 1 0 16,4 0 0-16,4 2-1 16,1-4 1-16,5 1 0 15,4-3-1-15,0 0 1 16,0-3 0-16,6-3 0 0,4 0 1 16,2-4-1-16,1-2 1 15,2-3 2-15,2 0-1 16,-1 0 2-16,2 0-2 15,-1 0 0-15,-3 0-1 16,0 0-1-16,0 7 0 16,-3 2 0-16,-1 3 0 0,-1 0 0 15,-2 1 0-15,-1 0 0 16,-3 2 0-16,1 0 0 16,-4-2 2-16,0 3-2 15,0-1 1-15,-3 0 1 16,-4 1 1-16,-2-2 6 0,-1 2 0 15,-5-2 0-15,-2 1 1 16,-3-1-2-16,-3 0-2 16,-3 0-1-16,-1-3-2 15,-1 0 1-15,0-4-4 16,0-2 1-16,4-4-1 0,1-1 1 16,4 0 0-16,2-2-2 15,7-3 1-15,4 1-2 16,2 0-30-16,4 3-30 15,0-1-69-15,1-3-58 16</inkml:trace>
  <inkml:trace contextRef="#ctx0" brushRef="#br0" timeOffset="55456.37">8123 7100 219 0,'2'-3'56'0,"-2"-1"-14"0,0 1 6 0,0 0 0 0,0 1-11 15,0-3-12-15,0 3-3 16,-4 0-3-16,1 0-9 15,-2 0-1-15,0 0-3 16,-3 0-1-16,1 1-2 16,-2 1 1-16,1 0 1 0,-2 0-1 15,-2 4 0-15,-1 3-2 16,-1 4 0-16,1 1 0 16,0 3 0-16,2 2 1 15,0 1 0-15,4-1-1 16,1 1-1-16,4-2 0 0,1 1-1 15,1-4 0-15,0 0 0 16,6-4 0-16,0 0 0 16,2-2 0-16,4-4 1 15,-1-1 0-15,1-1 0 16,1-1 1-16,0 0-1 0,-1 0-1 16,-1 0 0-16,-1 0 0 15,0 2 0-15,0 2 0 16,1 1 1-16,-3 1-2 15,1 2 2-15,-1 1-1 16,-1 2 0-16,1 1 0 0,-4 1 0 16,2 0 0-16,-4 2 0 15,-1 0 1-15,-1-2-1 16,0-1 2-16,0 1-1 16,-5-3 5-16,-1 1 6 15,-1-2-3-15,-1 1-2 0,-1-3-1 16,-1 0 0-16,-2 0 4 15,-1-3 1-15,-1-1 1 16,1 0 2-16,-2-3-1 16,1 0-2-16,1 0 0 15,0-2-5-15,3-2-3 16,0-1-1-16,3 1-2 0,2-1 1 16,1 3-2-16,3 1 1 15,1 1 0-15,0 0-6 16,0 0-28-16,0 0-19 15,4 2-50-15,-1-1-122 16</inkml:trace>
  <inkml:trace contextRef="#ctx0" brushRef="#br0" timeOffset="62407.29">8290 7488 211 0,'0'-3'81'0,"0"2"-28"0,0 0-19 16,0 1-10-16,0 0-8 0,0 0-2 16,0 0-5-16,2 0-4 15,0 6 14-15,3 3-1 16,1 4 2-16,0 4 4 16,2 6-2-16,-2 6-11 0,3 4 6 15,-2 1-7-15,-2 1-6 16,3-1 0-16,-4-6-3 15,2-7 0-15,-3-4 0 16,-1-4-1-16,0-5 2 16,0-3-1-16,-2-3 0 0,0 0-6 15,0-2-27-15,0 0-4 16,-5-5-44-16,-2-7-67 16</inkml:trace>
  <inkml:trace contextRef="#ctx0" brushRef="#br0" timeOffset="62921.47">8138 7547 112 0,'0'0'42'0,"0"0"-12"0,0 0-4 0,0 0 0 0,0 0 13 16,-30 0-5-16,25 0-5 15,0 0-7-15,3 0-7 16,0 0 2-16,1 0-3 15,1-1-3-15,0-2-5 16,7-2-5-16,6-3 0 0,5-3 16 16,4-4-1-16,5-3-8 15,1 0-4-15,3-1-3 16,-4 1 0-16,-1 4-1 16,-3 2-27-16,-3 2-51 15,-8 2-111-15</inkml:trace>
  <inkml:trace contextRef="#ctx0" brushRef="#br0" timeOffset="63923.51">8432 7594 132 0,'0'0'45'0,"0"0"-6"0,0 0 10 15,0 0 8-15,0 0-14 16,0 0-6-16,0 0-3 0,0 0-10 16,0 0-9-16,0 0-6 15,0 0-4-15,0 0 1 16,0 0-1-16,-33 5-4 15,28 6 10-15,2 1-1 16,1 1 6-16,2 3-10 0,0-1-4 16,4-1 5-16,4-3 1 15,1 1-2-15,4-2-4 16,0-3 1-16,0-3-1 16,1-2 0-16,-1-2 1 15,1 0 2-15,-3-6-3 16,-1-2 0-16,-1-2 0 0,-2-1-1 15,-4-1 0-15,-1-2 1 16,-2-1 0-16,0 0 0 16,-5-1-1-16,-5 2-1 15,-2 1 0-15,-3 5-1 16,1 1-3-16,1 6-1 0,1 1-2 16,2 0-19-16,2 3-26 15,3 3-25-15,2-4-70 16,3-2-117-16</inkml:trace>
  <inkml:trace contextRef="#ctx0" brushRef="#br0" timeOffset="64208.3">8564 7316 396 0,'0'0'3'0,"0"0"-4"0,9 33 9 0,0-15 25 16,-1 3-8-16,3 3-4 16,0 3-7-16,-1 2-7 15,2 3-6-15,-2 0 1 16,-2-2-3-16,-1-6-6 15,-3-5-31-15,-3-4-7 16,-1-7-34-16,0-4-60 0</inkml:trace>
  <inkml:trace contextRef="#ctx0" brushRef="#br0" timeOffset="64436.64">8570 7586 318 0,'0'0'46'15,"0"0"-4"-15,0 0-12 16,19-35-2-16,-4 21-4 0,2 1-2 16,3-2-12-16,0 2-8 15,2 0-2-15,-2 2-8 16,-2 2-53-16,-4 0-55 15,-3 1-165-15</inkml:trace>
  <inkml:trace contextRef="#ctx0" brushRef="#br0" timeOffset="64984.95">8883 7449 265 0,'0'0'20'0,"0"0"49"0,0 0-14 16,0 0-4-16,0 0-12 16,0 0 3-16,0 0-19 15,0 0-10-15,-34-12-4 0,22 14 0 16,0 6-4-1,2 0-2-15,0 3-2 0,3 1 0 16,3-1-1-16,0 2 0 16,4-2 0-16,0 2-1 15,0 0-1-15,0-3 3 16,7 0-2-16,1-3-1 0,-1-1-16 16,2-3-8-16,0-2-8 15,-1-1 2-15,-1-2 15 16,0-8 14-16,-2-2 3 15,0-1 1-15,-4-2 0 16,1 2-1-16,-1 2 2 0,-1 0 1 16,0 3 6-16,0 1 8 15,0 3 2-15,0 0 3 16,-2 3 0-16,2 1-7 16,0 0-11-16,0 0-8 15,1 3 4-15,6 4 0 16,0 0 1-16,0-1 0 0,1 2-1 15,2-2-1-15,0 0-10 16,1-2-22-16,-1 0-23 16,0-4-23-16,0 0-62 15,-1 0-62-15</inkml:trace>
  <inkml:trace contextRef="#ctx0" brushRef="#br0" timeOffset="65351.32">8934 7232 297 0,'0'0'42'0,"0"0"2"0,0 0-16 15,0 0-23-15,0 0-5 16,0 0 5-16,0 0 16 16,0 0-5-16,12 33 3 15,-3-13 0-15,0 1 5 0,1 6-5 16,0-1-6-16,-1 3-3 16,1-3-4-16,-2 0-4 15,0-5-1-15,-1-4-1 16,-1-5 0-16,-2-3 1 15,0-3-1-15,-1-2 0 16,0-2-13-16,-3-2-69 0,0 0-50 16</inkml:trace>
  <inkml:trace contextRef="#ctx0" brushRef="#br0" timeOffset="75827.33">12490 7475 31 0,'1'-2'60'0,"1"0"28"0,-2 1-40 0,0-2-22 0,0-1 10 16,0 2 6-16,1-2 10 15,-1 0-11-15,0 0-9 0,0 1-4 16,0-1-8-16,0 0-4 16,-1 1-4-16,-5 1-3 15,0 2-3-15,-4 0-3 16,-6 2-1-16,-4 8-1 16,-5 3 0-16,-2 5-1 0,-4 4 1 15,1 3 0-15,1 1-1 16,4 2 2-16,4 0-2 15,5 0 0-15,3-3 0 16,8-3 0-16,3-1-2 16,2-3 2-16,6-3-1 0,8-2 2 15,4-3-1-15,6 0-1 16,2 1 2-16,2-2-1 16,-2-1 0-16,0 2 2 15,-6 3-4-15,-2 1 4 16,-6 1-2-16,-3 1 0 15,-6 0 0-15,-3 1 0 0,0-2 1 16,-3 0 1-16,-10-2 1 16,-1 2 20-16,-4-2-11 15,-4-1-8-15,-2 1-1 16,-4-2-2-16,0 1 0 0,0-1-1 16,3-2 1-16,2-1-1 15,5-5 0-15,5-1-2 16,5-2-7-16,4 0-33 15,4-3-33-15,2-9-90 16,7-3-12-16</inkml:trace>
  <inkml:trace contextRef="#ctx0" brushRef="#br0" timeOffset="76504.66">12803 7453 204 0,'0'0'33'0,"0"0"21"0,0 0-18 0,0 0 22 16,0 0-10-16,0 0-7 15,0 0-11-15,0 0-14 16,0 0-4-16,0 0-4 16,-37-23-2-16,23 30-1 15,0 3-2-15,-3 3 2 0,-3 2 0 16,1 4-1-16,1 2 0 15,1 3-3-15,1-1 0 16,6-2-1-16,4 0 1 16,2-3-1-16,4-2-1 15,0-2 1-15,10-3 0 0,3-1 0 16,4-3 1-16,3-4-1 16,2 0 1-16,1-3-2 15,-1 0 2-15,-1 3 0 16,-2 0-2-16,-2 1 1 15,-2 3 0-15,-2 2 0 0,-5 1 1 16,-3 2-1-16,-1 1 0 16,-4 2 1-16,0 0 0 15,-7 0 0-15,-3 1 2 16,-6 1 6-16,-1 0 6 16,-4-1 5-16,-2-1-15 15,-2 1-2-15,0-4-1 0,-2-1-1 16,3-3-1-16,3-1 0 15,2-2 1-15,6-3-1 16,3-2-2-16,5 0-7 16,4-2-69-16,1-4-64 15,0-6-170-15</inkml:trace>
  <inkml:trace contextRef="#ctx0" brushRef="#br0" timeOffset="77109.3">12928 7820 245 0,'0'0'35'0,"0"0"32"0,0 0-21 16,0 0-12-16,0 0-31 15,0 0-2-15,0 0 7 16,-6 34 21-16,8-9 1 0,1 3-8 16,0 6-5-16,1 2 7 15,-1 0-6-15,-2 1-13 16,2-3-1-16,0-1-1 16,-2-5 0-16,-1-4-2 15,2-5 0-15,-2-4-1 16,0-4 0-16,0-4 0 0,0-3-5 15,0-4-22-15,0 0-28 16,-3-4-75-16,-2-9-114 16</inkml:trace>
  <inkml:trace contextRef="#ctx0" brushRef="#br0" timeOffset="77941.5">12917 7889 212 0,'0'0'25'15,"0"0"22"-15,-5-31-1 0,3 20 9 16,2 0-11-16,0-2-9 15,0 2-7-15,5-1-10 16,4 2-9-16,1 1-3 16,3 2 0-16,2 3-3 15,2 1-1-15,0 3-1 0,-3 0-1 16,0 9 0-16,-2 2 0 16,-2 2 0-16,-4 4 0 15,-2 2 0-15,-4 1 0 16,0 0 0-16,-4 1 0 15,-7-2-1-15,0-1 1 0,-3-1 0 16,-2-3 0-16,2 0 0 16,-3-3 0-16,3-1 0 15,3-2 0-15,1 0 0 16,4-2 0-16,5-2 0 16,1 0-1-16,0 1 1 0,4-2 0 15,4 0 0-15,4 1 0 16,1-1 0-16,-1 3 1 15,1 0-1-15,-3 2 0 16,1 0 0-16,-1 1 1 16,-1 0 0-16,0 1 0 0,-3 0 0 15,1-2 1-15,-2-1-1 16,1-1 0-16,1-3-1 16,-2-1 0-16,2-2 1 15,2 0 0-15,-1-8 0 16,0-1 0-16,1-2 0 15,2-3 0-15,-1 0 1 0,0-1 1 16,0 2 13-16,-2-2-5 16,0 4-5-16,-4-1-3 15,-2 2 1-15,-2 2 0 16,0 0 1-16,-2 1 3 0,-5 1 0 16,-2 2-3-16,1 1-1 15,-3 3-2-15,3 0 1 16,-1 0-2-16,1 3 1 15,3 4-1-15,2 3-1 16,1 1 2-16,2 2-1 0,0 1 0 16,4 0 1-16,4 0-2 15,1-1 2-15,2 0-1 16,3-3-1-16,-2-2 0 16,3-2 0-16,-1-3 0 15,-1-3-7-15,-1 0-43 0,-1-5 21 16,-2 0-28-16,-3-4-27 15,-3 0-88-15</inkml:trace>
  <inkml:trace contextRef="#ctx0" brushRef="#br0" timeOffset="78715.56">13238 8081 308 0,'0'0'82'0,"0"0"-34"0,0 0-14 15,0 0 3-15,30-37-2 16,-17 21-12-16,-1 1-9 0,-1-1-3 15,-1-1-4-15,-3-1-3 16,0 0-1-16,-4 0-2 16,-2 1 0-16,-1 2 0 15,0 2 0-15,-2 3 0 0,-4 4 0 16,-1 2-1-16,-1 3-1 16,2 1 1-16,0 1-1 15,0 8 0-15,2 1 0 16,1 4 0-16,3 1 1 15,0-1-1-15,0 0 0 0,0-2 1 16,3-1-1-16,4-1 1 16,-1-2 0-16,3-1 0 15,-1-2 0-15,1 1 0 16,-2-2 0-16,0 1 0 16,-1-2 0-16,-2 1 0 15,1 0 0-15,-2 0 0 0,-2-1 0 16,-1-1 0-16,0 1 0 15,0 0 1-15,0 1-1 16,-1 0 0-16,-5-2 0 16,2 3 1-16,-3-1-1 15,-1 0 1-15,1 2-1 0,0-1 0 16,-2 1 1-16,3 1 0 16,-1-1-1-16,2 1 1 15,1-2-1-15,0 0 0 16,1 0 1-16,0 1-1 0,1-1 0 15,0 0 0-15,-3-1 1 16,4-1-2-16,0 0 2 16,-1-1-1-16,1-1 0 15,-1-1 1-15,1 0 0 16,-1 0 1-16,1 0-1 16,0-4 1-16,1 0-2 0,0-1 0 15,0 2 0-15,0 1 0 16,0 0-3-16,0 1-50 15,0-1-76-15,0-1-106 16</inkml:trace>
  <inkml:trace contextRef="#ctx0" brushRef="#br0" timeOffset="79031.66">13390 7934 293 0,'0'0'100'0,"0"0"-20"0,0 0-49 15,0 0-13-15,0 0-14 16,0 0 13-16,0 0 1 0,0 0-12 16,21 36-4-16,-17-27-1 15,1 0-1-15,-2 0 1 16,-1-1-1-16,1-5-6 16,-1 2-53-16,-2-5-45 15,0 0-54-15</inkml:trace>
  <inkml:trace contextRef="#ctx0" brushRef="#br0" timeOffset="79217.24">13382 7845 341 0,'0'0'42'15,"0"0"-4"-15,0 0-36 16,0 0-2-16,0 0-2 15,0 0-4-15,0 0-69 0,0 0-41 16</inkml:trace>
  <inkml:trace contextRef="#ctx0" brushRef="#br0" timeOffset="79769.42">13594 7878 223 0,'0'0'47'16,"0"0"3"-16,0 0 28 16,0 0-32-16,0 0-18 15,0 0 3-15,-29-2-2 16,18 3-10-16,2 5-3 15,-2 2-3-15,1 0-5 0,2 4-2 16,1-1-2-16,3 2 0 16,2 1-3-16,2-1 0 15,0-2-1-15,2 1 0 16,3-3 0-16,4-1 0 0,-1-3 0 16,3-4 0-16,-2-1 0 15,2-1 0-15,-3-9 0 16,2-2 0-16,-2-6-2 15,-2-2-1-15,-2-7-1 16,-1-2-2-16,-2-1-2 16,-1-2 0-16,0 1 0 15,-7 5 4-15,0 4 4 0,-3 3 0 16,1 8 1-16,2 3 0 16,3 5 9-16,1 3 8 15,1 2-11-15,2 10-7 16,0 4 1-16,5 4 0 0,2 1 2 15,2 4 0-15,0-1-1 16,3 1 0-16,-2 0-2 16,1-2 2-16,-1 1-2 15,-2-5 0-15,0-2-3 16,-3-4-23-16,0-3-37 0,-3-6-50 16,0-3-55-16</inkml:trace>
  <inkml:trace contextRef="#ctx0" brushRef="#br0" timeOffset="80306.5">13700 7863 352 0,'0'0'57'0,"0"0"4"0,0 0-18 0,0 0-1 16,0 0-17-16,0 0-15 15,0 0-8-15,0 0 0 0,0 0 0 16,0 0 0-16,0 0 0 16,8 31-1-16,-3-21 0 15,2 0-1-15,-1-1 0 16,2-2 0-16,-1 0-1 15,-1-5-1-15,0-2-18 0,1 0 2 16,-1-2 1-16,1-8 5 16,-1-3 5-16,-3 1 3 15,0-1 3-15,-1 0 1 16,-2 2 0-16,0 1 0 16,0 1 1-16,0 3 8 0,-1 2 7 15,-2 1 3-15,2 2 3 16,-2 1-1-16,3 0-11 15,-2 3-6-15,2 4-1 16,0 4 1-16,0-1 0 16,5 3 0-16,1 0-2 15,3-1-2-15,0-1 2 0,1-1-2 16,1-1 0-16,-1-3-1 16,1-1-25-16,-1-3-50 15,-1-2-112-15,0 0 20 16</inkml:trace>
  <inkml:trace contextRef="#ctx0" brushRef="#br0" timeOffset="81069.52">13988 7818 11 0,'0'0'309'0,"0"0"-233"0,0 0-19 0,0 0-24 15,0 0-3-15,0 0 4 16,0 0-10-16,-38-14-9 16,28 14-3-16,0 1-1 15,0 4-4-15,0 2-1 16,3-1-2-16,0 4-2 0,1 2-1 15,4 0 0-15,0 1-1 16,2 0 0-16,0 1 1 16,0-3-1-16,5 0 0 15,1-4 0-15,3-3-6 16,1-3-12-16,0-1 6 0,-2-5 2 16,4-7 6-16,-3-4 3 15,-3-1 0-15,1 1-1 16,-5 0 1-16,0 3 0 15,-2 4 2-15,0 2 0 16,0 2 3-16,-2 5 0 0,0 0-1 16,-1 0 0-16,-1 0-2 15,2 6 0-15,1 2 0 16,1 1 0-16,0 0 1 16,0 2-1-16,5-1 0 15,2 0 0-15,1 0-1 16,2-2 0-16,0-1 1 0,0-2-2 15,0-2 1-15,2-3 1 16,-1 0-1-16,0-7 1 16,2-3 0-16,-1-3-1 15,0-2 1-15,-2-4-1 0,-3 0 0 16,-1-4 0-16,-2-2 0 16,-3-1 0-16,-1-2 0 15,0-2-1-15,-5 5 0 16,-4 0 1-16,-1 4 0 15,0 6 0-15,2 5 1 0,-1 7 13 16,5 3 8-16,2 11-17 16,2 8-5-16,0 4 3 15,9 2 8-15,1 2 5 16,3-2-5-16,1-4-4 16,2 0-3-16,0-5-2 15,0 1-1-15,-2-4-1 0,-2-3-4 16,-1-3-75-16,-4-6-136 15</inkml:trace>
  <inkml:trace contextRef="#ctx0" brushRef="#br0" timeOffset="92204.81">17172 7371 206 0,'1'-5'50'0,"-1"0"-4"0,0 1-9 16,0-1 5-16,0 2-2 16,-1 0-12-16,-3 0-6 15,2 1-8-15,-3-1-4 0,1 2-1 16,-2-1 3-16,-2 1-5 16,-1 1 0-16,-2 0-1 15,-6 0-2-15,0 1 0 16,-3 5-1-16,-1 2-1 0,-1 4 1 15,-1-1-2-15,2 2 1 16,3 2 1-16,2-1 0 16,3 2-2-16,2 0-1 15,7-1 2-15,1 0 0 16,3-1 0-16,1 0-1 16,9-2 0-16,3-2 0 0,4 0 1 15,1 0 0-15,5-3 0 16,-2 1 0-16,3-2 0 15,-3 2-1-15,2 0 0 16,-4 1-1-16,0-1 1 16,-3 3-1-16,-2 0 1 0,-2 2 0 15,-2 0-1-15,-3 1 0 16,-3 0 1-16,-3-1 0 16,-1-2 0-16,0 0 2 15,-1 0 11-15,-7-2 10 16,-3 0-16-16,-3-1 8 15,-2 1 0-15,-5-2-8 0,-2 1-1 16,-4-1-3-16,0-2 0 16,-3 0-1-16,0-2-3 15,-1-1 1-15,0-1-1 16,4-1 1-16,2 0-2 0,5 0 0 16,1 0-2-16,7-2-18 15,3 1-35-15,5-1-32 16,4 1-79-16,0-3-118 15</inkml:trace>
  <inkml:trace contextRef="#ctx0" brushRef="#br0" timeOffset="92997.32">17523 7405 99 0,'0'0'119'0,"0"0"-60"0,0 0-6 15,0 0-2-15,0 0-2 16,0 0-11-16,0 0-7 16,0 0-12-16,0 0-7 15,0 0-4-15,-20-31-2 0,14 30-2 16,-1 0-1-16,-1 1-2 15,-1 0 0-15,-3 0 0 16,0 0 0-16,0 2 0 16,-2 3-1-16,1 1 2 15,0-2-2-15,2 3 3 0,1 0-3 16,2 2 3-16,2 0-1 16,-1 1-1-16,0 2 0 15,3 2-1-15,2 0 0 16,1 0 1-16,1-1 0 15,0 0-1-15,2-1 1 16,7-4-1-16,3 0 3 0,2-3 8 16,2 0 9-16,3 1-8 15,-2-1-4-15,0 1-4 16,1 2-2-16,-2 2-1 16,-2 0-1-16,-1 1 1 15,-3 2-2-15,-1 0 3 0,-2-1-3 16,-3 1 2-16,-3-1 0 15,-1 0-1-15,0-2 0 16,0 0 3-16,-8-1 1 16,-2-2 3-16,-2 1-1 15,-4-1 0-15,-1 1-1 0,-2-2-3 16,-1 0 0-16,2-3-1 16,2 2-1-16,-1-3 0 15,6 0 2-15,1-1-2 16,3-1 0-16,2 0 0 15,3 0 0-15,-1-4 0 0,3-1 0 16,0 0-7-16,0-1-49 16,0 1-45-16,0-1-129 15</inkml:trace>
  <inkml:trace contextRef="#ctx0" brushRef="#br0" timeOffset="112488.46">17619 7782 130 0,'0'0'76'0,"0"0"-38"0,0 0-7 15,0 0-7-15,0 0 1 16,0 0 17-16,0 0 5 0,0 0-24 15,0 0-10-15,0 0-9 16,0 0-2-16,-6-11 10 16,12 22 8-16,1 5 0 15,0 5-5-15,1 5 3 16,-3 3-6-16,2 1-3 0,-2 1-3 16,-1-1 0-16,-1-2-3 15,-2-3-2-15,-1-2 0 16,0-3-1-16,0-3 1 15,0-1-1-15,0-4 1 16,-1-3-1-16,-1-3-6 16,1-5-30-16,0-1-34 0,-2-3-45 15,0-11-157-15</inkml:trace>
  <inkml:trace contextRef="#ctx0" brushRef="#br0" timeOffset="113145.5">17599 7822 189 0,'0'0'4'0,"0"0"16"0,0 0-2 0,0 0 10 16,0 0 1-16,0 0 9 15,0 0-3-15,0 0-4 16,-19-32-12-16,21 24-5 16,6 0-2-16,3-2 1 15,1 0-1-15,4 0-1 16,0 0 1-16,3 3-4 0,-1 1-3 15,1 2-3-15,-3 3 1 16,0 1-3-16,-3 0 1 16,-1 7 1-16,-5 3-2 15,-2 4 0-15,-5 0 0 0,0 3 0 16,-3 0 1-16,-8 3-2 16,-2-2 2-16,-4-1-2 15,-1-1 2-15,-1 1-1 16,-1-2 0-16,3-2 0 15,0-1 0-15,3-3 0 0,3 0 0 16,4-3 0-16,3-3 0 16,1-1 0-16,3 0 0 15,0-1 0-15,8 0 0 16,2 0 0-16,5 2 1 16,-1 1 1-16,4 0 6 15,-4 3-1-15,2 1 0 0,-3 2-2 16,0 0-2-16,-3 0-1 15,-2 2-1-15,0-2 0 16,-3 0-1-16,0-1 0 16,-3 0 1-16,0-1-2 15,-1 1-10-15,-1-3-69 0,0-3-102 16</inkml:trace>
  <inkml:trace contextRef="#ctx0" brushRef="#br0" timeOffset="113598.26">17884 8035 331 0,'0'0'73'0,"0"0"-32"0,0 0-15 15,30-27-5-15,-20 22-2 16,2-1-4-16,-2 1-3 16,3-2-5-16,-3 3-3 0,0-4-2 15,0 2 0-15,-3-1-1 16,0-1 0-16,-2 1 0 16,-2-3 1-16,-3 2 1 15,0 0 1-15,-5 0 5 16,-5 1-3-16,-1 1-3 0,-3 2 1 15,-1 1 1-15,1 3 4 16,1 0 3-16,3 2-5 16,1 7 0-16,2 2-4 15,3 2 0-15,4 2 0 16,0 1-3-16,0 0 2 0,8-1-2 16,1-2 1-16,4-1 0 15,-1-3-1-15,2-1 0 16,2-2 1-16,-2-2-2 15,-1 1 1-15,0-4-2 16,-3 1-28-16,-3-2-36 0,0 0-34 16,-1 0-62-16</inkml:trace>
  <inkml:trace contextRef="#ctx0" brushRef="#br0" timeOffset="114297.17">18291 7906 190 0,'0'0'38'0,"0"0"20"0,0 0-6 0,0 0 9 16,5-32-10-16,-10 28-23 15,-4 0-7-15,-1 1 0 16,-1 1-5-16,-1 2-1 0,-2 0 0 16,2 0-4-16,0 5-5 15,1 5-3-15,2 2-1 16,0 1-1-16,4 1 0 16,1 1-1-16,3 0-1 15,1-1 1-15,0-1 1 0,2-3-2 16,5-3 1-16,1-2 0 15,2-3-1-15,1-2 1 16,-1 0-1-16,0-8 1 16,2-2-1-16,-2-3 0 0,-1 0 1 15,1 0 0-15,-5 2 0 16,1 2 0-16,-2 2 2 16,-1 4-1-16,0 3 2 15,1 4-2-15,-1 10 2 16,-1 4 2-16,0 9 13 0,0 3-1 15,-2 6-5-15,0 3 3 16,0 3-6-16,0 1-4 16,-2-3-2-16,-5-3 0 15,3-7-1-15,-3-3 1 16,1-7 1-16,-2-6 1 0,0-4-2 16,-1-5 0-16,0-1-1 15,1-4 0-15,-2 0 1 16,2-9-2-16,-1-3 0 15,3-4-1-15,5-2 0 16,1-3 0-16,-1-1-1 16,9-1-1-16,2 2-7 0,2-1-13 15,0 3-14-15,5 2-19 16,-4 2-1-16,2 0-26 16,-3 1-65-16,0 0-41 15</inkml:trace>
  <inkml:trace contextRef="#ctx0" brushRef="#br0" timeOffset="114689.23">18380 7908 375 0,'0'0'27'0,"0"0"34"16,0 0-35-16,0 0-17 16,36-4-1-16,-26 16-3 0,1 2 3 15,-3 1 2-15,-2 2-2 16,0 0-3-16,-2-1-2 16,0-1-1-16,-4-3-2 15,0-1 1-15,0-5-1 0,0-2 1 16,0-2 1-16,-4-2 0 15,0 0 3-15,0-8-2 16,1-3-3-16,2-3 2 16,1-2-1-16,0-3 0 15,6-1 0-15,6 1-2 0,0 2 2 16,5 0-2-16,-1 5-1 16,1 4-3-16,-3 3-39 15,-3 3-57-15,-2 1-68 16</inkml:trace>
  <inkml:trace contextRef="#ctx0" brushRef="#br0" timeOffset="115929.23">18663 7947 321 0,'0'0'14'0,"0"0"5"16,0 0 1-16,32-13 8 16,-24 9-1-16,-1-2-5 15,-1 2-13-15,-1-1-6 0,0 1-2 16,-2 0 1-16,-2-1 0 16,-1 1 3-16,0-1 14 15,0 1-3-15,0-2-5 16,-5 3 2-16,-1 2 1 0,-3 1-1 15,2 0-9-15,0 10-2 16,-2 3 3-16,1 3 6 16,2 2-1-16,1 2-5 15,2-1-1-15,2 0-3 16,1-2 1-16,0-2 0 16,8-3-2-16,2-4 1 0,2-3-1 15,4-5 1-15,1 0 0 16,3-5 0-16,3-8 0 15,0-4 0-15,2-3 0 16,-2-2-1-16,-3 0 0 16,-1-1 1-16,-3 3-1 0,-6 1 0 15,-3 4 0-15,-3 3 1 16,-4 2 0-16,0 4 0 16,-4 2 0-16,-4 1 0 15,-2 3 0-15,0 0-2 16,1 3 2-16,2 5-2 0,3 1 2 15,1 1-2-15,3 1 1 16,0-1 0-16,9 3-1 16,2-2 2-16,3 1 0 15,1 0-1-15,-2-1 1 16,0 1-1-16,-3-2 1 0,-3 1-1 16,-3 1 1-16,-1-2-1 15,-3-1 0-15,0 0 0 16,0-2 1-16,-3-1-2 15,-1-2 1-15,1-1 0 16,-1-3 0-16,1 0 0 0,3 0 1 16,0-4-1-16,0-2 0 15,6-4 0-15,5 0 0 16,3-2 0-16,5-1 0 16,2-3-1-16,1 0-1 15,-1-1-2-15,-3 2 2 0,-3 0 2 16,-5 2-2-16,-4 2 2 15,-5 3 1-15,-1 2-1 16,-4 1 0-16,-4 2 0 16,-3 1 0-16,1 1 0 15,3 1 0-15,-1 0 1 0,4 0-1 16,2 0 0-16,2 4-1 16,0 4 1-16,4-1 0 15,4 3 0-15,2 0 0 16,3 2 1-16,-3-2-1 15,0 1 0-15,-2-1 1 16,-2 2-1-16,-2-2 0 16,-4 0 0-16,0-1 1 0,0 0 0 15,0-2-1-15,-4 1 0 16,1-2 1-16,-1-2-1 16,-2 1 0-16,2-1 0 15,-2-2 0-15,2 0 1 0,-1 1-1 16,3-3 0-16,-1 2 1 15,1-2-1-15,2 0 1 16,0 0-1-16,0 0 3 16,5-3 0-16,4-4 0 15,4-3-1-15,3 0-1 0,4-2 1 16,1 1 1-16,0 1 5 16,-2 0 4-16,-1 3 0 15,-3 2-4-15,-6 2-1 16,-2 3-4-16,-1 0-1 15,-4 5 1-15,-2 3-1 16,0 3 6-16,0 0 1 0,-1 2-2 16,-3-1-6-16,-1 1 1 15,2 0-2-15,1-3 1 16,-3-2-2-16,2 0-28 16,-1-3-48-16,0-3-54 0,0-2-92 15</inkml:trace>
  <inkml:trace contextRef="#ctx0" brushRef="#br0" timeOffset="116068.23">19247 7828 454 0,'5'-7'2'0,"1"0"7"15,-2 3-10-15,1 4 0 16,0 0-6-16,-5 0-20 0,0 3-48 15,1-1-53-15</inkml:trace>
  <inkml:trace contextRef="#ctx0" brushRef="#br0" timeOffset="116520.38">19416 7889 465 0,'0'0'28'0,"0"0"14"16,0 0-35-16,0 0 2 15,-10 29 22-15,8-15-2 16,-1 1-9-16,2 0-5 16,1 2-6-16,0-1-4 15,1-2-4-15,4 0 1 0,3-1-1 16,-1-2-1-16,4-4 2 15,1-2-2-15,2-5 1 16,-2 0-1-16,2-3 0 16,0-7 1-16,-1-1-1 15,-2-2 0-15,-3-1 1 16,0 1-1-16,-6-1 1 0,-2-1 0 16,0 0 0-16,0-1 0 15,-2 2 0-15,-6 0-1 16,-1 4 0-16,0 0 1 15,-1 4-2-15,-1 4 1 16,0 1-2-16,1 1-3 0,1 1-20 16,2 8-31-16,2 0-31 15,3-2-42-15,1 1-93 16</inkml:trace>
  <inkml:trace contextRef="#ctx0" brushRef="#br0" timeOffset="116922.29">19574 7896 406 0,'0'0'37'0,"0"0"26"0,0 0-46 15,0 0-11-15,0 0 4 16,0 0 26-16,20 28-10 15,-15-13-12-15,-1 3-6 16,0 0-4-16,-1-1-3 0,-1-1 1 16,-2-2-1-16,0-3-1 15,0-3 1-15,0-3-1 16,0-3 1-16,0-2 0 16,0 0 4-16,0-4-2 0,0-5 2 15,0-3 11-15,0-2-7 16,2-2-5-16,6-2-3 15,3 0-1-15,0 0 1 16,4 5 0-16,1 1 6 16,-1 7-4-16,1 3-2 15,2 2-1-15,-4 7 1 0,2 5-1 16,-4 3 0-16,-2 4 2 16,-5 4-2-16,-4 0 0 15,-1 2 0-15,-4-2-20 16,-8-6-146-16</inkml:trace>
  <inkml:trace contextRef="#ctx0" brushRef="#br0" timeOffset="124469.47">9254 5600 138 0,'0'-3'37'0,"0"0"-7"16,-2-1 6-16,-1 1-10 16,-1 1 5-16,0-2 6 0,1 0-7 15,-1 2 3-15,-1-1-7 16,1 0-3-16,0-1-1 16,-2 1-4-16,2 1-5 15,-2-1 3-15,1 1-2 16,-1-1-5-16,1 1-3 15,-1 1-2-15,0-2 0 0,-1 1 1 16,0 0 1-16,0 1 8 16,-2-2-1-16,0 1-5 15,-1 2-4-15,2 0-1 16,-1 0-1-16,2 0-1 0,-2 0 0 16,1 0-1-16,0 1 1 15,1 3-1-15,-2-1 0 16,1 2 1-16,-1-2-2 15,1 2 2-15,-2 0-1 16,0 2 1-16,0-2 0 0,0 1 0 16,0 1 1-16,-2 0 1 15,2 0 1-15,-1 2-1 16,0-1-2-16,1 1 2 16,1 1-1-16,-1-1-2 15,2 1 1-15,2-1 0 0,-1 1-1 16,3 1 1-16,0-1-1 15,0 1 1-15,1 0-1 16,-1 0 1-16,2 3-1 16,-1 0 1-16,2 0 0 0,-1 2 0 15,2-1 1 1,0 4 1-16,-1 0-1 0,1 0 1 16,-1 3-1-16,1-1 2 15,-1 1 0-15,1-2-1 16,0 1 0-16,-1-1-1 15,2-2 1-15,-2 2 0 16,1-4 1-16,0 2 0 0,0-1-1 16,0 1 0-16,0 0 1 15,0-1-2-15,0 1 0 16,3 0 1-16,0 2-1 16,0-1 1-16,-1 0-2 0,1-1 2 15,0 1-1-15,-1 0-2 16,-1-1 0-16,2 2 1 15,0-2 0-15,0 2-1 16,-1 0 0-16,1 0 1 16,1 1-1-16,-1 0 0 15,-3 1 0-15,2 0 1 0,-1-1-2 16,1-1 2-16,0 0-1 16,-1-3 0-16,1 0 0 15,-1-3 0-15,3 0 1 16,-1 0-1-16,1-1 0 15,1 0 0-15,-1-1 0 0,0 1 0 16,1-3 1-16,-3 0-1 16,3-2 0-16,0 0 0 15,0-1 1-15,0-1-1 16,2 1 0-16,0 1 0 16,0-2 1-16,2 1-1 0,1-3 0 15,-2 0 0-15,3 0 0 16,-3-1 0-16,1-1 0 15,-1-2 1-15,0 1-1 16,0-1 1-16,-1 0-1 16,-1 0 0-16,3 0 0 0,-3 0 0 15,0 0 1-15,2-1-1 16,-1-1 0-16,0-1 0 16,1 0 0-16,-1-2 0 15,1 2 1-15,-1-1-1 16,2 1 1-16,-1-2-2 0,-1 0 1 15,0 2 1-15,-1-1-1 16,2 0 0-16,-2-1 0 16,2 1 0-16,0 0 0 15,-2 0 0-15,3-2 2 16,-2 0-2-16,1 1 0 0,-1-1 0 16,0-1 0-16,-1 2 0 15,-1-1 0-15,1-1 0 16,-2 2 0-16,2 0 0 15,-2-3 0-15,2 3 1 16,0-4-1-16,-1 3 0 16,1-2-1-16,2 0 1 0,-3 0 0 15,1 0 1-15,1 1-1 16,-2 0 0-16,2 0 0 16,-3 1 0-16,2 1 0 15,-3-2 0-15,1 2 0 0,-1 0 0 16,0-1 0-16,-1 0 0 15,1 0 0-15,-1 0 0 16,1-1 0-16,0 0 0 16,1-1 0-16,-2 0 0 15,1 1 0-15,1-1 0 16,-3 0 0-16,2 0 1 0,0-1-1 16,0 1-1-16,0 1 1 15,-2-1 0-15,0 1 0 16,1-1 0-16,-2 1 0 15,1-1 0-15,1-1 0 16,-2 1 0-16,1-3 0 0,1 1 0 16,0-1 0-16,0-1 0 15,2 1-1-15,-1-1 1 16,1 2 0-16,-1 0 0 16,1 2 0-16,-2 1 0 15,-1 1 0-15,0 1 0 0,0 0 0 16,-1 2 0-16,0-2 0 15,0 0 0-15,0 0 0 16,0-1 0-16,0-1 0 16,0 0 0-16,0 0 0 15,0-2 0-15,0 0 0 0,0 0 0 16,0-1 0-16,0 0 0 16,0 0 0-16,0 0 0 15,0 0 0-15,0-1 0 16,0 2 0-16,0-1 0 15,0 1 0-15,0 0 0 16,0 2 0-16,-2-1 0 0,2 1 0 16,-2 0 0-16,-1 1 0 15,1-1 0-15,1 1 0 16,-2 1 0-16,0 0 0 16,2 0 0-16,1-1 0 15,-2 1 0-15,1-1 0 0,-2-1 0 16,3 0 0-16,0-1 0 15,-2-1 0-15,1 1 0 16,1-2 0-16,-3 3 0 16,2-1 0-16,-2-1 0 0,0 1 0 15,0-1 0-15,0 2 0 16,0-1 0-16,1 1 0 16,0 1 0-16,-2-1 0 15,2-1 0-15,1 0 0 16,0-1 0-16,-1 2 0 15,2-3 0-15,0 2 0 0,0-1 0 16,0 0 0-16,0 2 0 16,0 0 0-16,0 0 0 15,-1 0 0-15,-3 2 0 16,3-2 0-16,-1 1 0 16,-2 0 0-16,0 0 0 0,1-2 0 15,0 2 0-15,-1-1 0 16,1 2 0-16,2 0-2 15,-2 0 2-15,0 0 0 16,1 2 0-16,1-1 2 16,-2 0-4-16,2-1 4 0,-2 1-2 15,0 1 0-15,2-2-2 16,-2-1 2-16,-1 0 2 16,2 0-2-16,-1-1 0 15,-2-1 0-15,2 1 0 16,-1 1 0-16,0-1 0 0,0 2 0 15,1 0 0-15,-1 1 0 16,1 0 0-16,0 1 0 16,0-1 0-16,-1 1-2 15,2 0 4-15,-1 0-2 16,0-1-2-16,1 1 4 0,-1 1-4 16,-1 0 2-16,1 1 0 15,-2-1-1-15,0 1 1 16,-1-1 0-16,1 2-1 15,-1 0 2-15,2-2-2 16,-2 2 1-16,2-1 0 0,0-1 0 16,-2 2 0-16,2-1 0 15,-2 0 0-15,1 0 0 16,0 0-1-16,-3-1 2 16,3 1-1-16,-2-2 0 15,1 3 0-15,-1 0 0 0,-2 0-1 16,0 0 0-16,0 0 1 15,2 0-1-15,-1 0-3 16,-2 0-58-16,-2-7-76 16,1-12-329-16</inkml:trace>
  <inkml:trace contextRef="#ctx0" brushRef="#br0" timeOffset="149207.28">11816 8375 147 0,'0'0'3'0,"0"0"9"0,0 0 0 16,0 0 7-16,0 0 5 16,0 0 13-16,0 0-3 15,0 0-4-15,0 0-8 16,0 0-6-16,0 0-7 16,0 0-7-16,-11-13 0 15,11 16 4-15,0 5 0 0,2 1-2 16,1 0 2-16,1 2-1 15,4 1 2-15,-1 0-1 16,-1 1-1-16,3-1-1 16,1 2-1-16,0-2 1 15,0 1 0-15,0-2-1 0,1 0 1 16,1 0 2-16,-1-2-1 16,4 2 1-16,-1-2 3 15,1-1-5-15,-1 0-2 16,3-1 0-16,-2 1 0 15,0-2-1-15,2 1 0 0,-2-2 1 16,0-1 0-16,-1-1 4 16,2 0-1-16,-2-3 2 15,3 0 5-15,-3 0-5 16,3 0 0-16,-3 0 0 16,4 0-2-16,-2-4-2 0,1 0-2 15,-1 1 0-15,0-2 0 16,1 0-1-16,-2 1 0 15,1-1 1-15,1 0-1 16,-2 0 0-16,3 0 2 16,-3 0-2-16,3-1 3 0,-1 0-2 15,-2 0 0-15,1 1 0 16,-1-1-1-16,0 1 0 16,0-1 0-16,-1 2 0 15,2-2 0-15,-1 1-1 16,0-1 2-16,-2 2-1 0,3-1 1 15,-2 1-1-15,0-1 1 16,1 0 2-16,-1 0-2 16,2 2 0-16,0-2 4 15,0 0-4-15,0 0 1 16,1 0 0-16,2 2 1 16,-2 0-2-16,3-1 1 0,-1 1-1 15,1 2 0-15,0 0-1 16,0 0 1-16,1 1-1 15,-1 0 1-15,-1 0 2 16,0 0-3-16,-2 0 1 0,-1 5-1 16,-3-2 2-16,1 0 0 15,-2 2-1-15,-2-1 0 16,-2 0-1-16,1 0 1 16,-1 0-1-16,0 1 1 15,-1-1 0-15,-1 2 0 0,0 0 0 16,-1 0-1-16,0 2 1 15,-1 1-1-15,-1-1 2 16,0 0-2-16,-2 1 0 16,2-1 1-16,0-1-1 15,0 0 1-15,0 0-1 16,-2-2 0-16,2 2 1 0,0-4 0 16,-1 0-1-16,-1-1 0 15,1 3 0-15,-2-4 0 16,0 0 0-16,0-1 1 15,0 0 0-15,0 0 3 16,0 0 23-16,0 0-10 0,0-2-13 16,0-4-1-16,0 0 2 15,2-2-3-15,1 1 0 16,-1-1 0-16,1-2-2 16,0 2 0-16,2 0 0 15,0 0-1-15,2-1 1 0,-3 2 0 16,2 1-1-16,1-1 1 15,-1 1-1-15,1 1 1 16,0-2-1-16,0 2 1 16,1 0-1-16,0-1 1 15,1 2-1-15,-1-2 2 0,2 2-2 16,-1-2 1-16,0 2 0 16,1 0 0-16,0-1 0 15,0 2 0-15,1-1 0 16,1 2 0-16,0-1 0 15,1 0 0-15,0-1 0 16,1 0 0-16,2 1-2 0,1-1 2 16,0 2 0-16,4-1 0 15,-1 1 0-15,1-1 0 16,4 2 0-16,-2-1 2 16,0 0-2-16,0 2 0 15,0-2 0-15,1 1 1 0,-4 1 1 16,0 0 1-16,0 0 1 15,-1 0 0-15,-1 0-1 16,3 3 0-16,1 0 0 16,0 1 0-16,2-1-2 15,-1-1 1-15,3-1 0 0,0 0-2 16,1 0 2-16,3-1-1 16,1 0-1-16,0 0 2 15,3-1-1-15,1-3 0 16,-1 0 1-16,-1 0-1 15,0-1 0-15,-2 0 1 0,-1 0-1 16,-3 0-1-16,-2 0 1 16,-3 0-1-16,0 2 0 15,-4-4 0-15,-1 4 0 16,-6-3 1-16,1 1-1 16,-3-1 1-16,-1-2-1 0,1 0 2 15,-2-2-2-15,2-5 0 16,-1 0 1-16,2-6-1 15,1-1 0-15,0-4 0 16,2-2 0-16,-2 0 0 16,4 1 0-16,-3 2 0 0,-2 1 0 15,-3 1 0-15,1 1 0 16,-2 1 0-16,-3 2-1 16,-2 0 1-16,-1 1 0 15,0 1 0-15,0 2 0 16,0 2-1-16,-2 0 1 15,-5 3-5-15,-1 2-39 0,-2-4-81 16,-2-5-269-16</inkml:trace>
  <inkml:trace contextRef="#ctx0" brushRef="#br0" timeOffset="150704.78">12183 8981 245 0,'-2'-7'20'0,"2"-1"41"0,-2 0-26 0,2 6 15 16,0 0-22-16,0 2-7 16,0 0-16-16,0 6 0 15,0 5 18-15,4 7 12 16,-1 4-9-16,1 3-8 15,-3 4-9-15,1-1-4 0,-1 2-2 16,-1-3 2-16,1-2-3 16,-1-3-1-16,0-4 1 15,0-6-2-15,0-3 1 16,0-4-1-16,0-2 1 16,0-3-1-16,0 0 4 0,0-7-1 15,-1-5-1-15,1-4-1 16,0-4 0-16,0-4 0 15,3 0-1-15,4-2 0 16,-2 1 0-16,3 2-2 16,-1 2 0-16,0 4 0 0,-1 3-1 15,2 3 2-15,-1 3 5 16,-2 3-1-16,1 2 1 16,1 3-1-16,0 0-2 15,2 0 1-15,-2 3 0 16,2 4-1-16,-1 1 3 15,0 2-3-15,-1 1 1 0,-1 2 2 16,0 2 0-16,-2 0-1 16,0 2-1-16,-2-1 1 15,-2-1-1-15,0 0-1 16,0-2 0-16,0-1 1 0,0-2-1 16,0-3-1-16,0-1 1 15,0-4-1-15,0-1 0 16,0-1 4-16,0-3 17 15,1-6-10-15,4-4-8 16,1-2-2-16,4-4 0 0,0-1-1 16,0-2 0-16,0 2 0 15,0-1-1-15,-3 5 0 16,0 1 2-16,-1 2-2 16,-2 4 1-16,2 1 0 15,0 3 0-15,0 0-2 16,2 3 1-16,1 0 1 0,-2 1-2 15,1 1 1-15,0 0 1 16,-2 5-1-16,0 4-1 16,-2 2 1-16,-1 5 1 15,0-1-1-15,-2 3 1 16,-1 0 1-16,0-2-1 0,0 0 0 16,1-1 0-16,1-3 0 15,1-2 0-15,1-2 0 16,2-2 0-16,1-4 1 15,1-2-1-15,2 0-1 16,1-1 1-16,0-6-1 0,1-3-1 16,-2 1-1-16,0-1 0 15,0 0 0-15,-2-1 1 16,-1 1 2-16,-2 2 0 16,0 0 0-16,-2 1 0 15,-2 1 0-15,-1 2 0 0,0 1 2 16,0 1 1-16,0 2 4 15,0 0-1-15,-3 7 1 16,-1 3 2-16,2 1 0 16,0 2-2-16,2 2-2 15,0-1-3-15,0-1 0 0,4-2-2 16,3-1 1-16,2-3-1 16,3-2-10-16,-2-3-26 15,1-2-1-15,-2 0-66 16,-2-9-46-16,-3-3-179 15</inkml:trace>
  <inkml:trace contextRef="#ctx0" brushRef="#br0" timeOffset="150829.89">12629 8872 398 0,'-1'-7'4'0,"1"0"0"0,0 3-4 0,1 2 0 15,5 1-24-15,0 1-63 16,-2 0-73-16</inkml:trace>
  <inkml:trace contextRef="#ctx0" brushRef="#br0" timeOffset="151647.6">12738 8966 371 0,'0'0'16'15,"0"0"0"-15,0 0-6 16,0 0 19-16,14 38-1 0,-11-23 6 16,1 3-1-16,-1 0-17 15,-1 2-5-15,0 0-8 16,0-1-2-16,-2 0 1 15,0-6-3-15,1-1 1 16,-1-4 0-16,0-2 0 16,0-5 0-16,0-1 3 0,0-1-1 15,-3-7 0-15,1-2-2 16,0-3 0-16,2-2 1 16,0 2-1-16,0-2 0 15,0 1 0-15,4 0-1 16,1 3 3-16,2 0 3 0,-2 2 0 15,2-1 2-15,-2 5 10 16,1-3-2-16,0 5-8 16,1-1 0-16,0 2 0 15,0 2-3-15,0 0-3 16,1 0 0-16,-1 0 0 0,0 0-1 16,-1 4 1-16,0 1-1 15,-2 4 0-15,-1 1 1 16,-2 0-1-16,-1 3 1 15,0-1 1-15,0 1-2 16,0 0 1-16,0-1-1 0,-1-2 1 16,1 0-1-16,0-2 0 15,0-2 1-15,0 0-1 16,3-3 0-16,4 1 1 16,0-2-1-16,2-2 0 0,1 0-1 15,3 0 2-15,-1-6-2 16,0-1 1-16,1-3-2 15,-1-1 1-15,-2-4-1 16,-2 2 2-16,-1-2-1 16,-3 2 1-16,-1 0 1 15,-2 1-1-15,-1 3 2 0,0 2 2 16,0 2 14-16,0 5 10 16,0 0-3-16,0 4-17 15,0 7-2-15,0 3 4 16,0 3 1-16,0 0-2 15,0 1-3-15,0-2-3 0,4-1-1 16,2-2 0-16,1-1-2 16,-1-4-2-16,2-2-17 15,-1-3-21-15,0-3-14 16,0 0 7-16,-2-9-47 16,0-6-59-16,-3-9-106 0</inkml:trace>
  <inkml:trace contextRef="#ctx0" brushRef="#br0" timeOffset="151811.79">12971 8882 462 0,'0'0'22'0,"0"0"6"0,0 0-15 16,0 0-10-16,0 0 0 15,0 0-3-15,0 0 0 16,0 0-41-16,0 0-93 0,0 0-153 15</inkml:trace>
  <inkml:trace contextRef="#ctx0" brushRef="#br0" timeOffset="152721.45">13094 9011 446 0,'0'0'9'0,"0"0"14"16,0 0-20-16,0 0 4 15,0 0 26-15,6 41 4 16,-2-26-16-16,3 3-6 16,0 0-9-16,-1 2-4 15,-2-3-1-15,-1 0-1 16,-1-2 1-16,-2-4-1 0,0-2 1 15,0-2 0-15,0-7 0 16,0 0 0-16,0-1 1 16,0-9 0-16,0-4-1 15,2-2 0-15,4-3-1 16,1 1 0-16,0-1 0 0,2 2 0 16,2 2-1-16,-1 6 1 15,-2 3 0-15,1 3-1 16,-1 3 0-16,-1 0 2 15,0 5-3-15,-2 4 2 16,0 2 0-16,-2 2 1 0,-1 2-1 16,0-2 1-16,-1 2 0 15,1-2 0-15,-1-1-1 16,1-4 0-16,-2 0 0 16,1-4 1-16,-1-1-1 15,1-2 1-15,0-1 2 0,1 0-1 16,-2-6-1-16,2-4 0 15,-1-2-1-15,1-1 0 16,0-3 0-16,3-1 1 16,-1 2-2-16,2 0 1 15,-1 2 1-15,2 4-1 0,-1 2 0 16,2 3-1-16,-1 3 0 16,-1 1 1-16,0 0-1 15,-1 5 1-15,0 4 0 16,-4 0 1-16,0 4 4 15,0 0 4-15,-1 0-2 0,0-1-1 16,0 1-2-16,0-3-2 16,1 0 0-16,2-3-2 15,0-2 1-15,1-2 1 16,4-3-2-16,1 0 1 16,2-2 0-16,1-7 0 15,0-3 0-15,3-1 0 0,-2-2-2 16,-1 0 1-16,-2 0 0 15,-1 2 0-15,-3 4 0 16,-3 1 1-16,-2 5 0 16,-1 1 1-16,0 2 10 15,0 2-6-15,0 5 1 0,0 3 12 16,0 1 5-16,0-1-5 16,0 3-9-16,0-3-5 15,6 0-2-15,1-2-1 16,1-1-1-16,-1-2-1 15,0 0-7-15,-1-4-32 0,-3 0-13 16,-1-1-37-16,0-1-62 16,-2-7-73-16</inkml:trace>
  <inkml:trace contextRef="#ctx0" brushRef="#br0" timeOffset="152902.29">13435 8938 489 0,'0'0'11'0,"0"0"15"0,0 0-10 16,0 0-6-16,0 0-8 0,0 0-1 15,0 0-4-15,0 0-25 16,0 0-90-16,0 0-147 16</inkml:trace>
  <inkml:trace contextRef="#ctx0" brushRef="#br0" timeOffset="153416.41">13560 9002 478 0,'0'0'30'0,"0"0"-6"16,0 0 15-16,0 0-1 15,2-28-20-15,0 28 2 16,0 0-7-16,0 0-13 15,0 6 0-15,2 3 0 16,-1 0 1-16,3 2-1 0,-3-1 0 16,2 0 0-16,1-3-3 15,1-1-3-15,-1 1-3 16,0-2 1-16,-1 0 5 16,1 1 3-16,-2 2-1 15,1 1 1-15,-3 3-1 0,-2 2 1 16,0 3 0-16,0-1 1 15,0 2-1-15,-2-2 1 16,0-2-1-16,0-1 0 16,2-3 0-16,0-3 0 15,0-3 1-15,0 0-1 0,4-1 2 16,0 1-1-16,1 1 1 16,-1 3-1-16,-3 3 1 15,-1 3 7-15,0 2 4 16,-4 2-5-16,-6 0 14 15,-2 1-4-15,-3-1-3 0,-1-3-6 16,-1 0-3-16,-3-4-3 16,0-1-2-16,1-3 0 15,1-2-2-15,2-2-8 16,3-3-18-16,5 0-24 16,1-3-41-16,6-9-126 15</inkml:trace>
  <inkml:trace contextRef="#ctx0" brushRef="#br0" timeOffset="154019.17">13690 9181 284 0,'0'0'55'0,"0"0"4"0,0 0-30 15,0 0-8-15,0 0-5 16,0 0 2-16,30-16-8 16,-22 12-6-16,4 1-3 0,0 0 1 15,-2-3-1-15,2 0 0 16,-2-1 2-16,-1-1-3 16,0 0 2-16,-2-2-2 15,-2 0 1-15,-3 1 1 16,-2 1 1-16,0-1 14 0,0 0 6 15,-4 2 0-15,-4 1 3 16,1-1 5-16,0 3-2 16,1 0-9-16,-1 3-4 15,2 1-3-15,-2 0-3 16,2 6-4-16,-1 6-2 0,0 1 3 16,1 5 5-16,2 0-2 15,-1 2-2-15,3-1-1 16,1 0 0-16,0-1-3 15,6-3-3-15,3-4 1 16,3-3-2-16,2-5 4 16,2-3-4-16,0 0-7 0,0-4-47 15,1-6-57-15,-4-8-157 16</inkml:trace>
  <inkml:trace contextRef="#ctx0" brushRef="#br0" timeOffset="157179.29">16884 8249 209 0,'2'-6'3'0,"-2"-1"7"16,0 2-1-16,0 0 12 15,0 3 15-15,0-1 9 16,0 0-11-16,-4 3-7 0,1 0-12 15,-3 0-6-15,3 3 0 16,1 4-2-16,-1 1 3 16,0 4 1-16,3-1 0 15,0 4 4-15,0 1-1 16,4 1-1-16,2 1-2 0,3 2-2 16,1 2 0-16,2-1 0 15,2 2-2-15,-1-1 2 16,2-1-3-16,2-1 0 15,3-1 0-15,-3 0 0 16,3-3 0-16,2-2 0 0,-1-1-1 16,1-3-1-16,2-2 0 15,0-2 0-15,0-4 0 16,1 0 1-16,0-2 1 16,-1 0-3-16,1 0-1 15,0-4 0-15,-2 0-1 0,1-1-1 16,1 0 1-16,-1 0-1 15,3 0 0-15,-2 2 0 16,3-1 0-16,1 1 0 16,-1 1 0-16,2-1 0 15,2 1 0-15,3-1 1 0,0 2-2 16,3-1 2-16,2 0 0 16,-2 1-1-16,0 0 0 15,0 0 0-15,-4-1 0 16,2 2 0-16,0 0 0 15,2-1 1-15,0 0 1 0,1-1 6 16,3 0 0-16,0 0-3 16,1 0-2-16,1 0 0 15,-4 2-1-15,2 0-1 16,-3 0-1-16,-2 0 1 16,-4 7-2-16,-2 1 2 15,-3 4-1-15,-3-2 0 0,-2 2 0 16,-6 1 0-16,0-2 0 15,-5 1 0-15,-2-1 0 16,-1-1 0-16,-4-1 1 16,-1-1-1-16,-2-3 0 15,0 0 1-15,-1-2-1 0,-1-1 0 16,0-2 1-16,1 0 0 16,2 0 6-16,-2-2 6 15,2-6-10-15,3 0-1 16,1-1-1-16,-1-1-1 0,2-1 1 15,2-1-2-15,0 2 1 16,-2-3 1-16,0 0-2 16,0 1 1-16,0 3 0 15,-2 0 0-15,2-1 0 16,1 2 0-16,1 3-1 16,2-1 2-16,2-1-2 0,3 0 1 15,5 1 0-15,3-1 1 16,1-1-3-16,5 1 3 15,2 0-1-15,5 2 0 16,2 1 0-16,3 0-1 16,4 3 2-16,0-1-1 0,4 2-1 15,-1-2 1-15,2 2 0 16,0-3 0-16,-1 2 1 16,0-2-1-16,0-1 0 15,0-3 2-15,1 1-4 16,-2-1 4-16,-1-1 1 15,-2 0 3-15,-2-1 5 0,-5 0-8 16,-3 1 1-16,-7-3-1 16,-8 1 1-16,-2-1-3 15,-9-3 1-15,-2 0-1 16,-7-3-1-16,-2-3 0 16,0 0 0-16,-7 1-8 0,-4-1-46 15,-3-2-63-15,-4 1-198 16</inkml:trace>
  <inkml:trace contextRef="#ctx0" brushRef="#br0" timeOffset="158255.04">17527 9113 241 0,'0'0'9'0,"0"-6"18"0,0 1 9 16,0-2 11-16,0-2-1 15,2 0-3-15,4-3-8 0,3 2-2 16,0 0-13-16,2 1-10 16,2 4-5-16,-1 3-3 15,2 2-1-15,0 0 0 16,-1 7-1-16,1 6 0 15,-1 1 0-15,-1 3 2 0,-2 3-2 16,-3 3 1-16,0 0 1 16,-2 0 1-16,0 0 0 15,-4 0 0-15,-1-4-1 16,0 0 1-16,0-5 1 16,0-4 2-16,0-4 4 0,-1-2-1 15,-1-4 3-15,0 0 13 16,2-5 0-16,0-7-16 15,2-7-6-15,5-3-2 16,5-4 0-16,1-1 0 16,2 0-1-16,-2 3 0 15,-1 7 1-15,-2 4-1 0,-2 4-1 16,0 6 1-16,-1 3-1 16,2 0 1-16,1 2-1 15,0 5 1-15,0 4 0 16,2 2 0-16,-4-1 2 15,1 5-1-15,-1-1 0 0,-1 1 1 16,-2 1-2-16,0-2 0 16,-2 1 1-16,-1-5-1 15,-1-1 0-15,-1-3 0 16,0-2 0-16,0-5 1 0,0-1 0 16,-3 0 1-16,0-9-1 15,1-2 1-15,2-6-2 16,0-1 0-16,6-5 1 15,5 3-1-15,2 0-1 16,1 2 2-16,-1 4-1 0,0 5 0 16,1 3 0-16,-4 4 0 15,2 2-1-15,0 0 1 16,-2 0 0-16,1 7 0 16,-2-1 0-16,-1 4 0 15,0 0 0-15,-1-1 0 16,2 3 0-16,-1-2 0 0,0 2 0 15,0-1 0-15,0-2 0 16,0 1-3-16,0-1-30 16,-1-2-14-16,1-2-24 15,1 0-44-15,1-3-80 16</inkml:trace>
  <inkml:trace contextRef="#ctx0" brushRef="#br0" timeOffset="158938.22">18385 9158 211 0,'0'0'25'0,"0"0"3"0,0 0-6 16,0 0 22-16,0 0 0 15,0 0 6-15,6-32-8 16,-12 29-7-16,-1 0-1 16,-1 1-7-16,-3 2-4 15,0 0-4-15,0 0 0 0,-2 7-6 16,2-1-2-16,1 4-3 16,2 0-1-16,4 0-3 15,1 3-2-15,3-3 0 16,0 2 0-16,1-4-3 15,6 0 1-15,0-3 1 16,3-1-2-16,0-3-1 0,0-1-6 16,-2 0 0-16,-1-5 3 15,0-1 1-15,-1-2 3 16,-3 2 2-16,0 0-1 16,-2 1 2-16,-1 2-1 15,1 1 1-15,-1 0 2 0,0 2 6 16,1 0-7-16,1 0-2 15,-1 4 0-15,1 2 3 16,2 1-1-16,2-1-2 16,2 1-1-16,-1 0 1 0,2-1 0 15,0 1-1-15,0-2 0 16,1 1 1-16,1-2-1 16,-1-1 0-16,2-3 0 15,0 0 0-15,4 0 1 16,2-10 0-16,3-5 1 15,3-5 5-15,4-3 12 0,-1-5-4 16,3 0-5-16,-2 0-4 16,-4 2-4-16,-3 3-2 15,-5 4 0-15,-6 6 0 16,-4 6 0-16,-3 1 0 16,-3 6-2-16,-2 0-17 0,-6 6-7 15,-6 4-9-15,-1 4-27 16,-4 0-28-16,-1 0-50 15,0-1-33-15</inkml:trace>
  <inkml:trace contextRef="#ctx0" brushRef="#br0" timeOffset="159145.39">18562 9095 240 0,'0'0'32'0,"0"0"19"0,0 0-11 15,0 0 3-15,13-31 1 16,-5 28-2-16,1 4-3 0,1 0-12 15,-1 9-12-15,2 5 1 16,-2 4 1-16,0 2-8 16,-2 2-7-16,0-1 0 15,0-3-2-15,-1-2-7 16,1-7-27-16,1-2-38 0,2-6-66 16,-2-2-37-16</inkml:trace>
  <inkml:trace contextRef="#ctx0" brushRef="#br0" timeOffset="159389.34">18837 9097 415 0,'0'0'69'16,"0"0"-10"-16,0 0-27 15,0 0 10-15,0 0-5 16,0 0-8-16,21 31-9 0,-18-16-9 15,1 0-7-15,0 1-3 16,-1-3 0-16,0 0-1 16,0-2-7-16,-2-3-27 15,0-2-36-15,1-6-16 16,-2 0-7-16,0-8-90 0</inkml:trace>
  <inkml:trace contextRef="#ctx0" brushRef="#br0" timeOffset="159545.45">18888 8935 451 0,'0'0'18'0,"0"0"-13"15,0 0-6-15,0 0 1 16,0 0 0-16,0 0-11 16,0 0-39-16,0 0-50 15,22 19-137-15</inkml:trace>
  <inkml:trace contextRef="#ctx0" brushRef="#br0" timeOffset="160426.43">18982 9090 477 0,'0'0'22'0,"0"0"-4"15,0 0-5-15,0 0 21 16,27 17-9-16,-20-8 2 15,1 0-1-15,0 4-13 0,-3-1-8 16,3 1-3-16,-5-2-2 16,0-1 1-16,0 0-1 15,-2-2 1-15,-1-2-1 16,0-2 1-16,0-2-1 16,0-1 0-16,0-1 2 0,0 0 1 15,0-7-1-15,0-2-1 16,0-4 0-16,1 0-1 15,4-2 0-15,2 0 0 16,2 3-1-16,1 1-1 16,1 2 1-16,1 4 1 0,1 3-1 15,0 2 0-15,-1 0 1 16,0 3 0-16,0 5-1 16,-2 2 1-16,-1 1 0 15,-1 1 0-15,-1 0 0 16,0 1-1-16,-2-2 2 0,0-1-1 15,0-2 0-15,-2-1 0 16,0-1 0-16,0-4 1 16,2-2-1-16,-3 0 1 15,1 0 0-15,1-6 0 16,0-3 0-16,1-4-1 16,0 0 0-16,2-2 0 0,1 4 0 15,-2-1 0-15,3 4 0 16,-1 1 0-16,-1 2 0 15,0 3 0-15,0 0 0 16,-1 2-1-16,0 0 1 0,0 0 0 16,-1 6 1-16,0 1 1 15,1 1 1-15,-2 2 3 16,2-1-1-16,1 0-2 16,0-1-1-16,2-1-1 15,1-1 1-15,1-1-1 0,1-1 0 16,1-3 0-16,0-1-1 15,-2 0 2-15,1-1-1 16,-2-8-1-16,0-1 1 16,-3-3-1-16,1 1 0 15,-3-1 1-15,0 0-1 0,-2 3 1 16,0 1-1-16,0 2 11 16,-2 3 5-16,1 1-3 15,-2 3 5-15,0 0-9 16,2 0-6-16,0 5 1 15,1 4 11-15,0 1 4 16,1 1-4-16,0 2-7 0,0-3-4 16,1 1-2-16,2-2 0 15,0-3-1-15,2-1 0 16,1 0 0-16,-1-3-6 16,-1-2-19-16,1 0-18 15,-2 0-16-15,-3-5-33 0,-2-7-58 16,-2-4-133-16</inkml:trace>
  <inkml:trace contextRef="#ctx0" brushRef="#br0" timeOffset="160584.63">19509 8923 546 0,'0'0'15'16,"0"0"2"-16,0 0-15 0,0 0 1 0,0 0-3 15,0 0-11-15,31-13-51 0,-23 18-107 16,0-1-166-16</inkml:trace>
  <inkml:trace contextRef="#ctx0" brushRef="#br0" timeOffset="161149.94">19615 9062 484 0,'0'0'0'16,"0"0"12"-16,0 0 11 16,0 0 24-16,29-33 6 0,-17 26-9 15,1 1-23-15,0 5-11 16,0 1-9-16,-2 0-1 16,-1 7 1-16,-2 4-2 15,-4 3 1-15,-3 1 0 16,-1 2-1-16,-2 0 1 15,-9 0-1-15,-1 1 2 0,-2-4 0 16,1-1-1-16,1 0 0 16,-1-5 0-16,5 0 0 15,1-2 0-15,4-1 0 16,1-2 0-16,2 0-1 0,1 1 1 16,8 1 0-16,1 2 1 15,4 3 0-15,2 4-1 16,2 2-1-16,1 3 1 15,-2 3 1-15,-2 2-1 16,0 0 0-16,-5 1 1 16,-3-2 0-16,-2-3 2 0,-5-2 5 15,0-1 7-15,-6-4-2 16,-6 0 3-16,-4-2 5 16,-2-2-7-16,-6-2-4 15,-1-2-3-15,2-2-5 0,-2-2 0 16,4-1-2-16,5 0 1 15,4-8 1-15,5-3-1 16,7-6 0-16,1-4 0 16,12-4-2-16,8-6-9 15,5-1-22-15,5-1-18 16,0 2-23-16,0 1-46 0,-3 3-120 16</inkml:trace>
  <inkml:trace contextRef="#ctx0" brushRef="#br0" timeOffset="161580.23">19875 9151 437 0,'0'0'16'0,"0"0"12"0,0 0-14 0,38-30-3 0,-27 22-3 15,2 2 2-15,-2-3 2 0,2 1-6 16,-3 0-4-16,-2-1-2 16,-1 1 1-16,-3-1 0 15,-2 2 0-15,-2 0 1 16,-2 1 4-16,-6 2 7 15,-5 1-3-15,-1 1 3 0,-4 2 7 16,1 0 8-16,-1 7-4 16,0 4-7-16,2 3-6 15,2 2-1-15,4 4 0 16,2 1 2-16,4 1 0 16,4 1 0-16,0-2-3 0,10-4-3 15,6-1-3-15,4-4-2 16,5-5 1-16,2-7-1 15,0 0-13-15,-2-10-52 16,-1-12-96-16</inkml:trace>
  <inkml:trace contextRef="#ctx0" brushRef="#br0" timeOffset="166691.29">22036 6943 150 0,'0'0'65'0,"0"0"-8"0,0 0-26 15,0 0-14-15,0 0 38 16,0 0-5-16,4 45-17 15,-4-22-4-15,0 5-2 16,0 3-7-16,-4 2-6 16,-2 4-1-16,0-1-4 0,0-2-1 15,-1-1-1-15,-1-3-1 16,3-5-1-16,-2-2 0 16,3-7-1-16,1-7-1 15,0-1 0-15,1-8 0 0,2 0 3 16,0-9 4-1,0-7-6-15,0-8-2 0,5-5-1 16,3-7 0-16,6-7-1 16,-1-5-1-16,1-1-1 15,2 1-11-15,-2 5 2 16,-3 5 8-16,-3 13 2 16,-2 7 2-16,-1 10-1 0,1 6 4 15,0 2-2-15,2 4 0 16,2 9 3-16,3 5 2 15,-2 6-1-15,2 4-1 16,-1 7 5-16,-1 1-1 16,0 1-5-16,-1 3-2 0,-1-4-1 15,-2 0-1-15,-1-6 1 16,0-2-1-16,-3-6-6 16,-1-5-11-16,1-6-19 15,-3-3-24-15,0-6-44 16,0-2-78-16</inkml:trace>
  <inkml:trace contextRef="#ctx0" brushRef="#br0" timeOffset="166891.6">22090 7236 322 0,'0'0'23'0,"0"0"38"16,0 0-20-16,0 0-16 0,40-31-6 16,-23 26-7-16,2 1-8 15,2 0-4-15,0 1 0 16,1 1-25-16,2-2-104 16,-3-2-118-16</inkml:trace>
  <inkml:trace contextRef="#ctx0" brushRef="#br0" timeOffset="167360.73">22500 7161 288 0,'0'0'42'0,"0"0"-3"16,0 0 21-16,0 0 0 15,-40 9-10-15,26-5-9 16,0 1-6-16,0 3-9 15,2 1-9-15,1 1-9 0,4 3-5 16,4-2-1-16,1 4-1 16,2-5 0-16,2 1-1 15,6-4-1-15,4-2 1 16,1-4-1-16,1-1-5 16,1-2-1-16,-1-8 2 15,0-4 5-15,-1-4-1 0,-2-4-1 16,-3-3-4-16,-1-5-8 15,-3-3-1-15,-2-3 2 16,-2 2 3-16,0 1 7 16,-4 5 3-16,-4 4 0 15,0 7 1-15,2 5 5 0,2 6 14 16,-1 6 6-16,4 1-17 16,1 14-9-16,0 5 1 15,1 8 1-15,5 4 0 16,0 2-1-16,1 2 0 0,1-1-1 15,-1-2 0-15,-2-3-14 16,1-3-33-16,0-3-33 16,0-4-41-16,-1-7-18 15,4-3-111-15</inkml:trace>
  <inkml:trace contextRef="#ctx0" brushRef="#br0" timeOffset="167873.52">22806 7159 366 0,'0'0'25'0,"0"0"57"0,0 0-35 0,0 0-3 15,-26-29-10-15,14 29-5 16,3 0-5-16,0 1-11 0,0 6-7 15,2 4-2-15,1 1-3 16,1 1 1-16,1 2-2 16,3 0 1-16,1 0-1 15,0-2 1-15,0-3-2 16,4-2-4-16,3-4-14 0,2-4 4 16,-2 0 10-16,5-7 5 15,-1-8 0-15,1-7-3 16,-1-5-3-16,-1-7-9 15,-1-5-3-15,-3-4 4 16,0-2-2-16,-5 2 3 0,-1 5 11 16,0 5 1-16,0 8 2 15,-6 7 0-15,0 10 13 16,-1 8 20-16,3 2-16 16,-1 17-16-16,4 8 5 15,0 7 8-15,1 6-2 16,1 2-6-16,5-1-3 0,2 0-2 15,1-6-2-15,1-4 1 16,0-6-24-16,2-7-44 16,-2-6-71-16,1-7-170 15</inkml:trace>
  <inkml:trace contextRef="#ctx0" brushRef="#br0" timeOffset="168586.45">23123 7012 239 0,'0'0'179'0,"0"0"-142"0,0 0-7 0,0 0-27 0,0 0 4 15,27 45 7-15,-24-24 10 16,0 2-11-16,-2-1-7 16,-1-1-4-16,0-1-1 15,0-5 0-15,0-3 1 0,0-5-2 16,-2-3 1-16,1-4 1 16,0 0 0-16,1-7-1 15,0-4 0-15,0-3 0 16,0-5-1-16,4 1 0 15,3-2 1-15,1 0-1 0,1 3 0 16,-1 4 0-16,2 5 0 16,0 5 0-16,1 3-1 15,2 2 1-15,-2 7 1 16,2 1 1-16,-3 3 0 16,-1-1 2-16,0 1 0 0,-1-1 0 15,-1-1-2-15,-1 1-1 16,-3-3 0-16,0 0-1 15,-2-2 1-15,-1-2-1 16,0-2 1-16,0 0-1 16,-4-1 1-16,0-1 0 15,-2-1 2-15,-1 0-2 0,2-2-1 16,-1-4 1-16,3-1 0 16,3-2 0-16,0-3 0 15,1 0-1-15,6-2 1 16,2 2 0-16,3-1 3 15,0 1 3-15,1 4-2 0,2 0-3 16,-1 3 1-16,-1 0-1 16,1 4 1-16,-3 1 1 15,-1 0 2-15,0 0-2 16,-5 3-3-16,1 4 1 16,-2 2-2-16,1 2 0 0,-2 0 0 15,-1 0 2-15,1 1-6 16,-1-1-32-16,-1-1-27 15,-1-3-68-15,0 1-77 16</inkml:trace>
  <inkml:trace contextRef="#ctx0" brushRef="#br0" timeOffset="168986.13">23611 7067 481 0,'0'0'26'0,"0"0"12"0,0 0-27 0,0 0 3 15,0 0 5-15,0 0 1 16,-25 29 0-16,25-16-8 0,2-1-5 16,5 2-4-16,1-2-1 15,4-2-1-15,-2-1-1 16,4-4 1-16,1-2-2 15,2-1-1-15,0-2-4 16,0-2 0-16,-1-6 4 0,-3-4 1 16,-2-2 1-16,-3-3 0 15,-2 0 0-15,-5-2-1 16,-1 0 2-16,-3 1-2 16,-5 2 0-16,-2 2 0 15,-5 1 1-15,2 4 0 0,-1 4 0 16,-1 3-1-16,3 2 1 15,-1 0 0-15,4 3-1 16,1 5-1-16,4 2-11 16,4 2-46-16,0-4-44 15,0 2-100-15</inkml:trace>
  <inkml:trace contextRef="#ctx0" brushRef="#br0" timeOffset="169350.99">23823 7024 431 0,'0'0'5'15,"0"0"45"-15,0 0-1 16,0 0-22-16,0 0-15 16,30-17-3-16,-20 26 5 15,0 0-7-15,0 5-4 0,-1 0-1 16,-2 2-2-16,0 0 0 15,-2-3 1-15,-1 0 0 16,-3-4-1-16,0-2-1 16,-1-3 1-16,0-2 0 15,0-2 2-15,0 0 2 0,0-8-1 16,0-4 0-16,3-3-2 16,4-3 1-16,2-4 0 15,3 1-2-15,1-2 1 16,1 3-1-16,2 3 0 0,-2 3-5 15,0 4-26-15,0 5-47 16,-2 1-86-16,-2 3-51 16</inkml:trace>
  <inkml:trace contextRef="#ctx0" brushRef="#br0" timeOffset="169688.53">24129 7076 460 0,'0'0'10'16,"0"0"-7"-16,39-11 7 0,-22 5 16 15,3-1-1-15,-2-1 7 16,-1 1-15-16,0-1-11 16,-3 1-4-16,-5-1-1 15,-4 1 1-15,-5-1-1 16,0 0 1-16,-7-1 1 0,-7 1 2 15,-4 3 4-15,-2 2 1 16,-1 1-3-16,3 2-1 16,1 4 4-16,3 7 0 15,3 4-1-15,2 3 2 16,6 4-3-16,3 0-3 0,0 0 1 16,9-2-2-16,5-1-1 15,5-3-1-15,6-6-1 16,3-4-14-16,1-6-66 15,-3 0-128-15</inkml:trace>
  <inkml:trace contextRef="#ctx0" brushRef="#br0" timeOffset="170250.82">22192 7750 380 0,'0'0'66'0,"0"0"1"0,0 0-54 0,-10 38 6 16,10 0 19-16,6 10-2 16,0 8-3-16,-1 6-12 15,2 5-10-15,-3 0-7 16,-1-3-3-16,-1-5 1 0,-1-5-2 15,-1-7 2 1,0-11-2-16,-4-7-5 0,-4-9-28 16,1-8-32-16,-2-8-2 15,2-4 1-15,-3-10-71 16,2-10-93-16</inkml:trace>
  <inkml:trace contextRef="#ctx0" brushRef="#br0" timeOffset="170612.9">22189 7883 324 0,'0'0'6'0,"10"-28"24"15,3 18 1-15,1 3-1 16,5 4-9-16,0 3-5 16,2 1 2-16,-2 11-7 15,-3 3-7-15,-3 5-2 16,-2 1 1-16,-7-2 0 0,-2 0-3 16,-2-2 1-16,-2-1 2 15,-7-3 0-15,-4-2 1 16,-3 0-4-16,0-1 2 15,-4-3-2-15,-2-1-1 16,2 1-7-16,1-3-20 0,3-2-18 16,5 0-26-16,6-2-8 15,5 0 2-15</inkml:trace>
  <inkml:trace contextRef="#ctx0" brushRef="#br0" timeOffset="171096.46">22557 7884 269 0,'0'0'28'16,"0"0"55"-16,0 0-25 15,0 0-15-15,-30-28-14 16,19 28 4-16,-3 0 1 15,2 3-10-15,-3 6-11 16,3 2-2-16,2 4-4 0,1 2-2 16,3-1-1-16,4 4-1 15,2-3 0-15,0 0-2 16,5-2-2-16,4-3 1 16,3-2 1-16,1-3 1 15,2-4-1-15,-2-3-1 0,1-3 0 16,-2-8 2-16,-1-3-1 15,-4-3-1-15,-1-1 0 16,-5 1 1-16,-1 1-1 16,0 2 0-16,0 3 1 15,-5 2 0-15,1 3 0 0,1 3 2 16,1 3 0-16,1 0 0 16,1 5-4-16,0 5 1 15,3 4 2-15,4 0-2 16,1 4 1-16,5-2 0 0,1 0-1 15,0-3 0-15,2-1-19 16,-1-4-54-16,-1-2-20 16,0-5-74-16</inkml:trace>
  <inkml:trace contextRef="#ctx0" brushRef="#br0" timeOffset="171438.38">22718 7894 438 0,'0'0'4'0,"0"0"20"0,0 0-2 15,0 0-9-15,0 0 5 16,0 0 6-16,0 0-2 16,34 18-9-16,-25-4-6 15,-3-1-2-15,-1 2-4 16,-2-1 2-16,2-3-3 0,-4-2 1 15,-1-2 0-15,0-3-1 16,0-3 0-16,0-1 2 16,0-2 3-16,0-6-5 15,0-5 1-15,1-5 0 16,-1-2 0-16,0 0-1 16,6-1 0-16,1 4-1 0,5 2-1 15,2 7-13-15,2 3-26 16,1 5-28-16,3 0-63 15,0 0-18-15</inkml:trace>
  <inkml:trace contextRef="#ctx0" brushRef="#br0" timeOffset="171879.07">23072 7821 354 0,'0'0'9'0,"0"0"45"16,-35-9-3-16,21 9 2 16,1 3-11-16,0 5-5 15,3 5-9-15,1 1-13 0,4 2-5 16,3 2-5-16,2 0-1 16,0 0-3-16,3-2-1 15,4-2 1-15,3-2-1 16,-1-5-2-16,1-2-3 15,0-4-14-15,-1-1 3 16,0-3 8-16,-4-7 8 0,2-5 1 16,-3-2-1-16,-3-1 1 15,-1 0-1-15,0 3 1 16,-1 2 0-16,-3 3 2 16,-1 4 3-16,1 2 5 15,2 4 2-15,2 0-8 0,0 4-6 16,0 5 2-16,5 5 1 15,4 1 0-15,0 1-2 16,3 0 2-16,-1-1-2 16,3 0-2-16,-3-3-30 15,0-2-29-15,-1-2-41 0,0-5-54 16,-1-3-96-16</inkml:trace>
  <inkml:trace contextRef="#ctx0" brushRef="#br0" timeOffset="172798.16">23251 7828 450 0,'0'0'12'0,"0"0"33"0,0 0-43 16,0 0 11-16,0 0 16 0,10 33-5 15,-6-16-1-15,-1-1-7 16,-1 2-7-16,-1-1-5 15,2-2-2-15,-3-3-1 16,1-2 0-16,-1-4 0 16,2-3-1-16,-1-3 1 0,2 0 3 15,1-2 2-15,-1-6-3 16,1-5-2-16,-1-3 1 16,1-1-1-16,-1 1-1 15,-2 0 1-15,2 2-2 16,2 1 2-16,0 3-1 15,3 3 0-15,2 3 0 0,3 4-1 16,-2 0 0-16,1 6 1 16,0 4 0-16,-1 3-1 15,-1 2 1-15,-2 1 1 16,0 1 0-16,-2-1 0 0,-1-1-1 16,-1 0 1-16,-1-3 0 15,0-1-1-15,-3-4 0 16,0-2-1-16,0 1 1 15,0-6 0-15,0 0 0 16,0 0 3-16,-1-4-1 0,0-5-2 16,1-3 3-16,1-4-3 15,6-4 1-15,2 2-1 16,2-2 1-16,1 2-1 16,-1 2 0-16,-1 4 0 15,3 5 0-15,-4 2 0 0,1 5 0 16,-2 1 0-16,-1 5-1 15,-3 5 0-15,0 3 1 16,-3 2 1-16,1 1 0 16,-2-1 1-16,0-1 0 15,3-1-2-15,1-3 0 16,1-3 1-16,3-2 0 0,0-4 1 16,6 0-1-16,-1-2 0 15,2 0 1-15,5-5-2 16,-2-3 1-16,4-4 0 15,-4 0 1-15,3-2-1 16,-4 1 1-16,0-1-1 16,-5 1 0-16,-3 2 1 0,-5 1 2 15,-3 2 4-15,-1 2 3 16,-5 0-6-16,-5 6-1 16,-2 0-3-16,-1 0 2 15,-1 7 2-15,3 3 1 0,2 3-2 16,6 1-2-16,-1 0 2 15,4-1-3-15,4 0 1 16,6-3-1-16,1-2 1 16,3-1-1-16,3-2-1 15,0-3-7-15,1 0-20 0,-1-2-5 16,0 0-24-16,0 0-23 16,0-6-48-16,-3-7-63 15</inkml:trace>
  <inkml:trace contextRef="#ctx0" brushRef="#br0" timeOffset="173032.37">23984 7657 613 0,'0'0'26'0,"0"0"-19"0,0 0-6 0,0 0 8 15,-13 46 8-15,16-18 6 16,4 5-2-16,1 1-4 15,1 3-7-15,0 2-8 16,-4 0 0-16,-3-2-2 16,-1-4-5-16,-1-6-18 0,0-8-34 15,-1-7-18-15,-2-8-36 16,1-4-57-16,-3-6-77 16</inkml:trace>
  <inkml:trace contextRef="#ctx0" brushRef="#br0" timeOffset="173824.21">23929 7922 397 0,'0'0'39'16,"0"0"-7"-16,30-22-5 15,-10 16-2-15,4 3 0 16,3 1 1-16,-1 0-1 16,-2 1-4-16,-2 0-11 0,-3 0-7 15,-6 1-2-15,-4-1 1 16,-4-1-1-16,-4 1 4 15,-1-1 12-15,-4 0-5 16,-6 2-8-16,-2 0-2 16,0 0 1-16,-1 3 1 0,1 4 0 15,6 3-2-15,1 1 0 16,5 3-2-16,0 0 2 16,6 1-2-16,7-1 2 15,1-3-2-15,4-1 0 16,1-3-2-16,2-2-6 0,0-2-2 15,0-3 4-15,-2 0 1 16,-1-4 5-16,-3-4 0 16,-3-3 0-16,-3-1-1 15,-4-1 1-15,-3-2 0 16,-2 1 0-16,0-2-1 0,-6 3-1 16,0-1 2-16,1 2 0 15,1 3 0-15,2 1 2 16,-1 3-1-16,3 2 4 15,0 0 5-15,3 3-1 16,4 0-5-16,4 0-3 0,2 2 0 16,3 2 1-16,-1 3-2 15,-2 0 0-15,-3 3 0 16,0-1 0-16,-6 3 0 16,1 3 1-16,-4-1 0 15,0 0 1-15,-1 2-1 0,0-4 0 16,0 0 0-16,0-2-1 15,3-2 0-15,0-3 1 16,1 1-1-16,3-4 1 16,1-1-1-16,1-1 2 15,4 0-2-15,-1-3 1 0,2-5-1 16,0-3 0-16,2-2 0 16,-2-2 1-16,2 0-1 15,-1 1 0-15,0 1 0 16,0 5 0-16,0 3 0 15,-1 5-1-15,-1 0 1 0,-2 5 0 16,-4 6 0-16,-4 2-1 16,-3 1 2-16,0-1-3 15,-6-1 2-15,-5-2 0 16,-1-1 0-16,-3-4-1 16,-1-1 0-16,1-1-21 0,2-2-24 15,2-1-11-15,1 0-9 16,3-2-48-16,5-7-31 15</inkml:trace>
  <inkml:trace contextRef="#ctx0" brushRef="#br0" timeOffset="174020.37">24757 7622 508 0,'0'0'78'0,"7"30"-80"0,1-9 3 0,-1 10 1 16,-1 5-1-16,1 3 0 16,-3 2-1-16,-1 0 1 15,0-3-1-15,-3-3 0 16,0-7-17-16,-3-5-76 0,-1-11-69 16,0-6-143-16</inkml:trace>
  <inkml:trace contextRef="#ctx0" brushRef="#br0" timeOffset="174362.3">24762 7923 259 0,'0'0'122'0,"0"0"-74"15,42-40 16-15,-19 33-11 16,2 1-14-16,1 2 3 16,-1 4-13-16,-2 2-9 15,-6 3-10-15,-2 5-7 16,-5 1 1-16,-4 2-3 0,-2 1-1 15,-4-1 1-15,0 2-1 16,0-2 1-16,0-1 0 16,0-3 0-16,0-2-1 15,0-1 1-15,3-3 0 16,7 0 0-16,4-2 1 0,0-1-1 16,2 0-1-16,1-3 1 15,-2-5-1-15,-4-2 0 16,-2-4 1-16,-8-2-1 15,-1-2 0-15,-14 1-1 0,-7 2-3 16,-7 3 3-16,-6 5 0 16,-3 2-13-16,1 0-76 15,3-2-164-15</inkml:trace>
  <inkml:trace contextRef="#ctx0" brushRef="#br0" timeOffset="175494.04">21959 8733 157 0,'0'0'249'0,"0"0"-178"0,0 0-38 16,0 0-29-16,29 26 12 0,-21-5 1 15,2 3 3-15,-3-1-3 16,-2 2-6-16,-2-3-6 16,-1-3-2-16,-2-2 0 15,0-5-2-15,0-3 1 16,0-5-2-16,0-4 1 0,-4 0 6 15,2-3 4-15,-1-8-1 16,1-3 1-16,1-5-4 16,1-3-2-16,2-3-2 15,5-2 0-15,3 4-2 16,3 3 0-16,1 5 0 0,1 7-1 16,1 6 1-16,2 2-1 15,1 7 1-15,0 7 0 16,-1 3 0-16,-2 1 1 15,-2 1 0-15,-2 0 2 16,-3-2-1-16,-3 0-2 0,-2-1 1 16,-2-2-1-16,-2-1-1 15,0-2 1-15,-2-1-1 16,-5-2 1-16,-1-4-1 16,-1-2 2-16,2-2-1 15,-4 0-1-15,2-3 1 0,0-8 0 16,1-1 0-16,3-4-1 15,5-3 1-15,0-3-1 16,4-3 1-16,8 2 0 16,3 3-1-16,3 3 1 15,1 4 1-15,0 8-2 16,0 4 1-16,-4 1-1 0,2 3 0 16,-4 7 0-16,0 0 0 15,-4 3 0-15,-1 1 0 16,-1 2 0-16,-1-3 0 15,-2 2 0-15,0 0-1 16,-2-2-17-16,-2 0-31 0,0 0-29 16,0-2-36-16,0-2-52 15</inkml:trace>
  <inkml:trace contextRef="#ctx0" brushRef="#br0" timeOffset="175906.34">22552 8840 324 0,'0'0'24'0,"0"0"46"0,0 0-18 16,0 0-18-16,0 0-2 16,0 0 1-16,0 0 0 15,-29-19-14-15,25 27-7 16,1 3-1-16,3 0-1 15,0 0-2-15,0 1 1 16,6 0-3-16,0 0-3 0,3-3 0 16,1-1-2-16,3-3 0 15,1 1-1-15,0-5 1 16,2-1 1-16,-2 0 0 16,-1-4-2-16,-1-4 1 0,-3-2-1 15,-1-3 2-15,-4-1-2 16,-2-2 0-16,-2 0 0 15,-6 1-2-15,-7 0 0 16,-4 3-1-16,-5 2 1 16,-1 4-1-16,-3 3 3 0,2 2-4 15,1 1-5-15,5 0-10 16,4 4-17-16,2 1-4 16,6 1-38-16,6 1-50 15,0-5-27-15</inkml:trace>
  <inkml:trace contextRef="#ctx0" brushRef="#br0" timeOffset="176817.43">22921 8766 285 0,'0'0'75'0,"0"0"-4"15,0 0-31-15,-28-15 0 16,9 15 12-16,-1 0-1 15,-1 5-12-15,2 4-21 16,2 4-9-16,3 2-6 0,5 2 0 16,3 2-1-16,4-2-1 15,2-1 0-15,4 0 0 16,6-3-1-16,2-4 0 16,2-2 2-16,1-5 0 15,1-2 0-15,0-2-2 16,0-7 1-16,0-7 1 0,-2-7-2 15,-1-5 0-15,-1-9 0 16,-3-4-5-16,-2-2-3 16,-3-3-2-16,-3 1 0 15,-1 3 8-15,0 5 0 16,-1 6 2-16,-5 9 1 0,2 7 0 16,-2 10 4-16,1 5 4 15,-2 15-8-15,2 9 0 16,1 8 3-16,2 6 6 15,2 4 2-15,0 2 2 16,6-1 1-16,5 0-5 0,2-3-3 16,1-4-1-16,1-6-4 15,2-6-1-15,4-7 0 16,-1-6 0-16,3-7 0 16,1-4 1-16,0 0-2 15,0-8 0-15,1-6-2 0,-1-3-2 16,-4-3-2-16,-2 0 0 15,-6 0 2-15,-5 2 2 16,-7 3 3-16,0 5-1 16,-10 5-1-16,-5 5 1 15,-4 0 1-15,1 7 0 0,-1 6 0 16,3 4-1-16,2 2 2 16,7-1-1-16,4 2 0 15,3-3-1-15,3-2 1 16,10-2-1-16,3-2 1 15,4-3-1-15,2-2 1 16,2-3-3-16,2-3 0 0,-1-2 1 16,2-8 1-16,0-3 0 15,-2-7 0-15,-1-4 1 16,0-8-1-16,-3-6 0 16,-1-5-4-16,-8-6-11 0,-5 1-1 15,-5-1 0-15,-2 5 13 16,-7 5 2-16,-7 7 1 15,0 11 0-15,-1 7 2 16,0 11 9-16,4 10 4 16,1 16-10-16,3 12 8 15,7 7 9-15,0 8-3 0,3 2-3 16,10-1-2-16,5-5-9 16,1-5-2-16,0-6-3 15,3-6-3-15,-2-7-46 16,-3-9-40-16,-1-8-121 0</inkml:trace>
  <inkml:trace contextRef="#ctx0" brushRef="#br0" timeOffset="187077.95">8227 9114 192 0,'0'0'72'0,"0"0"-38"0,0 0 3 16,0 0-15-16,0 0-5 0,-12-31-6 15,12 22 4-15,0 1 3 16,0 0-3-16,3-1-1 15,0-1 1-15,4 0 1 16,0 0-1-16,2 2-4 16,2-1-2-16,3 4-3 0,0 1 0 15,4 4-1-15,-3 0-3 16,1 5 0-16,0 8 0 16,0 5 3-16,-4 3-1 15,-2 4 2-15,-3 3 4 16,-6 3-5-16,-1 3 0 15,-3 1-2-15,-7 2-1 0,-3 2 1 16,-3-2-2-16,-1 0 0 16,3-4 1-16,-2-2 1 15,5-3 1-15,0-5 6 16,7-1-5-16,1-3-1 16,3-2-3-16,0-4 1 0,8-1-1 15,2 1 0-15,2-5 2 16,3 1-2-16,-1-1-5 15,2 0-27-15,-4-1-54 16,-4-4-143-16</inkml:trace>
  <inkml:trace contextRef="#ctx0" brushRef="#br0" timeOffset="187250.48">8364 9878 599 0,'0'0'9'0,"0"0"0"0,0 0-15 0,0 0 0 15,0 0-49-15,0 0-58 16,0 0-242-16</inkml:trace>
  <inkml:trace contextRef="#ctx0" brushRef="#br0" timeOffset="188922.82">14092 9350 45 0,'0'0'3'0,"0"0"59"0,0 0-1 0,0 0-37 16,0 0 7-16,0 0-5 16,0 0-2-16,0 0 1 15,0 0 4-15,0-27-6 16,0 24 0-16,-3 1-3 0,0-1 2 15,1 1-5-15,1 1-2 16,1 0-3-16,0 1-6 16,0-2-1-16,0 0 2 15,0 0-1-15,4-3-3 16,5-2-1-16,1 0 0 16,5-2 0-16,2 0-2 0,1-1 1 15,4 2 0-15,1 1 0 16,0 1-1-16,1 3 1 15,-3 3-1-15,-2 0 0 16,-2 5 1-16,-4 6-1 0,-3 3 1 16,-5 4 2-16,-4 1-1 15,-1 4 0-15,-6-2 1 16,-9 2 1-16,-2-1 3 16,-3-2-1-16,-4-1-1 15,2-1 1-15,-2 0 0 16,2-1 0-16,0 1 1 0,5-2-2 15,4 1 0-15,3-1 0 16,2 1-2-16,6-2-1 16,2 1 0-16,0-1 0 15,0-1-1-15,5 0 0 16,4-2 1-16,-1-1-1 0,2 2 0 16,-2-2-1-16,-1 2-12 15,-1 0-48-15,-5-2-70 16,-1-3-111-16</inkml:trace>
  <inkml:trace contextRef="#ctx0" brushRef="#br0" timeOffset="189094.63">14172 9967 576 0,'0'0'5'0,"0"0"14"0,0 0-16 0,0 0-1 16,0 0-7-16,31-16-48 16,-30 10-82-16</inkml:trace>
  <inkml:trace contextRef="#ctx0" brushRef="#br0" timeOffset="190738.27">18423 9641 114 0,'0'0'-77'0,"0"0"199"0,0 0-93 15,0 0 9-15,0 0-5 16,0 0-6-16,0 0 3 15,0 0-4-15,0 0-4 16,0 0-1-16,0 0-6 16,0 0-4-16,-8-16-2 0,8 11 0 15,1 0 0-15,3-1 0 16,4-1 0-16,1-3-1 16,5 1-3-16,2-2 1 15,5 1-1-15,1-1-1 16,2 2-2-16,3 1 0 15,-1 3 0-15,-1 2 0 0,-2 3-1 16,-3 0 1-16,-1 2-1 16,-4 6 1-16,-4 5 1 15,-2 2 2-15,-5 5-1 16,-4 1-1-16,0-1 1 16,-2 3 1-16,-7-3 1 0,-4 1-2 15,-2-1-1-15,-2-4 0 16,-2 0-1-16,1-1-1 15,-1-2 1-15,3 0-2 16,2-4 1-16,2 0-1 16,3-2 1-16,3-1-1 15,2 1 0-15,3-1-1 0,1 1 2 16,0 1-1-16,0 1 1 16,5 1-2-16,2 0 3 15,0 1-2-15,0-1 1 0,-1 2 0 16,-1 2 0-16,0 0-2 15,-1 1-23-15,-2 1-43 16,-2-1-50-16,0-2-84 16</inkml:trace>
  <inkml:trace contextRef="#ctx0" brushRef="#br0" timeOffset="190891.78">18581 10198 541 0,'0'0'7'0,"0"0"-7"0,0 0-31 15,0 0-1-15,0 0-174 16</inkml:trace>
  <inkml:trace contextRef="#ctx0" brushRef="#br0" timeOffset="-194181.45">7780 6786 11 0,'0'0'5'0,"0"0"-1"0,0 0-4 0,-1 0 0 16,1 0-1-16,-2 0-2 15,1 0-5-15</inkml:trace>
  <inkml:trace contextRef="#ctx0" brushRef="#br0" timeOffset="-193840.35">7780 6786 12 0,'-28'0'25'15,"28"0"0"-15,0 0-35 0,0 0 30 16,0 0 40-16,0 0-31 15,0 0-11-15,0 0 1 16,0 0-14-16,0 0-5 16,2 0 2-16,2 0 1 15,5-1-2-15,3-3 1 16,2 1 0-16,1-2-1 0,3 0 1 16,1 0 1-16,-1-2 0 15,2 2-2-15,0-1 0 16,-2 1 1-16,1 0-2 15,-3 1 1-15,1-1-1 16,-1 1 0-16,0-2 0 16,0 2 1-16,-3-1-4 0,-2 1 5 15,0 0-2-15,-3 2 0 16,-4 0 0-16,-1 2 0 16,-1 0-3-16,-2 2-10 15,-4 1-56-15</inkml:trace>
  <inkml:trace contextRef="#ctx0" brushRef="#br0" timeOffset="-193310.45">7773 6865 86 0,'0'0'4'0,"0"0"6"0,0 0 3 0,0 0-6 16,0 0-5-16,0 0-1 15,0 0 0-15,0 0 0 0,0 0 2 16,0 0 6-16,0 0 6 16,-6 0 4-16,6 0-5 15,2 0-8-15,5 0-1 16,4-1-1-16,5-3 1 16,2 1-1-16,6-2-2 0,1 0-2 15,0 2 0-15,3-4-2 16,-2 0-7-16,-2-4-140 15</inkml:trace>
  <inkml:trace contextRef="#ctx0" brushRef="#br0" timeOffset="-191400.34">8863 6973 64 0,'-4'1'8'0,"-3"0"10"0,2 0-9 0,0 1 7 16,0-1-5-16,0 1-4 15,1 1-2-15,1-3-1 16,-1 3-1-16,3-2-1 0,-2 1-1 16,3-1 1-16,-2 0 6 15,2 0 5-15,0-1 2 16,0 0 3-16,0 0-5 16,6 0-2-16,5-2-7 0,4-3 2 15,4-2 0-15,5-1 2 16,5-1-4-16,3-3 1 15,1 0 1-15,2-1-5 16,1-1 0-16,-1-1-1 16,0 0 1-16,-3 1 0 0,-2-1-1 15,-2 1 1-15,-2 3 3 16,-4 0 5-16,-5 1 3 16,-3 5-5-16,-2 0-3 15,-2 3-3-15,-3 2-2 16,-2 0 0-16,0 0-3 0,-3 4-19 15,-2 1-46-15,-4-2-82 16</inkml:trace>
  <inkml:trace contextRef="#ctx0" brushRef="#br0" timeOffset="-190797.67">8810 7157 178 0,'0'0'24'0,"0"0"-10"0,0 0 17 0,0 0-8 15,0 0-12-15,0 0-7 16,0 0-1-16,28-26-1 16,-7 18 3-16,7-5 2 15,7-2 3-15,6-4 2 0,4-2-4 16,8-5-5-16,3 1-2 16,-1 0 0-16,-2 2 0 15,-1 0-1-15,-3 3-2 16,-6 1-29-16,-8-3-123 15</inkml:trace>
  <inkml:trace contextRef="#ctx0" brushRef="#br0" timeOffset="-186274.76">7204 8334 248 0,'0'0'14'0,"0"0"23"0,0 0-6 15,0 0-13-15,0 0-14 16,0 0-6-16,0 0 2 0,0 0 2 15,0 0-2-15,-7 49 4 16,7-18 1-16,0 4 2 16,4 6 1-16,1 7 0 15,0 3-1-15,3 4-4 16,1 0-1-16,-1-1-2 0,4-6 0 16,-2-5 0-16,2-9 0 15,-1-9 0-15,-1-8 0 16,2-9 2-16,0-8 0 15,-2-1 2-15,0-14 16 16,2-7-7-16,-2-9-8 0,0-7-4 16,0-7-1-16,-5-6-1 15,0-3-5-15,-5-1-3 16,0 0 6-16,0 6 3 16,0 3 1-16,0 8 0 15,0 6 14-15,0 6 16 0,0 8-4 16,0 6-4-16,0 5-8 15,0 4 0-15,0 3-6 16,0 4-12-16,0 9 1 16,0 8 7-16,0 7 0 15,0 7 1-15,0 6-1 0,0 4-3 16,8 6-1-16,-1-3 0 16,2 3-1-16,2-2 0 15,1-4 0-15,3-2-1 16,-1-7-8-16,3-7-22 15,2-6 6-15,0-8-16 16,-1-6-44-16,-2-9-2 0,-2-3 1 16,-2-15-130-16</inkml:trace>
  <inkml:trace contextRef="#ctx0" brushRef="#br0" timeOffset="-185633.48">7528 8677 453 0,'0'0'-2'0,"0"0"33"0,0 0 1 0,0 0-12 0,0 0-18 0,0 0-1 0,0 0-2 0,0 0 1 0,30 30-1 16,-20-10 1-16,-1 2 0 0,-3 0 1 15,2 0-1-15,-1-2-1 16,-2-4 1-16,-1-1-1 15,-1-4-1-15,-2-4-1 16,1-4-1-16,-2-1 3 16,0-2-1-16,0 0 4 0,0-2-1 15,0-6-2-15,0-2 0 16,0-4 0-16,0-3 0 16,0-1 0-16,0-3 0 15,0 0 1-15,2 0 1 16,3 1-1-16,-1 0 0 0,2 0 3 15,-1 2 2-15,3 2 0 16,-1 1 3-16,2 2-4 16,-3 1-2-16,1 5 2 15,1 1-1-15,-2 3-1 16,2 3 1-16,0 0-3 16,-2 4 0-16,3 5-1 0,-2 5 1 15,1 5 0-15,-2 4 1 16,2 3 1-16,-4 3-1 15,3 2-1-15,-1-1 0 16,-2-1 0-16,-1-4-17 16,0-1-36-16,-3-6-25 0,0-6-37 15,0-8-97-15</inkml:trace>
  <inkml:trace contextRef="#ctx0" brushRef="#br0" timeOffset="-185241.67">7964 8530 350 0,'0'0'2'0,"0"0"9"0,0 0-2 0,0 0-5 15,0 0-5-15,0 0 2 16,0 0 2-16,-32 13-1 16,23 1 0-16,0 2 1 15,2 5 2-15,1 3 2 16,3 2-1-16,3 3 4 0,0-2-1 15,3 3-5-15,7-3-1 16,3-2-8-16,5-6 6 16,0-3-18-16,4-9-15 15,1-4 0-15,0-3-16 0,3-8-20 16,-2-10-59-16</inkml:trace>
  <inkml:trace contextRef="#ctx0" brushRef="#br0" timeOffset="-184645.4">8067 8299 434 0,'0'0'7'0,"0"0"-10"16,0 0 10-16,19 36-2 16,-5-13-2-16,2 4 0 15,0 4-2-15,0 5 0 16,1-1-1-16,-2 2 0 15,-4-3-1-15,0-2-11 0,-3-4 9 16,-1-5 2-16,-4-3 1 16,-2-4 0-16,-1-4 0 15,0-3 1-15,0-4-1 16,-4-1 1-16,-1-4 1 16,0 0 1-16,-1-2 1 0,3-7-1 15,0-5-5-15,0-3 2 16,3-2 3-16,0-3-2 15,2-2 6-15,4 1 0 16,2 1-4-16,1 2 5 16,-1 2 5-16,2 3 1 0,4 3-2 15,-3 4-3-15,2 3-4 16,3 4 0-16,-1 1-2 16,-1 3-1-16,2 8-1 15,-1 2-1-15,0 4 1 16,0 1 0-16,0 2-3 0,-1 1-21 15,1 0-18-15,-5-2-24 16,0-2-43-16,-3-4-34 16</inkml:trace>
  <inkml:trace contextRef="#ctx0" brushRef="#br0" timeOffset="-184070.29">8691 8414 241 0,'0'0'24'0,"0"0"22"0,0 0-2 16,-28-23-16-16,14 22 0 16,0 1 5-16,1 0-10 15,2 6-1-15,-1 6-5 16,0 6-7-16,4 2-3 0,-1 6-4 16,3 0-1-16,2 3-2 15,1-1 0-15,2-2-7 16,1-3-2-16,1-3-6 15,-1-3 2-15,0-4 0 16,0-6 6-16,2-4-27 0,1-3 33 16,0-7 3-16,2-9 1 15,2-7-2-15,-1-4-1 16,1-3 0-16,2-1-1 16,-4 1 2-16,3 2 12 15,-4 5 17-15,2 5 0 0,-3 7 1 16,3 5-6-16,-2 4-6 15,2 2-11-15,-2 9 2 16,5 4-3-16,-2 6-3 16,0 2-3-16,2 2 0 15,1 0-2-15,0 2-8 0,0-3-21 16,1-1-21-16,-1-3-14 16,0-3-37-16,-2-7-31 15</inkml:trace>
  <inkml:trace contextRef="#ctx0" brushRef="#br0" timeOffset="-183583.41">8842 8390 392 0,'0'0'49'0,"0"0"-23"0,0 0 2 0,0 0-12 16,0 0-9-16,0 0-4 0,0 0-1 15,28 41-1-15,-22-23 0 16,-2 1-2-16,0-1-6 16,-1-2-3-16,-1-3-2 15,-2-3 4-15,0-1 5 16,0-5 3-16,0-2-1 0,-4-2 3 15,1 0-2-15,0-3 1 16,-1-9-2-16,3-1 1 16,0-2-1-16,1-3-1 15,0 0 2-15,0 1 0 16,4 1 2-16,1 2 3 0,2 2 2 16,-2 3 4-16,3 1 4 15,1 4 3-15,1 1-4 16,-2 3-6-16,2 0-4 15,0 0-1-15,2 3-1 16,0 4 0-16,-1 3-1 16,1 1 0-16,-2 3-1 0,0 1 0 15,0-1-7-15,-3 1-28 16,-2 0-18-16,-1 0-43 16,-1-3-12-16,-3-4-36 15</inkml:trace>
  <inkml:trace contextRef="#ctx0" brushRef="#br0" timeOffset="-182948.7">9318 8293 240 0,'0'0'236'0,"0"0"-204"0,0 0 4 0,0 0-9 15,0 0-19-15,0 0-6 16,-31-10-1-16,18 22-1 16,0 3 0-16,0 2 2 15,-1 3-3-15,1-2 2 0,3 1-1 16,1-2-1-16,1 0-9 15,4-3 10-15,3-2-4 16,-1-3-11-16,2-3-2 16,0-6-9-16,7 0-1 15,2-5 12-15,2-7 1 0,0-4 0 16,2-2 9-16,-2-2 4 16,1 3 8-16,-2 3 19 15,2 1 6-15,-2 6 6 16,1 4-9-16,3 3-11 15,-1 10-2-15,1 9-3 16,-2 9-11-16,-1 10 1 0,-3 7 2 16,-1 8-1-16,-5 8 0 15,0 3-1-15,-2 1-1 16,0-2 0-16,-5-3-2 16,-2-7 0-16,-2-6-2 15,-2-12-2-15,-1-6 1 0,-3-9 3 16,1-7 1-16,-2-10 1 15,-1-3-3-15,2-11 1 16,1-11 0-16,1-10-2 16,5-7-9-16,0-6-1 0,7-4-4 15,1 0 1-15,0 4-5 16,7 5 7-16,6 5 8 16,2 6 3-16,3 8-11 15,1 3-43-15,0 3-75 16,-1 0-30-16</inkml:trace>
  <inkml:trace contextRef="#ctx0" brushRef="#br0" timeOffset="-182464.93">9447 8439 407 0,'0'0'19'0,"0"0"38"0,0 0-23 16,0 0 8-16,0 0-36 15,0 0-5-15,0 0 0 16,0 0 0-16,34-27-1 0,-18 19 0 15,3-1-4-15,-2-2-4 16,1 0 1-16,-1-2 5 16,-4 0 2-16,0-1 0 15,-3 1 1-15,-3 2 0 16,-3 1-2-16,-4 3 2 0,0 2 1 16,-1 2 1-16,-9 3 4 15,-3 0-6-15,-4 4 4 16,1 6 4-16,-3 5 2 15,2 3 3-15,4 4 2 16,1 3 0-16,4 3-7 16,5-1-5-16,3 1-2 0,0-2-2 15,7-4-1-15,6-3-23 16,2-6-17-16,3-5-12 16,1-5-39-16,3-3-66 15,-2-12-81-15</inkml:trace>
  <inkml:trace contextRef="#ctx0" brushRef="#br0" timeOffset="-181907.04">9963 8269 82 0,'0'0'398'0,"0"0"-365"0,0 0 6 0,-40 8-15 0,24 1-12 16,-1 4-11-16,-2 3 0 15,0 0 1-15,0 2-3 16,2 1 2-16,0 1-1 16,2 0 0-16,3 1 0 15,2-1 2-15,4 1-2 0,2-2 0 16,2-1 1-16,2-2-1 15,0-2-1-15,6-4-1 16,0-4-3-16,3-4-1 16,4-2 1-16,2-3 3 15,-1-12-1-15,4-7 4 0,-1-6-7 16,0-10 9-16,1-3-2 16,-5-11-2-16,1-7 1 15,-6-4-1-15,-3-1 1 16,-3-4 0-16,-2 2-4 15,0 5 5-15,0 12 3 16,-4 12 12-16,1 11 27 0,-1 14 3 16,3 12-16-16,-2 18-22 15,3 12-6-15,0 12-1 16,0 12 3-16,0 9 0 16,0 1 0-16,4 4-3 15,3-5-2-15,-1-4 0 0,2-6-24 16,2-10-25-16,1-8-30 15,3-12-50-15,-1-13-149 16</inkml:trace>
  <inkml:trace contextRef="#ctx0" brushRef="#br0" timeOffset="-176739.36">13703 6819 92 0,'2'0'-17'0,"1"0"43"0,-1 0 15 16,0 0-15-16,1 0-22 15,0-2 0-15,-1-1 5 16,0 1 1-16,0 0 7 16,0 0 2-16,0 0 0 15,1 0-8-15,-2 2-4 0,1-1 2 16,-1 0-3-16,2 1 0 15,0-1-1-15,4 0 3 16,0 0 2-16,5-2 4 16,3 0-3-16,3-3 1 15,3-1-2-15,2 0-3 0,2-3-2 16,0 1-1-16,-1-1-1 16,0 1 1-16,0-1-1 15,-4 3 3-15,1-1-1 16,-5 1 0-16,-1 1-3 0,-1 2 1 15,-4 1-3-15,0 0 0 16,-5 3-2-16,0 0 0 16,-5 0-9-16,0 0-44 15,-3 1-24-15,-7 1-68 16</inkml:trace>
  <inkml:trace contextRef="#ctx0" brushRef="#br0" timeOffset="-176369.57">13754 6894 54 0,'0'0'96'0,"0"0"-63"0,0 0 2 0,0 0-10 16,0 0-10-16,0 0 10 0,36-4 3 16,-21-1-6-16,4-1-4 15,1-1-1-15,2-3-5 16,5 3-3-16,-3-3-4 15,1 0-2-15,2 1-2 16,-4 0 0-16,-1 1-1 0,-3 1 0 16,-2 2-1-16,-5 1-1 15,-2 1-35-15,-6-1-58 16,-4-3-148-16</inkml:trace>
  <inkml:trace contextRef="#ctx0" brushRef="#br0" timeOffset="-175779.6">12431 6842 17 0,'0'0'4'0,"0"0"-9"16</inkml:trace>
  <inkml:trace contextRef="#ctx0" brushRef="#br0" timeOffset="-175704.08">12431 6842 12 0,'0'0'8'0,"0"0"-5"16,4 13-3-16,0-13-20 15</inkml:trace>
  <inkml:trace contextRef="#ctx0" brushRef="#br0" timeOffset="-158221.41">12541 6582 0 0,'0'-1'1'0,"2"1"-1"0,0 0-1 16,-2 0 1-16,0 0 0 16</inkml:trace>
  <inkml:trace contextRef="#ctx0" brushRef="#br0" timeOffset="-133136.06">12469 5144 70 0,'0'0'-8'0,"0"0"133"0,0 0-100 0,0 0-3 15,0 0-3-15,0 0 3 16,0 0-5-16,0 0 6 16,-6-31-2-16,6 28-3 0,0 1 3 15,0-3-4-15,0 0-2 16,0 2-3-16,0-1 0 15,0 0-1-15,0-1-1 16,5 2-5-16,1 1 0 16,3 1-4-16,-1 1 1 0,4 0-2 15,-1 9 3-15,3 1-1 16,1 5 2-16,-1 3 0 16,2 3 3-16,-2 6-2 15,-1 1-2-15,1 3-1 16,-4 0-1-16,-4 0 0 0,1-2 1 15,-4-5-2-15,-1-5 1 16,-2-6 0-16,0-3 1 16,0-6 3-16,0-4 19 15,-3 0 18-15,-1-9-14 16,-2-6-13-16,2-8-9 0,0-7-2 16,1-3-3-16,3-5 0 15,0 1-3-15,1 2 3 16,7 3-2-16,0 6-11 15,2 4-22-15,2 7-21 16,0 4-24-16,-2 4-56 0,0 2-26 16</inkml:trace>
  <inkml:trace contextRef="#ctx0" brushRef="#br0" timeOffset="-132619.66">12790 5263 360 0,'0'0'25'0,"0"0"-23"0,0 0 0 0,0 0 2 16,0 0-1-16,27-20 4 0,-19 14 20 16,1-2-9-16,0 0 4 15,1 0-10-15,-3 0-3 16,2 0-3-16,-2 2-2 16,0-1 1-16,-3 0 0 15,1 1 8-15,-4 1 6 0,-1 0-1 16,0 1-8-16,0 0-2 15,0 2-3-15,-5 0-2 16,-1 1 0-16,-1 1-2 16,-2 0 0-16,1 3-2 15,0 5 4-15,-1 4-2 0,2 1-2 16,0 3-1-16,4-1 4 16,0 2-4-16,3 0 4 15,0 0-4-15,0-1 1 16,2-1 2-16,2-1-1 15,3 1 0-15,0-4-1 0,2-2 0 16,-2-1-3-16,2-3-12 16,2-3-12-16,-1-2-7 15,3 0-22-15,-1-4-49 16,1-5-32-16</inkml:trace>
  <inkml:trace contextRef="#ctx0" brushRef="#br0" timeOffset="-132071.93">13131 5200 225 0,'0'0'25'0,"0"0"16"0,0 0-1 0,0 0 10 0,0 0-6 15,0 0-15-15,-28-13-1 16,16 13-9-16,-1 0 0 15,3 5-4-15,-2 3-7 0,2 1-3 16,3 4-2-16,1 0-1 16,3 3-1-16,1-2-1 15,2 2 0-15,0-1 0 16,1 0 0-16,3-2 4 16,2 1-6-16,3-4 2 0,-4-1 0 15,3-1 0-15,-1-4-1 16,0-4-1-16,1 0 2 15,-1-5 1-15,1-10 1 16,-1-7-3-16,2-6-2 16,1-5-13-16,-3-5-16 0,2-3-4 15,-5-2 5-15,0 2 18 16,-2 6 13-16,-2 4 1 16,0 6 3-16,0 7 12 15,0 8 15-15,-3 5 3 16,2 2-6-16,0 3-20 0,1 3-12 15,0 8 4-15,0 4-1 16,0 5 3-16,0 5-1 16,3 1-1-16,3 3 1 15,0 0 0-15,0-1-1 16,3 0 1-16,-2-3-2 0,1-2-1 16,-1-3-22-16,1-2-24 15,1-6-37-15,-2-6-48 16,0-4-118-16</inkml:trace>
  <inkml:trace contextRef="#ctx0" brushRef="#br0" timeOffset="-131531.83">13286 5192 256 0,'0'0'24'0,"0"0"37"0,0 0-18 0,0 0-1 16,0 0-23-16,0 0-12 16,0 0-6-16,0 0 0 15,0 0 1-15,0 0-1 16,0 30-2-16,2-15 3 15,1-1 0-15,2 0 0 16,-3-2-2-16,2-2 0 0,1-3 0 16,-1-2 1-16,2-3-1 15,0-2 0-15,1-2-1 16,2-7 1-16,0-4 2 16,-1-1-4-16,-1-2-9 15,-1 1 7-15,-2 1 4 0,-1 1 0 16,-1 2 2-16,-1 4 1 15,-1 2 7-15,0 0 9 16,0 4 20-16,0 1 2 16,0 0-30-16,0 0-11 15,2 7 1-15,1 2 1 0,3 1 4 16,-1 5-3-16,3-2-2 16,0 2 0-16,2-2 0 15,-1 1-2-15,1-3-13 16,2-3-27-16,-2-3-7 15,2-5-39-15,0 0-45 16</inkml:trace>
  <inkml:trace contextRef="#ctx0" brushRef="#br0" timeOffset="-131191.8">13626 5109 303 0,'0'0'17'0,"0"0"23"0,0 0-15 0,0 0-1 0,-35 7-4 16,27 2 9-16,1 2 0 15,-1 2-9-15,2 0-3 16,3 2-7-16,0 2-7 0,3 0 1 15,0-1-2-15,0-1-1 16,8-1-1-16,0-4 0 16,4-3 2-16,2-5 5 15,4-2-4-15,0 0 2 16,1-4-3-16,1-4-4 16,0-2-35-16,-3-1-58 0,-5-4-98 15</inkml:trace>
  <inkml:trace contextRef="#ctx0" brushRef="#br0" timeOffset="-130738.31">13844 5180 121 0,'0'0'251'15,"0"0"-224"-15,0 0-17 16,37-24-5-16,-25 14 5 16,1 2 3-16,-2-1 8 0,-1 0-7 15,1 0-3-15,-3 1-3 16,-2 0-1-16,-2-1 1 15,-2 1-2-15,-2 0 0 16,0 1 4-16,-6-1 0 16,-1 3-4-16,-7 0 0 0,3 4-1 15,-2 1 4-15,0 0-1 16,0 6 0-16,1 7-3 16,2 2-2-16,3 4 8 15,1 1 21-15,5 2-16 0,1-2-11 16,0 0-2-16,7-2 2 15,6-1-3-15,3-4 1 16,6-3-2-16,1-5 2 16,6-4-6-16,-1-4-41 15,3-16-59-15,-3-10-379 16</inkml:trace>
  <inkml:trace contextRef="#ctx0" brushRef="#br0" timeOffset="-120950.75">17110 4943 186 0,'0'0'25'0,"0"0"-15"0,0 0 76 15,14-32-54-15,-12 26 0 16,-2-1 9-16,0 4-7 0,0 0-4 16,0 3 1-16,0 0-13 15,0 2-14-15,0 10-3 16,-3 6 1-16,-2 4 8 15,0 8 7-15,-2 3-2 16,2 3-9-16,0 1-3 0,2-2-1 16,-2-2 3-16,2-4 1 15,0-4-2-15,1-6-1 16,0-4 0-16,0-5-5 16,1-6-22-16,-2-4-19 15,-1 0-13-15,0-14-51 0,-2-5-143 16</inkml:trace>
  <inkml:trace contextRef="#ctx0" brushRef="#br0" timeOffset="-120728.55">17080 4791 289 0,'0'0'41'0,"0"0"11"15,0 0-8-15,0 0-31 16,0 0-9-16,0 0-5 0,0 0 1 16,0 0 0-16,0 0-4 15,9-4-41-15,-9 14-89 16</inkml:trace>
  <inkml:trace contextRef="#ctx0" brushRef="#br0" timeOffset="-120197.54">17218 4986 379 0,'0'0'7'0,"0"0"7"16,0 0-2-16,0 0-9 15,0 0 5-15,0 0 1 0,0 0 2 16,17 35 2-16,-15-19 0 16,-2 2 0-16,0 2-5 15,0 0-3-15,0-1-4 16,0-1 0-16,0-2 1 16,0-5-1-16,0-1-1 0,0-5 1 15,0 0 2-15,0-4-1 16,0-1 2-16,1 0 7 15,-1-1 23-15,0-6-23 16,2-1-9-16,0-3-1 16,0-2 0-16,1-1-1 15,1 3-1-15,-1-1 0 0,1 1 0 16,0 3 4-16,4-1 5 16,-4 2 0-16,3 1 5 15,-1 1-3-15,1 1-4 16,1 2-3-16,-1 1-2 0,1 1 0 15,-1 0 0-15,2 2 0 16,-1 5-1-16,-3 2 1 16,1 1-1-16,-1 1 2 15,0 2 0-15,-2 1-2 16,-2-1-10-16,1 1-13 16,-2 0-10-16,0 1-3 0,0 0-18 15,0-1-31-15,-1-3-47 16,-1-1-107-16</inkml:trace>
  <inkml:trace contextRef="#ctx0" brushRef="#br0" timeOffset="-119471.83">17703 5103 351 0,'0'0'25'0,"0"0"25"16,0 0-14-16,0 0-16 15,27-19-7-15,-17 19-5 16,-1 1-2-16,0 7-4 0,1 2-1 16,-2 2 1-16,-2 1 1 15,-2 1-2-15,-1-2 1 16,-3 1-2-16,0-3 0 16,0-2 0-16,0-2-1 15,0-3 1-15,0-3-2 0,0 0 5 16,-2 0 0-16,1-7-2 15,0-3 0-15,1-3 0 16,0-2-2-16,1-5 0 16,8 0 1-16,1-1-4 15,2 0-4-15,1 2-14 16,-1 2-45-16,0 3-62 0,-2 0-151 16</inkml:trace>
  <inkml:trace contextRef="#ctx0" brushRef="#br0" timeOffset="-118913.62">17544 5154 126 0,'0'0'70'0,"0"0"-50"0,0 0 12 0,-5-33 1 15,-2 27-2-15,-2 1 2 16,-1 1 25-16,0 4-8 16,-2 0-10-16,2 7-18 0,1 4-9 15,3 5-3-15,2 3-3 16,4 1-2-16,0 0-1 16,8-2 0-16,4-2-1 15,4-4-1-15,1-2 3 16,2-6-2-16,-1-3-10 0,2-1-20 15,-1-5-32-15,-1-8-87 16,0-4-184-16</inkml:trace>
  <inkml:trace contextRef="#ctx0" brushRef="#br0" timeOffset="-118290.64">17945 5167 352 0,'0'0'25'0,"0"0"22"0,0 0-25 15,0 0-13-15,0 0-4 16,0 0 1-16,30-23 4 15,-19 18 1-15,4-2-6 16,-3 0-1-16,2-2 0 0,-3 1 0 16,0-3-1-16,-2-1-1 15,-2 0 0-15,0 1 0 16,-4-1 2-16,-2 1 15 16,-1 2 7-16,0 1-6 15,-5 3-2-15,-3 5-10 0,-4 0-5 16,-2 5 0-16,0 10-1 15,0 2-1-15,1 4 1 16,2 2-1-16,4 0-1 16,2 0 3-16,5-3 1 15,0-3-2-15,4-3 0 0,7-3 1 16,4-4 0-16,-1-3-2 16,3-3-5-16,2-1-10 15,0-1-18-15,-2-7-43 16,1-4-83-16,2-3-180 15</inkml:trace>
  <inkml:trace contextRef="#ctx0" brushRef="#br0" timeOffset="-117241.61">18316 5051 371 0,'0'0'25'0,"0"0"31"16,-27-9-19-16,13 9-20 0,0 2-9 15,-3 4 0-15,3 4 2 16,1 2-1-16,0 1-5 16,3 3-1-16,5-2-1 15,-1 1 0-15,4-1 0 16,2-1-1-16,0-3 2 15,1 0-2-15,6-3-1 0,3-4-4 16,1-3-1-16,2 0-1 16,1-6 5-16,2-6 0 15,-1-3 0-15,-1 0-2 16,-2 0-3-16,-3 0 0 0,-2 3 3 16,-4 2 4-16,-3 4 6 15,0 3 4-15,0 3-1 16,0 0-7-16,0 4-2 15,0 5 1-15,-2 2 1 16,2 3-2-16,0-1 2 16,2-1 2-16,5-2-1 0,1 2 0 15,2-3 0-15,2-3-1 16,-1-2 1-16,3-3-2 16,-2-1 1-16,2-3-1 15,1-7-1-15,-1-3-2 0,4-4 1 16,-3-3-1-16,3-2-2 15,0-1-4-15,-2 2-4 16,0 2 5-16,-3 6 5 16,-1 6 3-16,-3 4-1 15,-2 3-1-15,-2 5 1 16,-1 8 1-16,-4 5 2 0,0 1 1 16,0 1 0-16,-2 1 4 15,-4-1-2-15,-1-2 1 16,0-2-2-16,-1-2-1 15,0-1 0-15,-1-3-2 16,1-2 1-16,1-3-3 0,-3 0 1 16,2-2-1-16,-1-2-3 15,4 0-3-15,-1-1-2 16,2 0 3-16,2 0 2 16,1 0-13-16,1 0-18 15,0 0 14-15,0-1 4 0,5 0 0 16,1 1 4-16,5 0-10 15,-3-1 3-15,3 1-18 16,3 0 1-16,-2-1-13 16,2 0-12-16,2-1-4 15,0-2 28-15,2 0 17 16,-1-1 20-16,1 0-1 0,-1-2-4 16,0 1 18-16,1-2 8 15,-3 0 17-15,3 0 10 16,-3-1-1-16,0 0-6 15,1-1-11-15,-2 1-9 16,-2-2 4-16,-2 2 0 0,-1 1-3 16,-7-1 3-16,-2 3 16 15,0-1-17-15,-4 4-11 16,-7 2-5-16,-3 1-2 16,-3 3-1-16,0 9 0 0,-1 3-2 15,4 2 0-15,1 3-1 16,8-2 1-16,3 0 0 15,2-4 0-15,16-5-1 16,9-2 1-16,6-5-1 16,8-2-2-16,6-7-34 15,2-11-85-15,3-8-299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0:46:10.703"/>
    </inkml:context>
    <inkml:brush xml:id="br0">
      <inkml:brushProperty name="width" value="0.05292" units="cm"/>
      <inkml:brushProperty name="height" value="0.05292" units="cm"/>
      <inkml:brushProperty name="color" value="#FF0000"/>
    </inkml:brush>
  </inkml:definitions>
  <inkml:trace contextRef="#ctx0" brushRef="#br0">21852 832 126 0,'0'0'91'0,"0"-3"-58"16,-1 0-1-16,0 2-35 0,-4-1 50 16,1 0-34-16,0 0 2 15,-3 0 1-15,2 0-3 16,-1 2-4-16,-3-1 1 16,1 1 0-16,-2 0-5 15,-3 0-2-15,-2 1-2 0,0 3 3 16,-3 4 3-16,0 1-2 15,0 0 3-15,-1 3 1 16,4 1-1-16,1 3-6 16,2 1-1-16,4 1-1 15,2 2-3-15,4-4-3 0,2 1 8 16,0-3-3-16,7-3 0 16,4-2 0-16,3-2 3 15,3-4 1-15,3-1-1 16,1-2 0-16,3 0-1 15,0 0-1-15,-1 3 1 0,-1 1 0 16,-1 4 6-16,-3 1 6 16,-2 3-5-16,-4 2 1 15,-3 0-2-15,-3 1-2 16,-5 0-1-16,-1 2 1 16,-3-2 0-16,-8 1 0 15,-6-1-4-15,-2 1 1 0,-6 1 0 16,-5-1 0-16,-4 1-1 15,-1-4-1-15,-1 1 1 16,2-3-2-16,3-4 0 16,7-1-3-16,6-3-20 15,4-2-37-15,5-1-61 0,6-7-96 16</inkml:trace>
  <inkml:trace contextRef="#ctx0" brushRef="#br0" timeOffset="838.15">22019 900 336 0,'0'0'5'0,"0"0"14"0,0 0-16 0,0 0-3 15,0 0 2-15,0 0 5 0,-6 44 2 16,9-27 0-16,2 2-3 16,0 1-6-16,2-2 1 15,0-1 0-15,0-5 0 16,-1-4 1-16,0-7 0 15,3-1 3-15,-3-9 2 16,0-6-3-16,2-5-2 0,-4-3-5 16,0-1 1-16,-1 1-1 15,-2 4-4-15,-1 4 3 16,0 3 12-16,1 6 11 16,0 6 4-16,0 0-21 15,2 3-9-15,1 8 6 0,2 3 3 16,1 0 2-16,0 3 6 15,1 0-8-15,1 1 0 16,-1-3 0-16,1-2-31 16,-2-3-30-16,0-2-83 0,0-6-37 15</inkml:trace>
  <inkml:trace contextRef="#ctx0" brushRef="#br0" timeOffset="1446.53">22288 911 178 0,'0'0'259'15,"0"0"-259"-15,0 0-8 16,0 0 6-16,8 28 4 16,-3-20-2-16,0 2 0 0,-2 0 0 15,2 0 0-15,-3-2 0 16,0 1 0-16,-2-2-2 15,0-3-19-15,0-3-2 16,0-1 26-16,-2-1 2 16,-3-5-3-16,1-1-2 0,3-3-6 15,-1 0 2-15,2 1 5 16,0-1 11-16,0 1-5 16,0-1-1-16,2 3 3 15,1 3 8-15,4-1-10 16,-2 3-4-16,3 2-2 15,1 0 4-15,0 0 6 0,1 0-1 16,1 0-1-16,-3 3-1 16,0 4-2-16,0-3 0 15,-2 3 4-15,-1 0-5 16,0 0-1-16,-4-2-1 0,0 0-1 16,-1-1 1-16,0-2-1 15,0 0-1-15,0-2 1 16,0 0 4-16,-2-2 0 15,-2-6-3-15,1-3-1 16,1-2-1-16,2-2-4 0,0-1-2 16,3 1 0-16,4 3 5 15,2 3 1-15,1 3 0 16,2 4-1-16,-2 2 0 16,1 0 2-16,2 8 3 15,0 2-1-15,0 1-3 0,-1 2 0 16,-1 0-17-16,-1 0-26 15,-1-2-66-15,1-3-41 16</inkml:trace>
  <inkml:trace contextRef="#ctx0" brushRef="#br0" timeOffset="1822.78">22784 782 513 0,'0'0'2'0,"0"0"-3"0,0 0-5 0,0 0 5 15,0 0 1-15,-19 35 1 16,19-26-1-16,0 0 0 16,0 1 0-16,5-2 0 15,-1-1-11-15,3 0-30 0,0-5-15 16,0-2-14-16,0 0 25 15,0-4 37-15,-4-6-14 16,-3-3 1-16,0 1 1 16,-2 0 14-16,-8 1 10 15,-5 1 8-15,0 0 6 0,-1 2 8 16,2 1-6-16,3 2-4 16,2-1-3-16,5 4-3 15,1-1-2-15,3-2-5 16,3 0-5-16,9-2-1 15,2-2-20-15,6-2-43 0,3-2-49 16</inkml:trace>
  <inkml:trace contextRef="#ctx0" brushRef="#br0" timeOffset="2100.13">23035 495 308 0,'0'0'7'15,"0"0"24"-15,0 0 16 16,0 0-28-16,-29 9-12 16,28 10 3-16,1 6 5 0,0 5 3 15,2 5-5-15,6 4-6 16,0 4-4-16,2-2-1 16,-2 0 0-16,-1-6 2 15,-3-2 0-15,-2-8-1 16,-2-3 0-16,0-3 0 0,-9-4-2 15,-4-2-1-15,-2-1-21 16,-3-5-19-16,-2-3-17 16,1-4-29-16,1 0-51 15</inkml:trace>
  <inkml:trace contextRef="#ctx0" brushRef="#br0" timeOffset="2232.3">22911 859 386 0,'0'0'4'16,"0"0"-1"-16,30-27 0 16,-11 17-2-16,2-2 3 0,4-4-2 15,1 0-4-15,0-6-50 16,-2-5-144-16</inkml:trace>
  <inkml:trace contextRef="#ctx0" brushRef="#br0" timeOffset="2802.89">22026 1449 439 0,'0'0'4'0,"-29"-7"1"16,13 7 2-16,-1 6-2 16,-3 9-3-16,-2 4-2 15,3 3 0-15,1 1 1 0,5 3-1 16,6-4-1-16,7 1-1 16,3-1-2-16,11-2 1 15,6-1 1-15,2 1 0 16,2 0 4-16,-2-1-4 15,-7 0-16-15,-4 1 5 0,-8-1-4 16,-3-2 8-16,-8 1 7 16,-7-3 3-16,-4-2 1 15,-2-3 2-15,-2-2 7 16,2-4 0-16,-3-1 0 16,4-3-7-16,2 0-2 0,4-5 0 15,4-3-4-15,7-2-32 16,3-1-70-16,0-3-138 15</inkml:trace>
  <inkml:trace contextRef="#ctx0" brushRef="#br0" timeOffset="4006.29">22873 1493 476 0,'0'0'4'16,"-29"-4"-2"-16,16 1-1 16,2 3-1-16,2 2 0 15,0 6-1-15,4-1 1 16,0 4 2-16,4-1-1 15,1 2-3-15,0-1 0 0,4 0-1 16,3-4-1-16,2 1-1 16,0-3-11-16,1-3-10 15,-1-2 6-15,-1 0-1 16,-1-3 0-16,-2-6 6 16,-2-2 13-16,-1-1 2 0,-2-1 5 15,0 3 11-15,0 2 9 16,-1 3 2-16,0 2 2 15,-1 1 2-15,1 2-17 16,1 0-12-16,0 0-4 16,5 5-4-16,5 3 7 0,0-3-1 15,3 3 1-15,-1-4-20 16,-1-1-71-16,-3-3-211 16</inkml:trace>
  <inkml:trace contextRef="#ctx0" brushRef="#br0" timeOffset="5093.22">22229 1544 113 0,'0'0'0'0,"-9"-32"4"0,5 20 7 0,1 3 12 15,-2 1 11-15,0 3 12 16,1 0 7-16,0 2-10 15,1 2-4-15,-3 1-14 16,0 0-13-16,-2 5-6 0,0 7-1 16,-1 3 7-16,1 3 0 15,1 0-5-15,0 0-4 16,4 2 0-16,1 0-3 16,2-4-1-16,0 1 4 0,0-4-3 15,4-1 0-15,4-6-1 16,-1-4-7-16,3-2-4 15,3-5 9-15,0-10 1 16,1-5-4-16,1 1 1 16,-3-3 2-16,-2 4 2 15,-2 3 1-15,-5 5 1 0,0 5 2 16,-1 4 4-16,-1 1-5 16,2 6-11-16,0 7 6 15,4 7 19-15,-3 5-1 16,3 3-5-16,-1 2 1 15,1 1-4-15,0 0-4 16,2-1 5-16,-2-2-5 0,0-2-1 16,1-4 0-16,-3-3 1 15,1-6 0-15,-2-5 0 16,-1-5-2-16,0-3 6 16,1-10 1-16,1-7-2 15,-1-7-2-15,0-6-3 0,1-8-1 16,0 0-6-16,-1 0-2 15,2 5 0-15,-2 5 5 16,-2 8 2-16,0 7 1 16,-1 10 0-16,1 3-5 15,1 6-4-15,-2 9 5 0,3 3 7 16,1 4 3-16,-1 1-4 16,2-2 0-16,-1-1-1 15,1-3 0-15,-2-4 1 16,3-5 0-16,-2-3 3 0,0-3-2 15,1-2 1-15,0-2 1 16,2-9 1-16,-3-6-2 16,2-6-10-16,1 0-2 15,-4-2 3-15,1 4 2 16,-2 3 3-16,-1 6 0 0,0 5 0 16,-1 7 1-16,2 0-5 15,1 2-2-15,0 5 5 16,3 3 6-16,1 3 8 15,2 0-7-15,1 0-3 16,0-1 2-16,2-2-2 0,-2-2 0 16,2-3-22-16,-1-5-48 15,-1 0-105-15</inkml:trace>
  <inkml:trace contextRef="#ctx0" brushRef="#br0" timeOffset="6217.85">22792 1470 381 0,'0'0'5'0,"0"0"8"0,0 0-2 0,-32 0-2 16,23 0-1-16,0 0 6 0,0 6 3 16,1 2-4-16,1 4-8 15,-1 1 1-15,3 3 2 16,1 3 1-16,2-1-1 16,2 2-6-16,0-2-1 15,1-3-1-15,5-4 1 0,0-3-2 16,1-3 2-16,2-5 0 15,-1 0 0-15,1-6 2 16,0-8 1-16,1-4-4 16,-2-3-1-16,0 1-2 15,-3 0 1-15,-2 2-3 0,0 6 6 16,-3 4 0-16,1 4 6 16,-1 4 3-16,0 0-8 15,0 2-6-15,2 5 2 16,1 3 2-16,1 0 4 15,1 3-3-15,1-3 0 0,3 0 0 16,0-1 2-16,0-1-1 16,4-3 0-16,-3-2 0 15,1-2 0-15,0-1 1 16,0-1 1-16,-1-9-1 16,-1-1-1-16,-2-3-3 15,0-2 1-15,-3-1-2 0,-1 2-1 16,-1 1-1-16,-2 2 1 15,0 0 2-15,0 3 0 16,0 0-1-16,0 3 1 16,0-2 1-16,3 1-2 15,2 1-1-15,1 2 1 0,1 1-1 16,2 1 2-16,0 2-1 16,-2 0-1-16,0 1-1 15,-1 6 1-15,0 5 1 16,-1 0 2-16,-1 2 1 15,0-1 1-15,0 0-1 0,0-1-1 16,2 0 1-16,2-4 1 16,2 0 0-16,1-4 0 15,2-3-1-15,4-1 1 16,0-3-1-16,4-10 2 16,-1-1-3-16,1-3 0 0,0-2-7 15,-3-1-3-15,-1 4-4 16,-3-1 5-16,-4 4 7 15,-3 3 2-15,-4 3 0 16,-3 4 2-16,0 2 7 16,-2 1 9-16,-6 1-12 0,-1 7-3 15,0 2 0-15,1 2 1 16,2 1-2-16,3-3-1 16,3 3 0-16,0-3-1 15,1 0 0-15,6-3 1 16,4-1-2-16,2-1 2 0,2-1 2 15,2-3-3-15,2-1 3 16,0-1-1-16,4-9 0 16,1-4 0-16,0-4 0 15,0-1-2-15,0-1 0 16,-3 5 0-16,-4 0 0 0,-3 7-1 16,-4 4 0-16,-3 4-2 15,-2 0-1-15,-2 9 1 16,-1 1 1-16,-2 1 1 15,0 1 4-15,0 1-2 16,-6-3 2-16,-1 0-1 0,-1 0-1 16,-5-3-10-16,-1-3-65 15,0-4-104-15</inkml:trace>
  <inkml:trace contextRef="#ctx0" brushRef="#br0" timeOffset="6808.82">23816 1177 491 0,'7'5'30'0,"-3"0"-31"0,1 4-12 0,-1 4 12 16,3 4 3-16,-1 0 1 15,1 3 1-15,-2-2 0 16,1-3 2-16,0 0-5 15,1-5 4-15,1-5 2 0,5-5 3 16,5-4 3-16,6-17 6 16,10-12 12-16,9-12-8 15,13-14-5-15,15-12-10 16,12-12-1-16,8-3-4 16,4 0-2-16,-3 7-1 0,-11 13 0 15,-13 16 0-15,-15 14-13 16,-17 18 13-16,-19 8 0 15,-13 3 0-15,-5 4-70 16,-18 1-95-16</inkml:trace>
  <inkml:trace contextRef="#ctx0" brushRef="#br0" timeOffset="39679.8">17986 6875 3 0,'0'0'141'0,"0"0"-101"16,0 0-16-16,0 0 5 16,0 0 6-16,0 0-12 15,0 0-1-15,0 0 2 0,0 0-11 16,0 0-1-16,0-3-1 16,0 1 1-16,0 2-5 15,0 0 0-15,0 0 0 16,0 0-3-16,5 0-1 15,3 0-3-15,6 0 1 0,3 0 2 16,6 8 6-16,2 2-3 16,3 5-1-16,0 2-3 15,-2 2-1-15,-1 0-1 16,-1-2 1-16,-6-2-1 16,-2-1 0-16,-4-6 0 0,-2 0-2 15,-4-4-9-15,-5-3-41 16,-1-1-85-16,0-3-67 15</inkml:trace>
  <inkml:trace contextRef="#ctx0" brushRef="#br0" timeOffset="39946.17">18165 6720 264 0,'0'0'14'0,"0"0"7"0,-10 33-4 0,6-10 19 16,1 4-18-16,-1 7-8 15,-2 4-7-15,0 4-1 16,1 0-1-16,-3 1-1 15,2-3-29-15,-1-7-113 16</inkml:trace>
  <inkml:trace contextRef="#ctx0" brushRef="#br0" timeOffset="40323.99">17829 7593 413 0,'0'0'11'16,"0"0"-10"-16,36 22 0 15,-17-5 0-15,4 1-1 0,0 2 2 16,-2-1-2-16,0-2 0 15,-1-4-2-15,-3-2-2 16,-3-5-36-16,-2-5-51 16,-3-1-31-16</inkml:trace>
  <inkml:trace contextRef="#ctx0" brushRef="#br0" timeOffset="40543.94">17956 7509 323 0,'0'0'92'0,"0"0"-89"16,0 0 2-16,-20 28-3 16,15 1 3-16,0 6 1 0,-2 5-3 15,-1 5 0-15,-1-1-3 16,-1 1 0-16,0-5-40 15,-2-5-195-15</inkml:trace>
  <inkml:trace contextRef="#ctx0" brushRef="#br0" timeOffset="40886.96">18354 7420 272 0,'0'0'43'16,"0"0"21"-16,0 0-32 16,0 0-26-16,29 0-4 0,-11 10 3 15,1 2-4-15,4 1 0 16,1 3 0-16,-4-1-1 16,0 0-15-16,-3-6-139 15,-2-3-37-15</inkml:trace>
  <inkml:trace contextRef="#ctx0" brushRef="#br0" timeOffset="41108.05">18479 7316 354 0,'0'0'9'16,"0"0"4"-16,-10 43-11 0,3-17 0 16,-1 9 0-16,-4 6-1 15,-3 2 0-15,-3 0-63 16,-2 0-178-16</inkml:trace>
  <inkml:trace contextRef="#ctx0" brushRef="#br0" timeOffset="41505.94">19010 7147 407 0,'0'0'36'16,"0"0"-26"-16,0 0 17 15,0 0-26-15,34-4-1 16,-17 15 0-16,7 4 1 16,0 3-1-16,1 1 0 15,-1 1-2-15,-4 0-35 0,-3-2-55 16,-4-3-33-16,-5-6-101 16</inkml:trace>
  <inkml:trace contextRef="#ctx0" brushRef="#br0" timeOffset="41721.42">19158 7099 270 0,'0'0'130'0,"0"0"-105"16,0 0-18-16,-12 48-6 15,6-21 2-15,-1 6-2 16,0 3 0-16,-6 0-3 16,-1-4-101-16,-1-2-197 0</inkml:trace>
  <inkml:trace contextRef="#ctx0" brushRef="#br0" timeOffset="42046.83">18745 6606 354 0,'0'0'2'16,"0"0"5"-16,0 0-6 16,42 3 1-16,-22 11-1 15,3 4 0-15,1 3 0 0,0 2 1 16,-6-1-1-16,-1-4-47 15,-4-7-66-15</inkml:trace>
  <inkml:trace contextRef="#ctx0" brushRef="#br0" timeOffset="42223.9">18872 6558 417 0,'0'0'4'15,"-18"29"-1"-15,13-5-1 0,0 10 2 16,1 8-2-16,0 6 0 16,-4 3-2-16,0-3-98 15</inkml:trace>
  <inkml:trace contextRef="#ctx0" brushRef="#br0" timeOffset="42623.78">18351 8072 397 0,'0'0'40'0,"0"0"-38"15,35 16 2-15,-12-6 1 16,5 1-2-16,2 2-2 16,0 1 0-16,-3 0-1 0,-1-1-1 15,-4-1 1-15,-3-4-3 16,-7-1-34-16,-2-4-78 16,-6-3-31-16</inkml:trace>
  <inkml:trace contextRef="#ctx0" brushRef="#br0" timeOffset="42809.34">18509 8023 410 0,'0'0'19'0,"0"0"1"15,-20 41-13-15,13-13 5 16,2 3-9-16,0 5-2 15,0-2-1-15,-1-3-38 16,2-7-112-16</inkml:trace>
  <inkml:trace contextRef="#ctx0" brushRef="#br0" timeOffset="43151.1">18863 7876 213 0,'0'0'200'0,"0"0"-161"16,0 0 1-16,0 0-35 0,0 0-1 16,41 15 3-16,-23 0-5 15,1-1 0-15,1 0-2 16,-3-3 0-16,1-4 0 16,-2-2-1-16,-1-3 0 15,-1-2-29-15,-4-4-73 16,-2-4-69-16</inkml:trace>
  <inkml:trace contextRef="#ctx0" brushRef="#br0" timeOffset="43355.39">19006 7838 406 0,'0'0'64'0,"0"0"-23"0,-29 34-22 16,20-12-3-16,1 6-11 16,-2 4-4-16,0 2-1 15,-5-1-6-15,0-4-111 16,-5-8-295-16</inkml:trace>
  <inkml:trace contextRef="#ctx0" brushRef="#br0" timeOffset="50233.97">19992 6199 79 0,'0'0'225'0,"0"-1"-166"16,0 1-23-16,3 0-33 15,2 1-1-15,3 6 1 0,2 3 0 16,1 4-1-16,0 1 3 16,1 6 7-16,1 3-4 15,-3 4-1-15,-1 6-2 16,-1 2-3-16,0 3 0 15,-2-1-1-15,-1-1-1 16,0-6 1-16,-1-3-1 0,-2-5 0 16,0-6 1-16,-1-6 0 15,-1-4 0-15,0-3-1 16,0-4 4-16,-3-4 10 16,-3-11-6-16,1-6-6 15,-1-9-2-15,-1-10 1 0,-1-6-1 16,0-5 0-16,2-3-2 15,-3 3 2-15,2 4 0 16,0 10 0-16,0 8 2 16,1 6 8-16,2 9 11 0,-1 3-3 15,2 5-8-15,2 2-3 16,1 1-2-16,0 1-1 16,0 2-1-16,0 0-2 15,3 0-1-15,3 0 0 16,1 4 1-16,2 5 0 0,1 1-1 15,3 4 1-15,0 1 0 16,2 1 0-16,2 0-1 16,2-4 0-16,0 1 0 15,0-6 1-15,-1-2-1 16,-1-3 1-16,-1-2-1 16,0-2 0-16,-2-9 1 0,1-4-1 15,-2-5 0-15,0-5 1 16,-3-5-2-16,1 2-1 15,-3-1-1-15,-1 5 1 16,-2 5 2-16,-1 5 1 16,-1 9 1-16,-1 3 6 0,1 2-5 15,2 6-2-15,2 6 3 16,4 5 7-16,0 3-2 16,2 5-3-16,3 1 3 15,1 2-5-15,1 1-2 16,0 0 0-16,0-4-1 0,-1-1 0 15,-1-4-1-15,-4-3 1 16,-3-4-2-16,-2-2-3 16,-1-3-28-16,-4-4-29 15,0-4-22-15,-1 0-75 16</inkml:trace>
  <inkml:trace contextRef="#ctx0" brushRef="#br0" timeOffset="50655.09">20673 6275 432 0,'0'0'22'0,"0"0"11"0,0 0-14 0,29-29-12 0,-16 22-3 0,-1 1 0 16,-2-3 3-16,0 2 3 15,1-2-4-15,-1 1-1 16,-1-1-3-16,-3 0-1 16,0-1 0-16,-4 0-1 15,-2 1 1-15,0-1 1 16,-2 2 0-16,-8 1-1 0,-2 3 1 16,-5 0 0-16,0 3 2 15,-1 1 0-15,-2 0 2 16,4 8 3-16,2 1 3 15,4 4-6-15,2 1-1 16,5 3-2-16,2 1-1 0,1 2 0 16,1-2 0-16,9-3-1 15,5-3 0-15,5-4-1 16,3-4 1-16,2-4-1 16,2 0-1-16,-1-4-8 15,0-5-35-15,-3-2-41 0,-1-2-33 16,-5-2-78-16</inkml:trace>
  <inkml:trace contextRef="#ctx0" brushRef="#br0" timeOffset="51201.1">21079 6058 364 0,'0'0'7'0,"0"0"37"0,0 0-9 0,0 0-23 16,0 0-8-16,-34-27 12 15,17 27 20-15,0 0 4 16,1 0-14-16,-2 0-3 16,2 5-11-16,2 5-8 15,0 1 0-15,4 3-4 0,2 2 0 16,2-1 1-16,3 2-1 15,3 0 0-15,0 0 0 16,3-2 0-16,6 0 0 16,0-4 0-16,2 0-1 15,1-6 1-15,1-4-5 0,-1-1-4 16,-2-5-1-16,0-6-4 16,0-5 1-16,0-2 3 15,-4-1-2-15,-1 2 5 16,-1-1 6-16,-3 5 3 0,0 0-1 15,-1 4 0-15,0 1 3 16,0 3 11-16,0 2 5 16,-1 1 2-16,0 2-9 15,0 0-9-15,1 5-4 16,0 2 1-16,0 4 0 16,0-1-1-16,6 3 1 0,0-2-1 15,3 0 0-15,2-1 0 16,0-2 0-16,2 0-3 15,0-3-26-15,0-3-34 16,-3-2-57-16,1-2-100 16</inkml:trace>
  <inkml:trace contextRef="#ctx0" brushRef="#br0" timeOffset="51655.94">21161 6025 312 0,'0'0'42'0,"0"0"-40"0,0 0 3 0,0 0 2 15,0 0-7-15,0 0 2 16,0 0 8-16,0 0 19 16,0 0-9-16,0 0-8 0,15 26-7 15,-9-14-1-15,-1 2-3 16,0 0 0-16,-2-3-1 15,-1 1 1-15,0-7-1 16,0 1 0-16,-2-4 1 16,0-2-1-16,0 0 1 0,0 0 2 15,0-5-1-15,0-3-2 16,0-4 0-16,0-2 0 16,0 0 0-16,1-1 2 15,2 2-2-15,0 0 0 16,0 5 0-16,-1 1 0 0,3 2 0 15,-1 3 0-15,0 2 0 16,3 0 7-16,3 0 12 16,0 0-10-16,1 8 1 15,1-1-3-15,2 3-3 16,1-2-3-16,0 2 0 0,1-3-1 16,-1 1-3-16,-1-8-110 15</inkml:trace>
  <inkml:trace contextRef="#ctx0" brushRef="#br0" timeOffset="52338.8">21657 5788 261 0,'0'0'24'0,"0"0"24"0,0 0-15 16,0 0-15-16,0 0-10 15,41 3-3-15,-23 11 5 16,-2 4 7-16,2 0-7 15,0 1-2-15,-3 0-5 0,1-2-2 16,-2-3-1-16,-2-5 1 16,-1-4-1-16,-2-4 1 15,0-1 0-15,-2-6 1 16,0-9 4-16,1-5 6 0,0-5-4 16,1-6-2-16,1 0-4 15,-1-4-1-15,-1-1 0 16,2 3-3-16,1 4-1 15,2 6-3-15,0 6-7 16,2 6-26-16,-1 8-54 16,0 1-55-16</inkml:trace>
  <inkml:trace contextRef="#ctx0" brushRef="#br0" timeOffset="52791.15">22219 5622 208 0,'0'0'41'0,"0"0"18"16,-42-2-12-16,25 5-5 15,-3 7-9-15,3 3-3 16,3 2-4-16,3 1-9 15,2 0-6-15,5 1-4 16,2 0-5-16,2-1 0 0,0-2-2 16,5-1 0-16,2-5 0 15,3-3 0-15,3-5 0 16,-1 0 0-16,3-9-1 16,0-6 2-16,-2-4-2 15,-1-2-2-15,-2 0 1 0,-3 1 0 16,-4 3 1-16,-2 4 1 15,-1 3 0-15,0 6 1 16,0 3 0-16,0 1 1 16,0 2-3-16,0 9 3 15,0 1 1-15,7 3-1 16,-1 0 0-16,3 1-2 0,0-1 1 16,1-2-1-16,0-1-1 15,0-4-10-15,-1-1-24 16,0-5-37-16,-2-2-41 15,-2-4-54-15</inkml:trace>
  <inkml:trace contextRef="#ctx0" brushRef="#br0" timeOffset="53075.9">22331 5425 376 0,'0'0'8'0,"0"0"42"0,0 0-26 0,0 0-16 15,0 0 1-15,0 0 3 16,6 43 7-16,3-23-1 16,1 5-6-16,-2 1-6 15,1 3-4-15,-1 0-2 16,0 0 0-16,-2-4-1 15,-2-3-1-15,0-6-8 0,-1-6-29 16,0-6-38-16,-2-4-74 16,-1-2-59-16</inkml:trace>
  <inkml:trace contextRef="#ctx0" brushRef="#br0" timeOffset="53509.9">22458 5605 305 0,'0'0'5'0,"0"0"33"16,0 0-11-16,0 0 5 0,0 0-4 15,0 0-3-15,0 0-1 16,0 0-10-16,14 15-3 16,-9-2-5-16,2-1-3 15,-1 1-2-15,1-1 0 16,0-1-1-16,1-4 0 0,-1-1 0 15,0-3-1-15,1-3-3 16,1 0-4-16,-2-4-3 16,0-5 4-16,0-4 3 15,-1 0 3-15,-1-2 1 16,-1 0-1-16,1 0 1 0,-3 2 0 16,1 0 0-16,-1 1 1 15,1 3 2-15,-2 2 5 16,0 2 13-16,2 2 7 15,-1 3-8-15,1 0-13 16,1 3-3-16,0 4-1 0,2 2-1 16,2 2-2-16,0 0 1 15,2 0-1-15,2-2 0 16,0-1 0-16,1-2-11 16,2-2-56-16,-2-4-29 15,-1 0-126-15</inkml:trace>
  <inkml:trace contextRef="#ctx0" brushRef="#br0" timeOffset="53933.03">22834 5536 326 0,'0'0'5'0,"0"0"13"0,0 0 2 15,0 0-8-15,0 0 8 0,36-35 17 16,-24 30-10-16,1-1-8 16,0 0-8-16,0 0-7 15,2 2-2-15,-1-2 0 16,-3 1-2-16,0 2 0 16,-2-4 1-16,-3 4 1 15,-2-3-1-15,-4 2 0 0,0 0 0 16,-4 1 0-16,-6 0 0 15,-3 1-1-15,-3 2 6 16,-1 0 21-16,2 0-5 16,-2 7-3-16,3 3-3 0,2 3-6 15,2 2-3-15,4 2-3 16,4 1-2-16,2-1 1 16,7 0-3-16,9-3 2 15,7-3 0-15,5-5-1 16,5-4 0-16,4-2-1 0,2-1-10 15,1-13-66-15,-4-7-116 16</inkml:trace>
  <inkml:trace contextRef="#ctx0" brushRef="#br0" timeOffset="57745.35">22074 6337 166 0,'1'2'-46'0,"2"-2"143"0,-3 1-80 0,0 3-15 0,2 2 2 16,0 2 24-16,0 5 9 16,0 3 4-16,1 5-7 15,0 4-4-15,3 5-5 16,-4 4-7-16,4 4-8 0,-2 2-2 15,1 4-1-15,-1 0-2 16,0 0-2-16,0-1-1 16,-1-3 0-16,-1-3 1 15,0-7-1-15,-1-2 1 16,0-8-1-16,0-5 1 0,-1-5 0 16,0-4-2-16,0-4-1 15,0-2 1-15,0-3 1 16,0-10-1-16,0-4-2 15,0-3-2-15,0-6-11 16,0-3 2-16,0-3 5 0,-2-3 3 16,-3 0 2-16,0-3 0 15,-1 2 1-15,0-2-1 16,-1 2 1-16,1 1 2 16,0 3 0-16,2 3 6 15,2 2 8-15,-1 6-2 0,3 6 1 16,0 2-8-16,0 3-3 15,0 5-3-15,3 0 0 16,-3 3 1-16,2-1-1 16,-2 0 0-16,0 3 1 15,0-2 1-15,0 2 3 16,0 0 1-16,-2 0-1 0,2 0-1 16,-3 5-1-16,3 4-1 15,0 4 1-15,3 3 4 16,4 2 4-16,3 4-2 15,1-2-5-15,3 1-1 16,-1-3-3-16,1-1 2 0,2-3-2 16,-1-4 1-16,1-1-1 15,-1-5 1-15,1-3-1 16,-1-1 0-16,-1-1 0 16,0-9 2-16,-2-3-2 0,-1-3 0 15,-2-6 0-15,-1 0-2 16,0-3 1-16,-4 1-1 15,0 0 0-15,-1 2 2 16,-2 4 0-16,0 3 0 16,-1 2 0-16,0 3 1 15,0 5-1-15,0-1 2 0,-1 5 0 16,0 1 2-16,1 0-3 16,0 1-1-16,0 7 1 15,0 5 0-15,0 4 2 16,1 2 9-16,4 5 1 15,1 0-7-15,1 1-1 0,1 0-2 16,4-2-1-16,0-7-1 16,3-3 1-16,5-11-2 15,4-2 1-15,3-8-1 16,4-12-1-16,-1-8-45 16,-1-10-110-16</inkml:trace>
  <inkml:trace contextRef="#ctx0" brushRef="#br0" timeOffset="68823.96">23520 5318 69 0,'1'-4'19'0,"-1"-1"70"0,0-1-60 0,0 1 8 16,-1 0-8-16,-2 1-2 16,-1 1-3-16,0 0-7 15,0 2-4-15,-2 1-2 16,1 0 1-16,-2 0 1 0,1 4-5 15,-1 3-3-15,-1 3-1 16,0 5-3-16,0 1 0 16,1 2 0-16,1 2 1 15,4 2 0-15,2-1 3 16,0 0 1-16,5-2-1 0,4-1-4 16,3-5 1-16,3-2-1 15,1-4 2-15,1-5 7 16,0-2 7-16,2-2-4 15,-3-8-4-15,1-3-3 0,-3-2-2 16,-1-3-2-16,-5-2 0 16,-2 0 2-16,-3-3-1 15,-3-1-1-15,0 0-1 16,-7 1 0-16,-5 2-1 16,-3 4 1-16,-1 3 0 0,-2 4-2 15,-1 6 1-15,0 3-1 16,2 1-2-16,1 1-4 15,4 6-6-15,4 0-21 16,6-1-26-16,2-1-36 16,0-2-1-16</inkml:trace>
  <inkml:trace contextRef="#ctx0" brushRef="#br0" timeOffset="69215.44">23856 5014 377 0,'0'0'5'0,"0"0"-2"0,-35-11-2 0,23 11-2 15,0 9 1-15,0 1 0 16,3 5 5-16,0 3 1 15,4 2 5-15,2 3 1 16,3 3-4-16,0 4-3 16,2 5-3-16,6 1 1 0,1 5 1 15,1 3 0-15,1 0-1 16,-1-1 0-16,-1 0 2 16,-3-2 1-16,-2-4-4 15,-3-4-1-15,-1-2 1 16,0-6-1-16,-3-4 0 0,-4-4-1 15,-1-4 1-15,-2-5-1 16,-3-3-2-16,-2-3-11 16,-1-2-68-16,-2 0-38 15,-2-10-136-15</inkml:trace>
  <inkml:trace contextRef="#ctx0" brushRef="#br0" timeOffset="69430.81">23675 5475 341 0,'0'0'34'0,"0"0"-18"0,35-42 4 15,-15 27 0-15,3-1-9 16,5-1-7-16,3 1-1 16,1 1 0-16,1 0-3 15,-2 4 1-15,-2 1-1 16,-4 2-3-16,-8-1-91 0,-8-2-79 15</inkml:trace>
  <inkml:trace contextRef="#ctx0" brushRef="#br0" timeOffset="69958.28">23269 5914 324 0,'0'0'6'0,"0"0"4"0,0 0-11 0,0 0 1 15,0 0 0-15,0 30 0 0,2-10 1 16,1 4 7-16,2 6 18 16,1 3 0-16,1 7-1 15,0 5-9-15,0 2-5 16,-1 3-1-16,1-1-7 16,0 1-1-16,-1-7-1 15,1-4-1-15,-1-6 0 0,-1-6 0 16,-1-8 0-16,-3-6-1 15,1-6-34-15,-2-7-53 16,-2-3-2-16,-5-14-164 16</inkml:trace>
  <inkml:trace contextRef="#ctx0" brushRef="#br0" timeOffset="70311.05">23209 6096 249 0,'0'0'3'0,"0"-33"21"16,0 18-6-16,4 0 9 0,6 2 1 15,1-2-1-15,2 5-2 16,3 1-7-16,2 5-8 15,1 3-4-15,1 1 0 16,-1 6-3-16,-1 7-1 16,-7 2-2-16,-1 3 1 0,-5-2-1 15,-3 4 0-15,-2-5 0 16,0 2 1-16,-4-2-1 16,-3-1 1-16,-3-2-2 15,1 1 1-15,-3-2-1 16,-1-1-17-16,0-1-30 0,1-1-13 15,0-3 5-15,1-3-17 16,3-2-58-16</inkml:trace>
  <inkml:trace contextRef="#ctx0" brushRef="#br0" timeOffset="70755.39">23535 6011 350 0,'0'0'6'0,"0"0"39"16,0 0-34-16,0 0-7 16,0 0-1-16,0 0 4 15,-23 32 12-15,23-19-1 16,0 0-10-16,1-1-3 0,5-1-1 15,4-2-3-15,0-2 0 16,1-3 0-16,0-4 0 16,2 0-1-16,-1-3 1 15,-1-6 1-15,-3-2-1 16,-2-2-1-16,-2 0 1 0,-4-1 0 16,0 1-1-16,-8 1 0 15,-3 1 0-15,-3 1-1 16,0 2 1-16,-3 1 0 15,1 4-1-15,1 1 1 16,3 2-2-16,2 0 1 0,3 0-2 16,2 2-6-16,5 4-27 15,0-2-24-15,2-2-22 16,6-2 1-16,4 0-124 16</inkml:trace>
  <inkml:trace contextRef="#ctx0" brushRef="#br0" timeOffset="70966.67">23687 5896 390 0,'0'0'3'0,"0"0"-2"0,5 34-1 16,2-10 19-16,0 7 7 15,3 4-9-15,1 4-7 16,1 4-5-16,-1 2-2 15,0 1-2-15,-1 0 0 0,0-3-1 16,-5-3 0-16,1-6-7 16,-3-7-49-16,-1-9-44 15,-2-10-10-15</inkml:trace>
  <inkml:trace contextRef="#ctx0" brushRef="#br0" timeOffset="71372.23">23723 5991 313 0,'0'0'4'0,"-4"-31"28"16,4 18 6-16,2 3-14 0,7 3-12 15,1 1-6-15,3 4 6 16,1 2-3-16,2 0-4 16,-3 5 0-16,2 5-3 15,-4 3-2-15,-3 2 0 16,-2 1 0-16,-2 0 1 0,-4-1-1 16,0-1 0-16,-1-1 0 15,-5-1 0-15,-2-2-1 16,-3-2 1-16,0 0 0 15,0-1-4-15,0-2-4 16,1-3-23-16,3 1-14 16,0-3-8-16,3 0 14 0,4 0-12 15,0-2-27-15</inkml:trace>
  <inkml:trace contextRef="#ctx0" brushRef="#br0" timeOffset="71806.91">23903 5964 310 0,'0'0'5'0,"0"0"52"16,0 0-11-16,0 0-20 15,0 0-25-15,0 0 1 16,0 0 4-16,0 0 6 15,0 0-6-15,23 34-3 16,-16-19-2-16,0-1-1 0,1 0 0 16,0-2 0-16,-2-1 0 15,2-5-1-15,-1-2 1 16,0-4-4-16,-1 0-2 16,2-10-9-16,-2-2-10 15,-1-2 4-15,3-3 14 0,-5-1 5 16,0 1 4-16,0 0-2 15,-1 0 1-15,0 4 5 16,-2 1 15-16,1 7 4 16,1 2-6-16,-2 3-3 15,2 1-15-15,-1 8 1 0,0 3 0 16,1 2 0-16,0 2-1 16,1-1 0-16,2 1-1 15,-1-2 0-15,2-1-1 16,1-4-2-16,0-1-21 15,1-5-62-15,-2-3-37 0,-1-1-60 16</inkml:trace>
  <inkml:trace contextRef="#ctx0" brushRef="#br0" timeOffset="72061.78">24108 5713 419 0,'0'0'4'0,"0"0"0"16,0 0-1-16,0 0 1 15,-12 42 0-15,14-20 2 0,3 3-1 16,0 1-1-16,0 2-3 16,3 3 0-16,-3-1 0 15,1-1-3-15,-2-5-9 16,3-5-78-16,-3-6-24 0,1-8-88 15</inkml:trace>
  <inkml:trace contextRef="#ctx0" brushRef="#br0" timeOffset="72545.07">24299 5922 290 0,'0'0'5'16,"0"0"45"-16,0-36-10 16,-3 29-12-16,-1 1 0 0,-1 1 0 15,-1 3-5-15,0 2-7 16,-2 0-10-16,2 3-4 16,0 8 1-16,0 2-3 15,0 2 2-15,2 1-1 16,2 0-1-16,1 1 1 0,1-2-2 15,0-2 2-15,1-3-2 16,5-2 0-16,3-3 1 16,0-5-1-16,3 0 1 15,0-5 0-15,0-6 0 16,-1-3 0-16,-1-2 0 0,-4 1 1 16,-1 0-2-16,-1 3 2 15,-1 3-1-15,-2 2 1 16,-1 2-1-16,0 3 1 15,0 2-1-15,0 0 1 16,0 2-3-16,0 6 3 0,0 1 0 16,0 2-1-16,0 1 0 15,0 0 0-15,3 1-1 16,0-2 1-16,2 1-2 16,0-3-6-16,0-2-42 15,0-5-31-15,-1-2-32 0,0-3-42 16</inkml:trace>
  <inkml:trace contextRef="#ctx0" brushRef="#br0" timeOffset="72766.17">24421 5632 439 0,'0'0'-6'0,"0"0"11"15,0 0-5-15,-5 35 1 0,7-16 3 16,6 7 1-16,2-2 1 16,1 0 0-16,-1 1-2 15,0 2-2-15,0-2-2 16,-3-1 1-16,-3 0-1 16,0-3-2-16,-4-5-17 15,0-3-101-15,0-5-2 0</inkml:trace>
  <inkml:trace contextRef="#ctx0" brushRef="#br0" timeOffset="73058.99">24462 5869 331 0,'0'0'4'15,"0"0"53"-15,20-34-26 16,-10 25-7-16,2 1-8 15,2 2 3-15,-2 0 11 16,4 2-8-16,-2 4-10 0,1 0-5 16,-2 0-4-16,1 1-1 15,-2 7-1-15,-1 1 1 16,-3 2-2-16,-1 2 0 16,0-1 0-16,-4 3 0 0,2 0-2 15,-2 1-15-15,-1-2-62 16,-2-6-81-16,0-5-143 15</inkml:trace>
  <inkml:trace contextRef="#ctx0" brushRef="#br0" timeOffset="73215.87">24637 5679 474 0,'0'0'3'0,"0"0"-2"0,-18-28-1 16,18 28-7-16,0 1-13 16,4 7-101-16,0 0 45 15,2-3-28-15</inkml:trace>
  <inkml:trace contextRef="#ctx0" brushRef="#br0" timeOffset="73624.28">24802 5752 429 0,'0'0'3'16,"0"0"0"-16,0 0-2 16,-31 28 5-16,24-15-2 15,5-2 0-15,0 1 1 0,2 0 3 16,0 0-6-16,2-1 1 15,7-3-3-15,0-1 1 16,2-4-1-16,2-2 0 16,0-1 0-16,2-4 1 15,-3-7 0-15,1-3 1 16,-4-1-3-16,-1-1-1 0,-4-1 0 16,-4 1 3-16,0 1-1 15,0 3 1-15,-7 1 0 16,-4 3-1-16,-1 2 1 15,-2 3-1-15,0 3-1 16,1 0 1-16,2 0-2 0,3 0 0 16,3 5-3-16,4 1-36 15,1-2-81-15,0-2 1 16</inkml:trace>
  <inkml:trace contextRef="#ctx0" brushRef="#br0" timeOffset="73982.24">24931 5736 392 0,'0'0'4'15,"0"0"6"-15,0 0-10 0,0 0 0 16,0 0 2-16,0 0 0 16,33 34 3-16,-29-27 4 15,1 3-4-15,0-2-4 16,-2 0 0-16,-1 1-1 15,0-4 1-15,1-1-1 0,-3 0 0 16,0-4 1-16,2 0 1 16,-1-2 4-16,3-5-6 15,1-3 0-15,-1-3 0 16,1 0-2-16,-1 0 2 16,1 1 2-16,-3 3-2 0,0 0 1 15,0 5 0-15,0 2 9 16,3 2 19-16,1 0-26 15,3 1-2-15,2 6 0 16,3 1 0-16,0 2 2 16,1 1-1-16,-1 3-2 0,1-1 0 15,-4 0-1-15,-2-6-17 16,-4-2-198-16</inkml:trace>
  <inkml:trace contextRef="#ctx0" brushRef="#br0" timeOffset="97231.96">22413 6097 173 0,'2'0'15'0,"-2"0"-2"0,0 0-12 16,0 0-1-16,1 0 0 15,-1 0 0-15,2 0 1 16,-2 0-1-16,0 0 0 16,0 0 0-16,0 0 1 0,0 0-1 15,0 0 7-15,0 0 1 16,0 0-2-16,0 0-3 16,-3 0-2-16,-2 0-1 15,-1 0 2-15,0 0-2 0,-3 2 0 16,-1-1 3-16,0 1-1 15,-2 0 1-15,1 1-1 16,-4 0 0-16,-2 1-1 16,-1 0 0-16,-1 0 1 15,-1-1 0-15,-2 1 2 16,0-1 8-16,1 0 4 0,-1 1-5 16,0-1-1-16,0 2 0 15,2 0-1-15,-1 1-4 16,0 1-1-16,-1 0-2 15,-2 1 1-15,-2 0 0 16,1 2 1-16,-3 0 2 0,1 2 0 16,0-1 5-16,1-1-1 15,2 3-4-15,0-3-2 16,2 3 1-16,-3-1-4 16,2 1 1-16,0 0 1 15,-1 1-2-15,1 2 0 0,-1 0 0 16,4 3 1-16,2-1 1 15,2 2 2-15,0 1-1 16,3 2-1-16,1 0-1 16,2 1 0-16,1 0 1 15,2 0-2-15,2 0 0 16,1-2-1-16,2 3 0 0,1-1 0 16,1 1 0-16,-1 3 1 15,1 0-1-15,3 2-1 16,2 0 1-16,-1-1 0 15,2 3 1-15,0-2-1 0,1-1 0 16,0 1 1-16,2-2-1 16,0 1 0-16,0-2 2 15,5-2-1-15,-3-4 1 16,2-1 1-16,2-2 1 16,1-1 4-16,2-4 3 0,-1 0 0 15,3-1 0-15,1-2-5 16,0-1-2-16,1-2 1 15,0 0-3-15,-1-1-1 16,2-1 1-16,1 0 2 16,2-3-1-16,-2 0-2 0,2-1 0 15,0-1 3-15,1 0 4 16,0 0 0-16,1-3-5 16,0-2 0-16,-1-1-2 15,2-1 1-15,1 0-1 16,-2-1 1-16,2-2-1 0,-3 2 0 15,0-2 0-15,-1 0 0 16,-2-2 3-16,0-1 1 16,0 0-1-16,0 1-3 15,-2-2 1-15,1 1-1 16,-1 0-1-16,1 1 1 0,-1-1 0 16,0 0-2-16,-2 0 2 15,0 0-1-15,-1 0 0 16,0-2 0-16,0-1 1 15,-1 0 0-15,-1 0-1 16,2 0 1-16,0-1 0 16,-1 1 0-16,1-1-1 0,-1 1 0 15,-1-1 1-15,0 0-1 16,-2 0 0-16,0-1 0 16,-2 1 1-16,-1 0-1 15,-2-2 0-15,-2 2 1 16,-1-1 0-16,-4 0 0 0,-2-2-1 15,-1 0 2-15,0 0-2 16,-2-1 0-16,-5-1 1 16,-1-2 0-16,-1-1-1 15,0 0 1-15,0-3-2 16,0 2 2-16,-1-1-1 0,0 2 0 16,0 2 0-16,2 2 0 15,-2 1 0-15,0 0 0 16,0 5 1-16,0-1-1 15,0 2 0-15,-1 1 1 0,1 2-1 16,-1-1 0-16,0 4 1 16,0-2-1-16,-1 3 0 15,1 0 0-15,0 1 1 16,-1 1-1-16,0-1 0 16,-1 2 1-16,0 1-1 15,-1 0 1-15,-4 1-1 16,0 0 0-16,-4-1-1 0,-1 0 2 15,-4 0-1-15,-1-1-1 16,-2 1 1-16,-3 2-1 16,-1 1-3-16,1 0-16 15,-4 0-97-15,4 0-223 0</inkml:trace>
  <inkml:trace contextRef="#ctx0" brushRef="#br0" timeOffset="101152.82">22588 7173 390 0,'0'0'-5'0,"0"0"18"15,0 0-12-15,0 0-4 16,0 0 3-16,0 0 0 16,0 0 1-16,0 0 0 15,0 0 0-15,-2 21 2 0,2-19 3 16,1-2-1-16,0 0 6 15,-1 0 4-15,0 0 10 16,0 0-2-16,0 0-7 16,0 0-11-16,0 0-4 15,0-1 0-15,-1 0 0 16,-1-1-1-16,1 1 1 0,-2-1 0 16,1 2-1-16,1 0 0 15,-1 0 0-15,1 0 1 16,0-2-1-16,-1 2 1 15,0 0-1-15,0-2 0 0,1 1 2 16,-1-1 2-16,1 1 0 16,1-1-1-16,0 2-1 15,0-2-1-15,0-1 0 16,0 2-1-16,0-1 0 16,0-1 0-16,0 0 1 15,0 0-1-15,0 2 0 16,0-2 0-16,0 0 1 0,0 1-1 15,0 0 0-15,0 0 1 16,0 1-2-16,0-1 2 16,0 2-1-16,0 0 0 15,0-2 1-15,0 2-2 0,0-1 1 16,0 1 0-16,0-2 1 16,0 1-1-16,0-1-1 15,0 1 2-15,2 0-1 16,-1 1-1-16,-1-1 2 15,1 0-1-15,-1 1 0 0,0 0-1 16,0 0 2-16,0 0-1 16,0 0 0-16,0 0-1 15,0 0 1-15,0 0 0 16,0 0 1-16,1 0-2 16,-1 0 1-16,0 0 0 0,0 0 0 15,0 0 0-15,0 0 0 16,0 0 0-16,0 0 1 15,0 0-1-15,0 0 0 16,0 0 0-16,0 0 0 16,0 0 1-16,0 0-2 0,0 0 0 15,-1-1 0-15,-1-1-4 16,-1 2-1-16,-1-1 3 16,1 0 2-16,-1-1 1 15,-1 1-1-15,2 0 3 16,2-1-2-16,0 2 2 0,1 0 1 15,0 0-4-15,0 11 1 16,3 4 0-16,4 8 4 16,0 9 0-16,2 9-2 15,2 6-2-15,1 5-1 16,-1 4 1-16,1 1 0 0,0-2 0 16,-1-5 1-16,0-7-2 15,-2-7 1-15,-3-10 0 16,0-8 0-16,-3-9 0 15,-2-7 2-15,-1-4 46 16,0-12 19-16,0-5-61 0,-1-9-4 16,-4-5-2-16,-1-3 2 15,-1-3-2-15,-1 1-2 16,-2-2 1-16,-2 3 0 16,2 0 0-16,-2 3 0 15,1 3 0-15,1 5 2 16,3 4-1-16,1 5 0 0,0 3 0 15,3 2 0-15,1 4 1 16,1-1-2-16,0 3 2 16,1-1-2-16,0 2 2 15,0 1-1-15,0 0-1 16,0 3 2-16,0-1-1 0,0 1-1 16,0 0 1-16,0 0 0 15,1 1-1-15,2 0 0 16,3 0 0-16,3 4 0 15,2 5 1-15,5 5-1 16,4 3 1-16,5 8 1 0,1 3-2 16,4 3 2-16,2 1-2 15,0-1 1-15,-2-3 0 16,-2-6-1-16,-5-6 1 16,-6-6 0-16,-3-6 0 0,-3-4 1 15,-5-2-1-15,-2-15 7 16,-2-3 2-16,-2-8-5 15,0-6-2-15,-3-6-1 16,-7-4 0-16,-5-1 0 16,-1-3-1-16,1 5 1 15,-1 5-1-15,2 8-1 0,5 8-1 16,5 10-10-16,3 8-23 16,1 4-48-16,4 7-2 15,6 5 4-15,2 2-18 16,1 0-50-16</inkml:trace>
  <inkml:trace contextRef="#ctx0" brushRef="#br0" timeOffset="101552.81">23059 7146 485 0,'0'5'1'0,"0"1"4"0,-5 4-1 0,2 4-4 15,1 4 3-15,1 0 0 16,1 2 8-16,0-2 2 16,0-1-1-16,3-2-1 0,4-1-8 15,3-4-2-15,-2-3-1 16,4-3 1-16,-1-3-1 16,-1-1 0-16,-1-2 2 15,-1-9-1-15,0-2 1 16,-3-4 1-16,-3 0-3 15,-1-1 0-15,-1 0 2 0,-1 1-1 16,-6 3-1-16,-4 2 1 16,-1 2-1-16,-3 3 0 15,0 4 0-15,-1 2 0 16,0 1-1-16,4 0-1 16,-2 4-6-16,4 3-9 0,4 0-12 15,1-1-30-15,3-1-33 16,2-1 9-16,0-4-9 15</inkml:trace>
  <inkml:trace contextRef="#ctx0" brushRef="#br0" timeOffset="101802.23">23137 6898 394 0,'0'0'4'15,"0"0"48"-15,0 0-44 16,0 0-4-16,14 45 0 16,-4-12 11-16,0 5 3 15,1 4-1-15,1 0-3 16,0 1-12-16,2-3-2 16,0-4 1-16,-1-6-2 0,-2-3 0 15,-1-6-5-15,-4-8-43 16,-2-8-64-16,-4-5-19 15</inkml:trace>
  <inkml:trace contextRef="#ctx0" brushRef="#br0" timeOffset="101978.46">23186 7199 407 0,'0'0'1'0,"0"0"7"16,0 0-5-16,0 0-3 15,19-35 0-15,-4 26 1 16,5-2-1-16,1-2 0 16,3-2 1-16,0 0-1 15,2-1-1-15,-2-2-74 16,-4-4-52-16</inkml:trace>
  <inkml:trace contextRef="#ctx0" brushRef="#br0" timeOffset="102239.64">23447 6751 445 0,'0'0'3'0,"0"0"-3"16,10 34-1-16,-1-11 3 15,3 5 1-15,1 6 1 16,-2 1 2-16,0 5-3 0,1 2-2 15,-2 0-1-15,-2-2 0 16,-1-4-1-16,-2-6 1 16,-2-6-3-16,0-7-36 15,0-8-72-15,-3-7-12 0</inkml:trace>
  <inkml:trace contextRef="#ctx0" brushRef="#br0" timeOffset="102627.45">23557 6966 436 0,'0'0'6'0,"0"-41"33"16,4 26-11-16,3 4-12 0,3 4-11 15,1 5-3-15,1 2-2 16,-2 0 0-16,-2 10 0 15,-1 5 0-15,-3 2 0 16,-4 4 0-16,0 2 0 16,0 0 0-16,-5-1-1 0,-3-3-2 15,3-1-3-15,0-5-4 16,0-5-6-16,2-2 1 16,3-4 5-16,0-2 9 15,0 0 1-15,0 0 0 16,7 0-1-16,3 0 3 15,1 0-1-15,2 0 1 0,4 0-2 16,-2 0 0-16,2 0 1 16,1 3-1-16,0 0 0 15,0 2-1-15,0-3-17 16,-1-2-108-16,-3-1-31 0</inkml:trace>
  <inkml:trace contextRef="#ctx0" brushRef="#br0" timeOffset="103096.57">23850 6928 381 0,'0'0'42'0,"0"0"-39"15,0 0-5-15,0 0 1 16,0 36 2-16,7-21 0 0,0-1 0 15,0 0 3-15,-1-1-1 16,0-1-2-16,-2-2 0 16,-1 0-1-16,-1-5 0 15,0-3 0-15,-2-2 1 16,0 0 5-16,0-4-4 0,-3-5-1 16,-1-2-1-16,0 0 0 15,-1-2 1-15,4 2-1 16,-1 0 0-16,2 2 1 15,0 0-1-15,0 1 0 16,4 0 1-16,4-1-1 0,0 2 10 16,3-2 2-16,0 4 13 15,0 0-12-15,-2 3-3 16,1 2-3-16,-2 0-4 16,-3 1-2-16,0 6 0 15,1 2-1-15,0 2 1 0,-3-1-1 16,2 4 0-16,1 0-1 15,0-1 1-15,-1 1-2 16,1-1-23-16,0 0-47 16,-1-4-80-16,0-5 68 15</inkml:trace>
  <inkml:trace contextRef="#ctx0" brushRef="#br0" timeOffset="103479.78">24135 6905 478 0,'0'0'10'0,"0"0"11"15,0 0-4-15,0 0-13 16,-28 0-3-16,26 10 1 16,0 1 4-16,2 2 9 0,0-1-8 15,0 2-5-15,1 0-1 16,6-1-1-16,0-1 0 15,0 0 0-15,1-2-1 16,1-4 2-16,0-3-2 16,0-3 1-16,0 0-2 0,0-6-1 15,0-4-4-15,-1-4-2 16,-1-2 3-16,-3 0 1 16,-1-1-2-16,-3-1 3 15,0 0 1-15,0 3 3 16,-6 0-1-16,-3 3 2 0,1 3-1 15,0 2 0-15,0 5-1 16,2 1-2-16,2 1-14 16,0 1-41-16,2 4-6 15,2 2 0-15,0-1 7 16,0-1-38-16</inkml:trace>
  <inkml:trace contextRef="#ctx0" brushRef="#br0" timeOffset="104092.78">24322 6861 436 0,'0'0'10'0,"0"0"-4"15,0 0-3-15,0 0 4 16,-10 34-4-16,15-21 1 0,0-1 4 15,1 3-2-15,0-4-5 16,0 2 0-16,-2-3-2 16,2-1 1-16,-2-5 0 15,0-2 0-15,0-2 0 16,1-2 1-16,2-6-1 0,0-3 1 16,-1-1-2-16,2-1 0 15,-1 1 0-15,0 1 1 16,-1 1 0-16,0 1 1 15,-1 3 0-15,-1 1 3 16,0 5 4-16,-1 0 8 0,1 0-3 16,-3 0-3-16,0 6 6 15,3 3-2-15,-2-1-3 16,2 2-4-16,0 0-3 16,2-1-2-16,-1 0-1 15,3-1-1-15,1-3 0 0,1-1 0 16,2-3 1-16,1-1-1 15,0 0 0-15,1-8 0 16,-2-2 0-16,0-4 0 16,-2 0 0-16,-3-2-4 15,-3-1-2-15,-3 2-3 0,-1-2 2 16,-4 1 3-16,-4 1 0 16,-6 3 0-16,1 3 2 15,1 2 0-15,-1 4 1 16,3 3-3-16,1 0-6 15,4 2-27-15,4 4-15 16,1 3-43-16,0-1 2 0,0-3-52 16</inkml:trace>
  <inkml:trace contextRef="#ctx0" brushRef="#br0" timeOffset="104468.07">24643 6850 441 0,'0'0'9'0,"0"0"6"0,0 0-11 0,0 0 0 15,0 0-1-15,26 28 10 16,-20-19 8-16,0 0-12 16,1 2-5-16,-2-2-3 15,-2 1 0-15,-1-3-1 16,0-1 1-16,-2-4-1 0,0 0 0 15,0-2 3-15,0 0 1 16,0-6-3-16,0-3-1 16,0-1 0-16,1-3 0 15,3 0 1-15,1-1-2 16,1 1 2-16,1 2-1 16,1-1 0-16,1 4 1 0,1 3-1 15,1 2 1-15,2 3 5 16,-2 0 2-16,2 6-3 15,-2 6 0-15,0 0-2 16,-1 4-2-16,2 0 0 16,-3 3-1-16,0-1-1 0,-3-5-36 15,-4-5-230-15</inkml:trace>
  <inkml:trace contextRef="#ctx0" brushRef="#br0" timeOffset="116502.73">18779 6180 189 0,'-2'-19'-1'0,"0"1"0"0,2 4 1 15,0 1 0-15,0 1 0 16,-2 2 4-16,-1 0 17 0,-1 0 10 16,-1-1 6-16,0 4-4 15,0-1 2-15,-1 1-5 16,-2 2-10-16,-1 2-8 15,-2 1-7-15,-3 1-3 0,-4 1-1 16,-4 0-1-16,-4 3 1 16,-6 4-1-16,-2 2 0 15,-3 1 0-15,-1 0 1 16,-3 3-2-16,1 1 2 16,-2 1-1-16,-1 1 0 0,-2 2 1 15,1 4-1-15,-5 0 0 16,-1 2 0-16,-1 1 0 15,-2 1 0-15,0 2 0 16,1 2 0-16,0-2 0 16,2 3 0-16,4-1 2 15,2 1-2-15,2-1 0 0,4 1 1 16,-2-1-2-16,6 1 2 16,-2 1-1-16,3 1 0 15,1 0-1-15,1 2 2 16,0 3-1-16,1-2 0 15,4 2 0-15,2-2 0 0,3 1 0 16,4-1 0-16,1 2 0 16,1 3 0-16,4 1 0 15,1 1 0-15,1 2 1 16,2 2-1-16,1 0 0 16,2 2 0-16,3 2 0 0,1 2 1 15,0 0-1-15,0 1-1 16,5 2 2-16,4-2-1 15,1 0 0-15,3-3 0 16,2 0 1-16,0-3 1 16,3-1-2-16,0 0 3 15,4-4 1-15,-2 0 4 0,4-1 0 16,1-3 2-16,2 0-1 16,2-2 3-16,2-1-5 15,2-3-2-15,1-3-3 16,2-2 1-16,4-4 0 0,0-2 2 15,-2-7-2-15,1-1 2 16,0-4 2-16,2 0 1 16,-3-2-2-16,1-3-2 15,1-1 0-15,1-1 0 16,0-1 2-16,-1-2 0 16,2 0 1-16,0 0-3 0,0 0-1 15,-1 0 1-15,-1 0 1 16,0-3 10-16,-4-2 0 15,0 1-8-15,-3-1-5 16,0-1 5-16,2 3-1 16,-2-3-1-16,-1 0-2 0,2-1-1 15,-2 0 5-15,0-1-4 16,1-2-1-16,0-1 0 16,0-2-2-16,0-2 2 15,1-1 0-15,-1-4 2 16,-3 1 4-16,1-1 3 0,-1 0-3 15,-4 1-3-15,1 1-1 16,1 0-3-16,-1 2 1 16,-1 1-1-16,0 0 0 15,0 0 0-15,-2 0-1 16,-1 0 0-16,2-3 1 0,-3-2 0 16,1-3-1-16,-1-3 0 15,1-4 1-15,-1-1 0 16,-1-1 0-16,-1 0 2 15,-2 0-1-15,-1 2 0 16,-3-2 0-16,-2 1-2 16,-1-2 2-16,-3-1-2 0,-1 0 0 15,-1-1 1-15,-2 0 0 16,-1 0-1-16,-2 0 1 16,-1 1 0-16,0-1 0 15,0 0-1-15,0-1 1 0,-1 2 0 16,-2 0-1-16,-3 1 1 15,2 0 0-15,-3 2-1 16,2-2 0-16,-3 1 1 16,1-1-2-16,2 0 2 15,-2 0-1-15,0 0 1 0,1 2-2 16,-2 1 1-16,1-1 0 16,0-2 1-16,0 3-2 15,-1 0 2-15,1-3-1 16,-1 3 0-16,0 3 0 15,1 2 0-15,-2 3 1 16,1 1-1-16,-2 2 0 0,1 1 0 16,-2 0 0-16,1 0 0 15,-2 1 0-15,2-1 0 16,-3-2 0-16,3 2 0 16,-1 0 0-16,1 0 0 0,0 1 0 15,0 1 0-15,0 1 0 16,-1 0 0-16,0 0 2 15,-2 2-4-15,1 0 2 16,-1 1 0-16,-4-1 0 16,0 1 2-16,-1 0-2 0,-2 1 0 15,-2-1-2-15,0 0 2 16,1 0 0-16,0 0 0 16,3 1 0-16,-2-1 0 15,0 3 0-15,-2 0 0 16,-1 2 0-16,-1 1-1 15,-4-1 2-15,-2 1-2 0,-2 0 0 16,-4 0 1-16,-1 3-3 16,0-2-4-16,2 3-11 15,4 2-10-15,3 0-27 16,4 0-55-16,7-8-149 16</inkml:trace>
  <inkml:trace contextRef="#ctx0" brushRef="#br0" timeOffset="118564.42">19498 7187 171 0,'0'0'21'0,"0"0"29"0,0 0-21 16,0 0-11-16,28-18-10 16,-19 16-1-16,3 2-1 15,1-1 3-15,1-1 2 16,4-1 0-16,3-1 7 0,2 0-5 16,6-3-2-16,1-1 3 15,2-1 3-15,3-1-1 16,2 1-4-16,2 0-6 15,3 1-2-15,0 2-3 0,1-1 0 16,1 4 0-16,0-1-1 16,0 0 0-16,-1 0 1 15,-1 1 0-15,-1-1 5 16,-1-2 2-16,-4 1-2 16,-1 0 4-16,-4-2 3 15,-3 0 0-15,-2 1-4 0,-2 1 1 16,-3-1-2-16,0 2-1 15,-2 1-4-15,0 2-1 16,-1 0 0-16,0 1-2 16,0 0 1-16,-2 6-1 15,0 4 0-15,-2 4 0 0,0 4 0 16,-1 3 1-16,1 3-1 16,-1 1 2-16,2 4 1 15,0 3 0-15,-1 1 0 16,2 3 0-16,-2 2-1 15,-1 0-1-15,2-1-1 0,-2-1 0 16,4-2 0-16,-3-1 0 16,2-1 0-16,2 0 0 15,1 0-1-15,2-2 1 16,3 0 0-16,2-2 1 16,2-5-1-16,2-4 0 15,2-5 3-15,3-6 15 0,2-5 3 16,3-3-5-16,0 0-8 15,4-8-1-15,2-4-1 16,2-2-3-16,3-3-1 16,3-1-1-16,1-2 1 0,3-3-1 15,0 2 0-15,3-1-1 16,1-1 2-16,1-2-2 16,1 2 0-16,0-1 0 15,3-1 1-15,-1-3-2 16,0 0 1-16,0-2 0 0,-2-1 1 15,-1-1 0-15,0-1-1 16,1 2 0-16,-2-2 0 16,0 1 0-16,1-1 0 15,-3 2 0-15,0 0 1 16,-1 0-1-16,-1 1 1 16,-2 1-1-16,-3 0 0 0,-1 1 0 15,-3-1 0-15,-3-2 1 16,-3 0 0-16,-3-1-1 15,-2-2 1-15,-4 1-1 16,-2 1 1-16,-2 5-1 16,-2 3 1-16,-3 2 0 0,-2 4-1 15,-3 3 0-15,-3 0 1 16,-2 2-1-16,1 2 0 16,-2 0-1-16,-1 0 2 15,0 3-1-15,-1 0 0 0,-1 1 0 16,-1 1 0-16,-1 0 0 15,-2 2 0-15,-2-1 0 16,-1 1 0-16,-1 1 0 16,0-2 0-16,-2 0 0 15,2-1 1-15,-2-1-2 16,1 1-1-16,-2 0-2 0,1 1-1 16,-1 1 1-16,0 0 2 15,0 1 0-15,0 1 0 16,0 0 2-16,0-1-1 15,0 0 1-15,0-1 0 16,0 0 0-16,0 0 0 0,1-1 0 16,1-1 0-16,1 1 0 15,-3 0 0-15,2 2 0 16,-2 0 0-16,1 1 0 16,-1 2 1-16,0 0-2 15,-6 0 1-15,-5 0 0 0,-2 2-1 16,-5 4 1-16,1 1 0 15,-3 2 0-15,4 0 0 16,1-1 0-16,4 2-1 16,1-3 1-16,4-3-1 15,2 0 1-15,3-4 0 0,1 0 0 16,2-2 1-16,7-9-2 16,6-1 1-16,4-1 0 15,2-4 0-15,3 2-1 16,2 0-1-16,0 4-2 15,1 1 3-15,-3 5 1 0,0 3-1 16,-4 2 1-16,-5 3-1 16,-2 9 0-16,-4 5 0 15,-4 4 2-15,-4 2 0 16,-1 2 2-16,0 0 0 16,-4 0-2-16,-3-2 0 0,-3-3-1 15,2-3-1-15,-1-6-70 16,1-8-76-16,2-3-240 15</inkml:trace>
  <inkml:trace contextRef="#ctx0" brushRef="#br0" timeOffset="119750.07">17881 8695 249 0,'0'0'27'0,"0"0"-6"0,-36 0 13 16,20 4-1-16,-2 9-1 15,-5 3-12-15,-5 6-2 16,-3 3-5-16,-3 3-5 0,0 2 1 16,2 1-2-16,3-2-2 15,9-2 0-15,4-1-3 16,10-3 0-16,6-4-1 15,2-2-1-15,13-5-1 16,7-2 2-16,5-4-1 0,5-2 1 16,1-1-1-16,1-1 0 15,-4 0 1-15,-6 2-2 16,-4 0 1-16,-6 2 1 16,-6-1-1-16,-7 2-1 15,-1 3 2-15,-9 0 8 16,-11 5 33-16,-6 1-18 0,-9 4-8 15,-3 0-9-15,-3 1-4 16,0-1-2-16,3 0 0 16,5-2 0-16,4-3-1 15,8-3 0-15,5-4-3 16,9-2-28-16,7-6-35 0,2-6-49 16,15-11-70-16</inkml:trace>
  <inkml:trace contextRef="#ctx0" brushRef="#br0" timeOffset="120209.68">17982 8879 462 0,'0'0'8'0,"0"0"38"0,0 0-21 0,0 0-20 0,-31 1-3 16,19 14 4-16,-5 5 13 15,2 1 10-15,2 1-13 16,2 1-4-16,3-3-7 16,4 0-3-16,3-4-1 15,1-4 0-15,0-3-1 0,2-2 0 16,5-7-1-16,3 0 1 16,0-4 0-16,1-9 1 15,0-6-2-15,2-2-1 16,-1-3-6-16,0 1-4 15,-5 2-1-15,-1 4 10 0,-2 6 4 16,-3 3-1-16,-1 6 5 16,0 2 10-16,3 0-6 15,0 8-7-15,1 2 2 16,1 3 1-16,2 3-2 16,1-1 0-16,1-3-2 0,-1-1-1 15,3-5 0-15,-1-2 0 16,1-3 0-16,0-1-11 15,-1 0-36-15,-1-8-56 16,-1-6 23-16,-5-2-123 16</inkml:trace>
  <inkml:trace contextRef="#ctx0" brushRef="#br0" timeOffset="120801.77">18096 8877 437 0,'0'0'58'15,"0"0"-19"-15,0 0-31 0,-6 30-3 16,12-17-1-16,3 2-1 16,-3-2-1-16,2-1 3 15,-2-1-3-15,-2-2 0 16,0-2-1-16,0-3-1 0,-4-1 1 16,0-3-1-16,0 0 2 15,0 0 1-15,0 0 0 16,-2-5-2-16,-2-5-1 15,2-1 0-15,2-3 1 16,0-2-2-16,0 4 2 0,5-1-1 16,2 5 0-16,1 1 0 15,1 4 1-15,2 2-2 16,-1 1 1-16,2 0-1 16,-2 5 2-16,0 3-2 15,-1 2 2-15,0 0-1 16,-4 3 1-16,2-2 0 0,-4 1-1 15,2-2 1-15,-3-2-1 16,-1-1 0-16,0-4 0 16,-1 1 0-16,0-3 0 15,0-1 1-15,0 0 3 16,0-8 1-16,-1-3-4 0,0-2 0 16,1-4-1-16,0 0 0 15,0 0 0-15,1 1 2 16,4 2-2-16,1 3 0 15,2 5 1-15,-2 2-1 16,2 2 0-16,1 1 0 0,0 1 0 16,-1 0 0-16,1 5 0 15,-2 2 0-15,0 2 0 16,0 1 0-16,0 0 0 16,-1 2 0-16,-2-1-1 15,2-1-1-15,-2 0-29 0,1-3-39 16,-3-1-46-16,2-6-86 15</inkml:trace>
  <inkml:trace contextRef="#ctx0" brushRef="#br0" timeOffset="121331.88">18426 8806 258 0,'0'0'253'0,"0"0"-186"0,0 0-60 0,14 38-4 0,-1-16 6 16,2 3 0-16,2 1-4 16,1 2 16-16,-2-2-12 15,-1 0-1-15,0-2-5 16,-4-3-2-16,0-3-1 16,-3-4 1-16,-3-3-1 15,0-5 1-15,-3-1-1 0,-2-5 0 16,0 0 1-16,0 0 3 15,-6-9-3-15,-1-4-1 16,0-6 1-16,-4-7-1 16,2-5 1-16,-1-7-2 0,3-4 1 15,2-1-1-15,0 2 0 16,3 6-1-16,2 7 2 16,0 9 2-16,0 7-2 15,1 7 0-15,6 5 0 16,0 0-2-16,0 10 1 15,1 5 1-15,0 3 0 0,-2 3 1 16,-1-1-1-16,-2 0 0 16,-2-2 0-16,-1-3 2 15,0-3-2-15,-6-3 0 16,-2-2 0-16,-1-1 0 16,0-3 0-16,0-2 0 0,2-1 0 15,1 0-10-15,2-3-15 16,4-4-14-16,0-2-29 15,0-4-4-15,5 0-28 16,3-3-6-16,1-2-53 16</inkml:trace>
  <inkml:trace contextRef="#ctx0" brushRef="#br0" timeOffset="121582.33">18661 8641 407 0,'0'0'7'0,"0"0"43"0,0 0-28 0,0 0-23 15,7 29 7-15,4-9 4 16,-3 5 13-16,0-1 4 0,0 3-11 16,-1-4-8-16,-1-1-4 15,-2-5-3-15,1-3-1 16,-3-4 1-16,1-3-4 15,-1-4-31-15,0-3-40 16,-2 0-64-16,1-7-83 0</inkml:trace>
  <inkml:trace contextRef="#ctx0" brushRef="#br0" timeOffset="121949.25">18836 8771 516 0,'0'0'17'0,"0"0"19"16,33-25-6-16,-13 14-16 15,1 1-8-15,0-1-4 16,-1 1-1-16,-3 0 0 0,1 1 0 16,-1-1-1-16,-4 0 0 15,-2 1 1-15,-3-1-2 16,-5 1 1-16,-3-2 0 15,0 5 0-15,-10 1 0 0,-4 1 0 16,-4 4-1-16,0 0 1 16,1 8 2-16,-1 5 2 15,2 4 22-15,4 3-4 16,4 2-3-16,4 2-1 16,4 3-4-16,0-1-1 15,8-3-10-15,6-5-1 0,5-4-2 16,5-6 1-16,5-8-1 15,6-6-1-15,5-11-10 16,1-8-52-16,-2-10-66 16,-2-10-231-16</inkml:trace>
  <inkml:trace contextRef="#ctx0" brushRef="#br0" timeOffset="122984.1">15909 7019 234 0,'0'0'14'0,"0"0"22"16,0 0-11-16,0 0 7 15,0 0-8-15,0 0 10 16,0 0-2-16,0 0-1 0,0 0-11 16,-2-28-9-16,7 23-5 15,4-2-2-15,6 2-1 16,0-1-2-16,5 2 0 15,2 2-1-15,0 2 0 16,0 0 1-16,-1 3-1 0,-1 6 0 16,-2 3 0-16,-5 1-1 15,0 5 2-15,-6 2-1 16,-1 2 0-16,-4-1 0 16,-2 4 0-16,0-1 0 0,-5-2-1 15,-3-2 1-15,-1-2 0 16,0-2 0-16,0-4-1 15,4-1 1-15,-2-4 0 16,4-3-1-16,-1-3 1 16,4-1-2-16,0-2 2 15,1-8-26-15,6-3-35 0,1-4-49 16,0-2-7-16</inkml:trace>
  <inkml:trace contextRef="#ctx0" brushRef="#br0" timeOffset="123339.48">16116 6884 249 0,'0'0'5'0,"0"0"27"0,0 0-25 16,0 0-1-16,-30 31 4 0,27-16 26 15,-1-1 4-15,4 4-8 16,0-1-1-16,0 2-12 16,4 0-9-16,3 1-5 15,3-4-3-15,2-1-1 16,3-3 0-16,2-2-1 0,0-5 0 15,4-4 1-15,1-1-1 16,0-3 1-16,0-7-2 16,-1-2-4-16,-5-5-103 15,-3-5-64-15</inkml:trace>
  <inkml:trace contextRef="#ctx0" brushRef="#br0" timeOffset="123883.8">15721 6864 192 0,'0'0'6'0,"0"0"43"0,0 0-15 0,0 0-12 16,0 0-7-16,0 0 16 15,47-32 4-15,-22 14-10 16,2-2-5-16,1-1-5 16,-1 0-9-16,-1 2-4 15,-1 2-1-15,-5 5-1 0,-4 3-1 16,-6 2-4-16,-9 1-102 16</inkml:trace>
  <inkml:trace contextRef="#ctx0" brushRef="#br0" timeOffset="127404.28">16347 6793 41 0,'0'0'12'0,"0"0"-4"0,0 0 10 16,0 0 5-16,0 0 9 15,0 0-1-15,0 0-6 16,0 0-6-16,0 0-12 16,0 0-5-16,0 0-1 0,0 0 1 15,0 0-1-15,0 0 1 16,7-10 13-16,-1 5 0 15,2-1-5-15,1-1-5 16,1 0-3-16,-1 0-1 16,1 0 1-16,-1 1-2 0,0 1 0 15,-4 3 0-15,1-1-2 16,-3 2 2-16,0 1-5 16,-3 0-27-16,0 0-61 15</inkml:trace>
  <inkml:trace contextRef="#ctx0" brushRef="#br0" timeOffset="127638.26">16380 6885 161 0,'0'0'21'0,"0"0"-19"16,0 0 0-16,0 0 2 16,0 0 6-16,30-8-4 0,-18 1-3 15,1-3-2-15,2 0-1 16,0-2-1-16,-1-4-54 16</inkml:trace>
  <inkml:trace contextRef="#ctx0" brushRef="#br0" timeOffset="128339.26">16677 6054 51 0,'0'0'24'0,"0"0"-12"0,0 0 12 16,0 0-13-16,0 0-1 15,0 0 0-15,0 0 7 16,0 0-3-16,0 0-4 16,0 0-5-16,0 0-3 15,-15 9 3-15,17 0 3 0,2 2 5 16,2 1 2-16,2 4-1 16,0 3-6-16,1 0-5 15,-1 0-3-15,0 1 1 16,-1-2-1-16,-3 0 0 15,0-4 1-15,-2-1-1 0,-2-2-1 16,0-4-24-16,-2-2-186 16</inkml:trace>
  <inkml:trace contextRef="#ctx0" brushRef="#br0" timeOffset="129501.8">16693 6241 62 0,'0'0'14'0,"0"0"-3"0,0 0 2 15,0 0-5-15,0 0 4 16,0 0 4-16,0 0-3 15,0 0 1-15,0 0-3 16,0 0-1-16,-11 10 1 16,6-3-1-16,0 3-1 0,1 1-4 15,-2 2-1-15,-1 3-2 16,-2 1-1-16,0 1 1 16,-2-1 1-16,-1 3 0 15,2-4 1-15,1 2-1 16,2-3 3-16,1 0 5 0,2-3-3 15,0-1-6-15,2 1-1 16,0-5 0-16,1 2-1 16,0-4 0-16,1-1 1 15,-2-1-1-15,2 0 0 16,-1-2 0-16,1-1 0 0,0 0 1 16,3 0-1-16,4-4 6 15,4-3 32-15,3-4-24 16,4 1-4-16,-1-2 4 15,2 1 1-15,-1 2-1 16,-4 1-7-16,0 3-4 16,-1 2-2-16,-2 3 1 0,-1 0-2 15,-3 0 1-15,-2 0-1 16,-2 0 0-16,-3 5 0 16,0 3 1-16,0 1-1 15,-5 3 0-15,-2 1 1 0,-2 2-1 16,-1-1 0-16,1 2 0 15,0-1 0-15,1 2 0 16,-2-1 1-16,3-1-2 16,2-1 2-16,-1-1-1 15,2-2-1-15,2-1 2 0,-1 0-2 16,2-2 1-16,0-1 0 16,1-1 0-16,0-1 0 15,0 0 0-15,0-1 0 16,0-1 0-16,0-2 0 15,0 1 0-15,1-1 0 0,1-1 0 16,2 0 0-16,0 0 1 16,2 0-1-16,1-6 0 15,2 0 1-15,2-2-1 16,4-1 0-16,-2-1 0 16,2 2 1-16,0-2 0 15,0 1 0-15,1 2 2 0,-3-2 1 16,1 1 4-16,-1 2 2 15,-2-1-6-15,0 1 0 16,-1 0 0-16,0 1-2 16,-5 0-1-16,1 2 0 0,-3 1-1 15,0 0 0-15,-2 1 1 16,-1 1 1-16,0 0 1 16,0 0 1-16,0 0-2 15,0 0-1-15,0 2 1 16,-1 1 0-16,-1 2-2 15,2 0 0-15,0 2 2 0,0-1 0 16,0 1 0-16,5-1 0 16,-2 2-2-16,1-1 0 15,0-2 0-15,-1 3 0 16,1-1 0-16,0 0-2 16,-3-1-48-16,1-3-85 0</inkml:trace>
  <inkml:trace contextRef="#ctx0" brushRef="#br0" timeOffset="130220.78">16899 6231 171 0,'-3'-6'6'0,"1"-1"29"0,1 0-15 15,1-1-3-15,0 3 4 0,0-2 17 16,0 2-16-16,0-1 7 16,3 2-1-16,1 0-12 15,2 2-7-15,1 2-6 16,0 0-2-16,1 3 0 15,-2 5-2-15,1 3 1 16,-2 0 0-16,-1 2 1 0,-2-1-1 16,0 4 0-16,-2-2 0 15,0-1 0-15,0 1 0 16,0 0 0-16,-3-1 0 16,0 0 0-16,-3-2 0 15,2 0 0-15,0-2-1 16,0-2 1-16,1-1-1 0,0-2-1 15,1-1-4-15,0-1-14 16,2-2-36-16,0 0 13 16,0-2-27-16,0-5-140 0</inkml:trace>
  <inkml:trace contextRef="#ctx0" brushRef="#br0" timeOffset="130560.84">16984 6117 188 0,'0'0'2'0,"0"0"6"0,0 0 17 16,0 0-17-16,0 0-5 15,0 0 4-15,0 0 21 16,-29 27 1-16,27-16-12 0,0 2-6 16,2 2-3-16,0-2 0 15,0 2 7-15,3-2-2 16,4-1-6-16,4 0-1 16,-1-2-2-16,2-2-1 15,3-2-1-15,0-1-2 0,2-3 1 16,-3-2-1-16,2 0 1 15,-2 0-6-15,-2 0-80 16,-1-8-34-16</inkml:trace>
  <inkml:trace contextRef="#ctx0" brushRef="#br0" timeOffset="130799.24">17182 6193 353 0,'0'0'11'0,"0"0"8"16,0 0-18-16,0 0 1 0,16 30 1 16,-11-19 1-16,1 0 3 15,-2 0-1-15,0-3-3 16,-1 3-2-16,-1-4-1 16,0 0-1-16,1-2-1 15,-3-3-35-15,0-2-84 0,0 0-99 16</inkml:trace>
  <inkml:trace contextRef="#ctx0" brushRef="#br0" timeOffset="130970.93">17131 6112 28 0,'0'0'241'15,"0"0"-238"-15,0 0 1 16,0 0-3-16,0 0-2 0,0 0-1 16,0 0-13-16,0 0-171 15</inkml:trace>
  <inkml:trace contextRef="#ctx0" brushRef="#br0" timeOffset="131528.88">17334 5820 165 0,'0'0'9'0,"0"0"25"0,0 0 6 15,0 0-24-15,0 0-16 16,0 0 1-16,2 41 4 0,-1-13 27 15,1 7 4-15,1 4-6 16,-1 4-8-16,0 4-11 16,3 2-6-16,-3 1-4 15,1-3-1-15,3-1 1 16,-3-5-1-16,0-7-1 0,0-7-4 16,-3-9-85-16,0-10-36 15</inkml:trace>
  <inkml:trace contextRef="#ctx0" brushRef="#br0" timeOffset="132199.44">17455 6074 114 0,'0'0'61'0,"0"0"-38"0,0 0 8 15,0 0-29-15,0 0 2 16,0 0 13-16,15 35 16 16,-7-22-10-16,0 2 0 15,1 1-8-15,-2 0-7 0,0 0-3 16,1-2-1-16,-5-2-4 15,1-3 1-15,-1-4-1 16,-2-2 1-16,-1-3 0 16,0 0 1-16,0 0 6 15,0 0 28-15,-4-5-33 16,0-2-2-16,1-3 0 0,-4-3-1 16,2-1 0-16,0 0 0 15,2-1 0-15,1 1 0 16,-1 2 0-16,3 0 0 15,0 4 1-15,0-2-1 16,0 3 0-16,4-2 0 0,1 2 1 16,3 0-1-16,1 0 0 15,1 1 0-15,0 1 2 16,0 2 7-16,2 3 8 16,0 0-8-16,2 0-2 15,0 6-5-15,-1 4 1 0,0 3-2 16,2 2 1-16,-2 2-2 15,0 1 1-15,1 2-2 16,-3 3 1-16,-2-7-16 16,-4-6-172-16</inkml:trace>
  <inkml:trace contextRef="#ctx0" brushRef="#br0" timeOffset="134684.92">18353 6986 109 0,'-2'-7'14'0,"-1"1"11"15,2 0-7-15,0-1 0 0,0 1-2 16,0-2 11-16,0 3-3 16,-1 0-1-16,0-1 5 15,0 4 8-15,1 0 6 16,0 2-3-16,0 0-23 16,1 4-16-16,0 6 0 0,0 4 2 15,0 3-1-15,4 4-1 16,2-1 0-16,3 2-1 15,-1-4-1-15,3-8-63 16,-3-7-138-16</inkml:trace>
  <inkml:trace contextRef="#ctx0" brushRef="#br0" timeOffset="135324.7">18952 6799 150 0,'0'0'13'0,"0"0"15"0,0 0-5 0,0 0 4 15,6-33 1-15,-4 26 1 16,-1 0 10-16,0 1 0 16,1 0-7-16,1 2-14 0,2 1-10 15,-1 0-4-15,3 1 0 16,2 2-3-16,-2 0 0 15,2 1-1-15,-1 6 0 16,-2 3 1-16,-3 3-2 16,-1 0 1-16,-2 1 0 0,0 3 0 15,-3-1 1-15,-2-1-2 16,0 0 1-16,0-3 0 16,3 0 0-16,1-3 0 15,1-2 0-15,4-3-1 0,9-2 1 16,3-2 1-16,9 0-1 15,1-2 0-15,4-3 0 16,2-2-30-16,-2-2-81 16,-2-4-185-16</inkml:trace>
  <inkml:trace contextRef="#ctx0" brushRef="#br0" timeOffset="136397.95">19166 7922 79 0,'0'0'15'0,"0"0"-10"16,0 0-1-16,0 0-3 0,0 0 3 15,-20-31 24-15,18 25 1 16,1 1-2-16,0 1-6 16,1 1-7-16,0 0-9 15,0 2-1-15,0-2-3 16,0 3-1-16,0 0 0 0,0 0 0 16,1 0 0-16,0 0 1 15,1 0-1-15,-2 0 0 16,0 0 0-16,0 0 0 15,1 5 2-15,-1 0 3 16,1 0 5-16,0 1 10 16,1 1 2-16,0 2 4 0,3 1-9 15,-4 1-5-15,3-1-3 16,-2 0-3-16,-1 0-3 16,1-2 1-16,-2-2-2 15,0-1 0-15,0 0 0 16,-2-2-1-16,-1-2 1 0,0 0 1 15,1-1 4-15,0 0 11 16,-2 0-12-16,2-2-4 16,-1-4-1-16,2-2 0 15,-1-3-1-15,2-3 2 16,0-1-4-16,0-1 2 0,0-1-1 16,0 2 1-16,5 1 0 15,2 2 0-15,0 2 0 16,2 2 0-16,0 1 0 15,2 4 0-15,-1 0 0 0,0 3 0 16,0 0 0-16,-2 1 0 16,2 6 0-16,-3 2 0 15,-1-1 0-15,-1 2 0 16,-1-1 1-16,-2-1-2 16,-2-5-44-16,0-3-143 15</inkml:trace>
  <inkml:trace contextRef="#ctx0" brushRef="#br0" timeOffset="157720.9">15993 7552 66 0,'0'0'57'0,"0"0"-15"0,0 0-14 0,1-3-7 16,3-2-10-16,1-2 1 15,4-1 6-15,0-2-1 16,2-1-1-16,1-2-2 15,2 0 0-15,2-1 5 0,2-2-2 16,3-2-4-16,3-2-4 16,4-2-4-16,3-3-1 15,0-1-1-15,1 3-2 16,-2 1-1-16,-2 1 2 16,-4 3-2-16,-2 3 1 15,-3 1-1-15,-5 3 1 0,-2 0-1 16,-3 3 0-16,-2 2 0 15,-3 3 0-15,-2 1 0 16,-1 2-1-16,-1 0-2 16,0 2-2-16,-2 7-13 15,-5 2-44-15,-3 0-27 0</inkml:trace>
  <inkml:trace contextRef="#ctx0" brushRef="#br0" timeOffset="158048.9">16030 7668 154 0,'0'0'4'0,"0"0"-2"0,0 0-3 16,0 0 1-16,0 0 7 16,0 0 35-16,0 0-7 15,40-35-9-15,-16 12-9 0,8-7-1 16,6-6-2-16,7-3-5 16,5-3-2-16,3 0-4 15,-2 4-1-15,-2 4-1 16,-7 6-1-16,-6 7-1 15,-8 4-20-15,-9 2-67 0</inkml:trace>
  <inkml:trace contextRef="#ctx0" brushRef="#br0" timeOffset="163475.18">9831 8524 224 0,'0'0'2'0,"0"0"-3"0,0 0 1 0,40 8 1 16,-20-8 0-16,3 2 3 16,5-2 14-16,2 0 8 15,5-2-4-15,5-5-4 16,3 1 4-16,-1-3-5 16,1 2-8-16,0 1 0 0,-4-1-6 15,-3 2 0-15,-2 2-2 16,-3-1-1-16,-5 0 0 15,-3 2 1-15,-2 1-1 16,-4-1 0-16,-3 0-5 16,-2 0-50-16,-3-4-29 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0:49:17.052"/>
    </inkml:context>
    <inkml:brush xml:id="br0">
      <inkml:brushProperty name="width" value="0.05292" units="cm"/>
      <inkml:brushProperty name="height" value="0.05292" units="cm"/>
      <inkml:brushProperty name="color" value="#FF0000"/>
    </inkml:brush>
  </inkml:definitions>
  <inkml:trace contextRef="#ctx0" brushRef="#br0">19023 8757 332 0,'0'0'25'0,"0"0"-19"0,0 0 1 0,0 0-2 16,0 0 0-16,0 0-3 16,0 0-1-16,35-19-1 15,-14 9 2-15,4 0-1 0,2-3 3 16,3 0 2-16,1-2 4 16,4-1-1-16,1-1 2 15,4-1-2-15,1-2 3 16,1 0 8-16,3-1-4 15,2-2-1-15,1-2-2 16,4-2-4-16,3-1-1 0,3-2-2 16,5-1-1-16,5-2-1 15,3 2-2-15,1-4-1 16,3 1 0-16,1-3 0 16,3 2-1-16,1-2 0 0,1 0 0 15,1 2 1-15,0-1-1 16,0-1 0-16,-1 0 1 15,-2-1-2-15,0-2 3 16,-1-1 10-16,-2 1 10 16,-3-2-5-16,-2 2-3 15,-4-1-3-15,-3 3-4 0,-4 1-3 16,-2 4-4-16,-5 2 1 16,-4 4-1-16,-4 4 0 15,-5 5 0-15,-5 5 0 16,-5 2 0-16,-5 2-1 0,-4 4 1 15,-5 3-1-15,-4 1-3 16,-3 1-17-16,-4 0-36 16,-5 0-44-16,0-7-89 15</inkml:trace>
  <inkml:trace contextRef="#ctx0" brushRef="#br0" timeOffset="664.77">18892 8081 305 0,'0'0'1'0,"0"0"57"0,0 0-33 15,0 0-23-15,29 3 3 16,-10 2 2-16,1 3-1 16,3 0-2-16,3 1-1 15,1 1-3-15,1 0 1 0,-4 1-1 16,-1-1 1-16,-4-2-1 16,-2-1-31-16,-6-2-53 15,-4-2-10-15</inkml:trace>
  <inkml:trace contextRef="#ctx0" brushRef="#br0" timeOffset="905.53">19027 8012 292 0,'0'0'43'16,"0"0"29"-16,0 0-48 15,0 0-24-15,0 0 6 16,-2 31 19-16,2-8-1 16,0 7-14-16,0 4-8 0,-2 1-1 15,-1 1 0-15,-1-3-6 16,1-4-90-16,-1-8-89 16</inkml:trace>
  <inkml:trace contextRef="#ctx0" brushRef="#br0" timeOffset="1635.31">19561 8974 279 0,'0'0'37'0,"0"0"24"0,0 0-30 0,31-16-9 16,-11 16-4-16,4 0 2 15,5 8 1-15,2 2-11 16,1 1-5-16,-2 1-5 15,0 1 2-15,-8-3-2 16,-3 0-3-16,-4-6-30 0,-5-1-53 16,-6-3-46-16,-4-4-113 15</inkml:trace>
  <inkml:trace contextRef="#ctx0" brushRef="#br0" timeOffset="1790.44">19751 8933 236 0,'0'0'74'0,"0"0"-51"16,0 0 20-16,-27-3-23 16,23 9-9-16,0 5 0 15,2 3 10-15,-1 3-9 0,1 4-9 16,0 2-2-16,1 3 0 16,-2-4-2-16,-1-1-74 15,0-4-96-15</inkml:trace>
  <inkml:trace contextRef="#ctx0" brushRef="#br0" timeOffset="2130.91">20579 8388 319 0,'0'0'11'15,"0"0"50"-15,0 0-20 16,0 0-15-16,0 0-22 15,0 0-1-15,34 3 5 0,-20 8 0 16,2 3-6-16,-3 2-2 16,-1 0 1-16,1-2-5 15,-4-2-82-15,-2-5-56 16,-2-6-48-16</inkml:trace>
  <inkml:trace contextRef="#ctx0" brushRef="#br0" timeOffset="2322.02">20651 8408 285 0,'0'0'22'0,"0"0"1"0,0 0-15 15,-31 23 0-15,24-10 5 16,-1 4-5-16,-1 2-5 16,1 0-3-16,-2 1 1 15,0-2-11-15,-4-3-138 16</inkml:trace>
  <inkml:trace contextRef="#ctx0" brushRef="#br0" timeOffset="2728.74">20460 7652 319 0,'0'0'11'0,"0"0"-7"0,0 0-6 16,0 0 3-16,39 26-1 15,-26-16 0-15,4-2 1 0,-1 0-2 16,1-3-47-16,-3-3-15 16,-1-2-72-16</inkml:trace>
  <inkml:trace contextRef="#ctx0" brushRef="#br0" timeOffset="2899.8">20561 7635 333 0,'0'0'7'0,"0"0"3"16,0 0-5-16,-31 41 0 0,23-25-2 15,0 1-3-15,0 1 0 16,1-1-3-16,-3-4-64 16,0-1-192-16</inkml:trace>
  <inkml:trace contextRef="#ctx0" brushRef="#br0" timeOffset="3442.92">21395 7349 192 0,'0'0'112'0,"0"0"-80"0,0 0-15 0,0 0-17 0,0 0 0 15,0 0 2-15,35 28 3 16,-18-19 1-16,1 1-3 16,2-1-2-16,-3 0-1 15,-1-1-7-15,-3-2-65 0,-5-4-35 16</inkml:trace>
  <inkml:trace contextRef="#ctx0" brushRef="#br0" timeOffset="3632.07">21541 7328 347 0,'0'0'7'0,"0"0"15"15,0 0-16-15,-35 34-1 16,24-17-2-16,1 1-2 0,0 2-1 16,-1 0-9-16,1-4-168 15</inkml:trace>
  <inkml:trace contextRef="#ctx0" brushRef="#br0" timeOffset="5510.85">21070 7952 195 0,'-2'-3'9'0,"1"-1"42"16,-1 1-12-16,0 0 9 15,2 2-1-15,0 1-12 0,1 0-26 16,7 1-8-16,5 5 2 15,4 1 2-15,4 3-1 16,0 1-3-16,-1 1 0 16,1 0 0-16,-2-1-1 15,-2-1-1-15,-5-2-45 0,-2-2-65 16,-5-5-15-16</inkml:trace>
  <inkml:trace contextRef="#ctx0" brushRef="#br0" timeOffset="5753.2">21183 7914 303 0,'0'0'9'16,"0"0"48"-16,0 0 1 0,0 0-16 15,0 0-7-15,0 0-28 16,0 0-4-16,0 0 3 15,-29 31-1-15,24-6-4 16,0 2 1-16,2-1-2 16,2-3-44-16,0-5-196 0</inkml:trace>
  <inkml:trace contextRef="#ctx0" brushRef="#br0" timeOffset="7204.23">18947 8149 182 0,'0'0'9'0,"0"0"19"0,0 0-5 15,0 0-1-15,0 0 4 16,0 0-5-16,0 0-10 0,0 0 0 15,28-15 7-15,-18 15 2 16,1 0-5-16,2 0 5 16,2 0-3-16,1 0-5 15,-1 4-6-15,-1 2-3 16,1 2-1-16,-7 2-2 16,-1 3 1-16,0 2 0 0,-5 3 0 15,-1 2 1-15,-1 0 0 16,0 0 1-16,0 0 4 15,0-2 1-15,0-1 1 16,0-1-4-16,0-2-1 0,0-4-2 16,7 0 0-16,-2-5 0 15,6-2 3-15,1-3 9 16,2 0 2-16,0-6-6 16,2-4-5-16,-1 1-4 15,0-2 0-15,-3 0 1 0,-5 2-2 16,-1 4 0-16,-2 0 1 15,-3 3 0-15,-1 2 1 16,0 0-1-16,0 2-1 16,0 6-1-16,0 2 2 15,0 2 0-15,0 3 0 16,0 3 2-16,6-1-1 0,0 2 0 16,1-1-1-16,1-1-1 15,-1 1 1-15,0-2-1 16,-3-2 0-16,-1-1 0 15,-3 0 0-15,0-4 0 16,0 2 1-16,-9-2 0 0,-1 1 1 16,-3 1-1-16,-1-1 0 15,-2 0-1-15,-2 0 1 16,4-1-1-16,0-1 1 16,1-2-2-16,3 0 2 15,3-2-2-15,2-3-6 0,0-1-35 16,3 0-33-16,0-8-91 15</inkml:trace>
  <inkml:trace contextRef="#ctx0" brushRef="#br0" timeOffset="7730.34">19368 8187 256 0,'0'0'9'0,"0"0"20"0,-36-1 11 15,20 1 7-15,2 7-1 0,-1 3-9 16,3 0-16-16,4 1-8 15,2 0-5-15,5 1-7 16,1-3 0-16,0-1-1 16,2-1 1-16,6-4-1 0,2 0 0 15,0-3 0-15,-2 0 0 16,2-1 1-16,-1-8-1 16,-2-4 0-16,-1-5 0 15,-2-3-1-15,-3-6-10 16,-1-1-10-16,-1-2 2 15,-8 1 14-15,-1 2 5 0,-2 4 1 16,1 5-1-16,-1 3 3 16,2 4 8-16,2 5 11 15,4 4 1-15,3 2-5 16,1 2-10-16,5 9-7 16,7 3 0-16,4 4 1 0,2 1 0 15,1 1-2-15,0 1 1 16,0 1 0-16,-3 0-2 15,-3-3 2-15,-1 0-7 16,-5-3-52-16,-3-3-46 16,-2-4-24-16,-2-5-94 0</inkml:trace>
  <inkml:trace contextRef="#ctx0" brushRef="#br0" timeOffset="7930.23">19465 8197 247 0,'0'0'41'0,"0"0"-7"0,0 0 19 0,0 0 16 16,0 0-32-16,0 0-23 15,0 0-9-15,0 0 12 16,0 0-5-16,16 31-8 0,-11-18-2 16,-1 2-1-16,2 1-1 15,1-4-2-15,2-4-82 16,-1-3-160-16</inkml:trace>
  <inkml:trace contextRef="#ctx0" brushRef="#br0" timeOffset="9101.03">20559 7697 99 0,'0'0'28'0,"0"0"16"0,0 0-12 15,0 0-6-15,0 0-2 16,0 0-2-16,0 0-5 15,0 0-4-15,0 0-3 16,0 0-5-16,0 0 5 16,-24-14 1-16,24 14 7 0,0 0-5 15,0 0-2-15,0-2-2 16,0 1-2-16,4-3-2 16,3 1-2-16,3 1 0 15,3 2 3-15,0 0 2 16,2 0-5-16,-1 2-3 0,0 8 2 15,-2 0-2-15,-1 1 0 16,-1 2 0-16,-3 1 0 16,-1 1 1-16,-4 1-1 15,0 0 1-15,-2-1 1 16,0-2-1-16,0 0 1 0,-2-3-1 16,0-1 0-16,2-5 0 15,0-1-1-15,4-3 0 16,6 0 0-16,2-7 4 15,3-3-3-15,1-1 0 16,-1-1-1-16,-1 2 1 0,-6 3-1 16,-2 1 0-16,-2 2 0 15,-2 3 2-15,-2 1 0 16,0 0-1-16,-6 0 0 16,2 3-2-16,-1 5 4 15,2 2 0-15,3 3 3 0,0 1 1 16,0 1-3-16,5 3 0 15,2 0-1-15,0-1-2 16,0-1 0-16,0 1-1 16,0-4 1-16,-4 0-1 15,-3-3 0-15,0 0 1 16,0-1-1-16,-5-2 2 0,-5-2 0 16,-3 1-1-16,-2 0 0 15,-2-4-1-15,2 1-4 16,0-2-11-16,2 0-12 15,3-1-29-15,3 0-40 16,0-6-59-16</inkml:trace>
  <inkml:trace contextRef="#ctx0" brushRef="#br0" timeOffset="9602.78">20826 7620 224 0,'0'0'13'0,"-27"0"26"0,12 5-7 0,-1 3 13 15,5 1-5-15,-2 1-14 0,6 1-12 16,2-1-8-16,3 1-3 16,2-2-3-16,1-1 0 15,5-3-1-15,4 0 2 16,0-4-1-16,0-1 0 16,1 0-3-16,-2-6-6 0,-1-4-9 15,-2-3 2-15,-2-5-1 16,-3-4 1-16,-1-3 0 15,-1-1-1-15,-5-2 6 16,-4 2 9-16,-1 1 3 16,0 7 0-16,1 3 2 0,0 3 11 15,3 8 13-15,4 3 3 16,3 1-7-16,0 7-21 16,5 4 1-16,7 6 2 15,3 0 1-15,3 4 0 16,-1-2-3-16,2 0-2 0,-2 1 0 15,-3-1 0-15,-3-2-2 16,-1-2-29-16,-4-2-59 16,-5-5-3-16</inkml:trace>
  <inkml:trace contextRef="#ctx0" brushRef="#br0" timeOffset="9910.61">20917 7645 172 0,'0'0'72'16,"0"0"-39"-16,23-32-1 16,-15 22 11-16,-1 4 1 0,1 2-11 15,-3 3-17-15,0 1-11 16,-3 4-3-16,0 5-1 16,-1 5 0-16,-1 2-1 15,0 0 0-15,0 1 1 16,-3-1-1-16,-2-1 0 0,1-1 0 15,1-3-3-15,-2-2-8 16,4-3 2-16,1-4 4 16,1-2 1-16,9 0 1 15,5-2 3-15,3-6 0 0,4-1-3 16,2-2-91 0,-3-3-43-16</inkml:trace>
  <inkml:trace contextRef="#ctx0" brushRef="#br0" timeOffset="11696.47">19475 8523 22 0,'0'0'28'15,"0"0"13"-15,0 0 4 0,0-3-10 16,0 2-10-16,0-1-9 0,0 0-3 16,0 0 0-16,0 1 1 15,0-1-4-15,0-1 2 16,0 3 0-16,0-2 4 15,0 0-5-15,0 0-1 16,1 0-7-16,1-1 1 0,4-1-1 16,1 2 1-16,2 1 4 15,2-1-3-15,1 2 2 16,0 0 2-16,1 0-3 16,-1 8 0-16,-2-1-1 15,-3 5-2-15,-2 2 0 16,-4 1-1-16,-1 1 1 0,0 2 1 15,-3 1 1-15,-4-2 1 16,-1 2-2-16,-1-2-3 16,0-1 4-16,0 1-3 15,1 0 21-15,2-1-5 16,2-1-14-16,2-2-2 0,2 0 0 16,0-1-1-16,0-2 0 15,4-3 0-15,4-1 1 16,0-1 4-16,4-3 8 15,-2-1 0-15,2-1-5 16,0 0-4-16,0 0-2 0,-1-5-1 16,1 1-2-16,-2-2 2 15,-1 0-1-15,0 1-1 16,-1-2 1-16,-1 2-1 16,-3 0 0-16,0-1 0 15,-2 2 0-15,-2 1 1 0,0 0 0 16,0 1-1-16,0 1 1 15,-3 1-1-15,0 0 0 16,-1 0-1-16,0 0 1 16,2 3-1-16,2 5 1 15,0 0-1-15,0 1 1 0,1 2-1 16,6 1 2-16,1 1-1 16,4 3 0-16,0-2 0 15,1 1 1-15,1 0-1 16,-1-1 0-16,-2 0 1 15,-2-1-1-15,-3-2 0 16,-2 1 1-16,-4 0 1 16,0 0 0-16,0-1-1 0,-8 0 1 15,-2 2 0-15,-1-1 0 16,-2-1-1-16,-2-1 0 16,1 0-1-16,1-1 0 0,3-3 1 15,2 0-2-15,2-4-14 16,2-2-37-16,4 0-72 15,0-8-42-15</inkml:trace>
  <inkml:trace contextRef="#ctx0" brushRef="#br0" timeOffset="12351.82">19904 8698 174 0,'0'0'32'0,"0"0"19"0,0 0-23 0,0 0-1 16,-38-7 8-16,26 7 9 16,-2 3-11-16,2 2-6 15,2 3-9-15,0 0-5 16,2 0-5-16,6 1-5 0,0-1-1 15,2 0-2-15,0 0 0 16,2-3 1-16,2 1-2 16,3-3 2-16,0-2-1 15,1-1 0-15,1 0 0 16,-1-2 0-16,1-7 0 0,-4-3 0 16,1-1-1-16,-3-4 1 15,-3-2-3-15,0-1-6 16,-2-2-3-16,-6 2 3 15,-1-1 4-15,-2 4 5 16,0 1 0-16,0 4 0 16,1 4 1-16,0 2 4 0,4 4 7 15,0 2 4-15,5 0-6 16,1 9-10-16,3 2 0 16,7 4 2-16,4 1-2 15,1 2 1-15,4-1 1 16,-1 0-1-16,0-1-1 0,-1-1 0 15,0-2-1-15,-4-1-37 16,-4-4-41-16,-2-1-34 16,-3-3-29-16</inkml:trace>
  <inkml:trace contextRef="#ctx0" brushRef="#br0" timeOffset="13198.6">19996 8708 73 0,'0'0'100'0,"0"0"-56"0,0 0-10 0,0 0-6 0,0 0-1 15,0 0-1-15,0 0 24 16,0 0-22-16,0 0-9 16,0 0-2-16,18 29-3 15,-13-21-1-15,0-1-4 16,1 2-5-16,1-2-2 0,-3 1-1 16,1-2 0-16,-3-2-1 15,0-1 0-15,-1-1 1 16,-1 0-1-16,0-2 2 15,0 0 2-15,0 0 13 0,0 0 10 16,0 0-23-16,0 0-2 16,0 0-2-16,0 0 2 15,0 0-1-15,0 0-1 16,0 0 2-16,0 0-2 16,0 0 1-16,0 0 1 15,0 0 2-15,0 0 0 0,0 0-1 16,0 0-1-16,0 0 0 15,0 0-1-15,0-2 0 16,0 2 0-16,0 0 0 16,0 0 0-16,0-1 0 0,0 1-1 15,0 0 0-15,0-1 1 16,0 1 0-16,0-1 0 16,0 1 1-16,0 0-1 15,0-1 0-15,0 0 0 16,0 1-1-16,0 0 1 15,-1 0-1-15,1 0 0 0,0 0 0 16,0 0 0-16,-1 0 0 16,1 0 0-16,-1 0-1 15,1 0 1-15,0 0 0 16,0 0 0-16,0 0 0 16,0 0 0-16,0 0 0 0,0 0 0 15,0 0 1-15,-1-1 0 16,1 0-1-16,0 0 1 15,0 0-1-15,0 1 0 16,-1-2 1-16,1 1-1 16,0 1 0-16,-2-1 0 0,2 1 0 15,0 0 0-15,0-1 0 16,0 1 0-16,0 0-1 16,0 0 1-16,0 0-3 15,0 0 1-15,0 2-36 16,0-1-44-16,0-1-88 0</inkml:trace>
  <inkml:trace contextRef="#ctx0" brushRef="#br0" timeOffset="14367.96">19972 8789 222 0,'-4'-4'20'0,"1"-1"29"0,1-1 10 0,1 0-2 15,1-1-14-15,0-2-8 16,4-1-10-16,5 0-13 16,5 0 0-16,-1 0 1 0,3 1 1 15,-1 4-8-15,-2 2-1 16,-1 2-5-16,-3 1 1 16,-1 1 0-16,-1 5-1 15,-3 5 0-15,-1-1 0 16,-3 1 1-16,0 2-1 15,0-1 0-15,-3 1 0 0,-3 0 1 16,-3-2 0-16,4 0-1 16,-3-5 1-16,4 0-1 15,0-3 0-15,2 0 1 16,2-3-2-16,1 0-1 0,7 0 2 16,2 0 1-16,3-2-1 15,1 1 0-15,1 1 1 16,1 0-2-16,-3 0 1 15,0 6 0-15,-2 1-1 16,-2 3 1-16,0 1 0 16,-5 0 0-16,1 1 0 0,-5-2 1 15,0 1 1-15,-3-2 6 16,-5 2 12-16,-5 0-4 16,-3-1-6-16,-4 1-5 15,-3 1-4-15,-1-4 1 16,1 2-1-16,2-5-1 0,3-2 1 15,7-2-1-15,4-1-2 16,6-6-78-16,1-9-134 16</inkml:trace>
  <inkml:trace contextRef="#ctx0" brushRef="#br0" timeOffset="16002.04">20396 8126 146 0,'-3'0'14'0,"-1"0"28"0,1-1-18 0,2 1-5 15,-4-1 3-15,2-1 2 16,2 2-2-16,-4 0 1 16,2 0-7-16,-1 0-3 15,-2 5-3-15,0 0 1 0,-2 2 3 16,-2 2-1-16,0 0-5 16,0 2 0-16,0 1 0 15,0 0 3-15,4-1-3 16,2 1-2-16,4 1-3 15,0-2-1-15,8 1 0 16,6-2 2-16,4-2 3 0,3 2 4 16,1-3-4-16,1 0-2 15,0 1-2-15,-3 0-2 16,-3 0 0-16,-5-1 0 16,-3 3-1-16,-3-2 1 0,-6 0 0 15,0-1 0-15,-3 1 2 16,-7 0 1-16,-3 0-1 15,-3-1-1-15,-2 1-1 16,0-1 0-16,1-2 2 16,2 0-3-16,3-2 0 0,4-1 1 15,4-2-1-15,1 0 1 16,3 0-1-16,0 0-1 16,4 2 0-16,3 1 2 15,1 3-1-15,1 3-1 16,-1 2 1-16,-1 1 0 15,0 1 0-15,-1 0 0 0,-2 0 0 16,1-1 1-16,-3-1-1 16,1-3 0-16,-1-1 0 15,2 0 1-15,0-1 1 16,3-2 5-16,0 1 4 16,6-2 1-16,-1-1 4 0,6-2 1 15,1 0-7-15,4 0-4 16,0 0-2-16,0-5-2 15,-1-2-1-15,-2-1-1 16,-4 3 1-16,-1-3-2 16,-4 0-26-16,-5-2-46 0,-4 1-129 15</inkml:trace>
  <inkml:trace contextRef="#ctx0" brushRef="#br0" timeOffset="16605.18">20451 8976 305 0,'0'0'52'0,"0"0"12"0,0 0-39 0,-31 15 3 0,20-2 2 16,1 2-3-16,1 3-12 15,4 0-6-15,1 1-3 16,4 0-4-16,0-2 0 16,1-2-2-16,6-2 1 15,2-2-1-15,0-4-1 16,3-5 3-16,-1-2-1 0,0-2 1 16,0-9 1-16,-1-6-1 15,-3-4 0-15,-4-4 0 16,-3-7 0-16,-1-2-2 15,-12-2-3-15,-1-1-1 0,-3 6 2 16,-3 3 2-16,3 6 1 16,3 7-1-16,2 5 5 15,5 7 4-15,4 3 15 16,3 4-19-16,3 7-6 16,8 7 1-16,3 3 0 0,5 1 0 15,3 4 0-15,2-1-1 16,-1 2 1-16,-1 0-11 15,-2-1-40-15,-5-2-56 16,-3-6-34-16,-5-4-1 16</inkml:trace>
  <inkml:trace contextRef="#ctx0" brushRef="#br0" timeOffset="17006.12">20576 9067 264 0,'0'0'100'0,"0"0"-75"15,0 0-11-15,0 0 16 0,0 0 4 16,0 0-6-16,32 0 1 16,-27 10-6-16,-1 1-6 15,2 0-5-15,-2 0-1 16,0 2-4-16,1-3 2 16,2-1-3-16,-2-1-4 0,3-2-1 15,0-3 0-15,3-1 0 16,-1-2 0-16,4 0-1 15,2-2 2-15,-1-6 0 16,-1-1-2-16,-1 1-21 16,-3-1-30-16,-4 0-15 0,-4 1-31 15,-2 2 3-15,0 0 33 16,-5 0 15-16,-3 2 35 16,0 1 12-16,1 2 27 15,-1 1 28-15,2 0 13 16,1 0 16-16,4 0-28 15,1 6-26-15,0 2-5 0,2 2 4 16,6 2-5-16,5 1-13 16,1 2-7-16,1 0-4 15,1-2-1-15,-2 2-37 16,-4-5-118-16</inkml:trace>
  <inkml:trace contextRef="#ctx0" brushRef="#br0" timeOffset="26291.2">12410 10426 75 0,'0'0'32'0,"0"0"-31"15,0 0-1-15,0 0 2 16,0 0 18-16,0 0 15 16,0 0-1-16,0 0-8 0,16 30 5 15,-1-29-10-15,2 0-5 16,4-1-5-16,4 0-4 15,7 1 0-15,5-1-1 16,4 0 0-16,2 0-2 16,3 0-2-16,4-1-1 0,4 2-1 15,2-1 2-15,3 0 3 16,1 0 1-16,4-1 3 16,0 0 2-16,-1-1 8 15,1-1 3-15,-1-1 2 16,3-1-2-16,2-2 1 0,0 1-6 15,6-1-4-15,-2 0-5 16,0 1-4-16,-2 1-1 16,-2 1-2-16,0 0 2 15,-3 0-2-15,-2 1 1 16,0-2 0-16,-1 1 5 16,-1 0 2-16,-5-1 6 0,-4 1-6 15,-4-2-4-15,-2 2 0 16,-5-2-2-16,-5 2 0 15,0-1 1-15,-3 2-3 16,-4-1 0-16,-4 0-1 16,-4 2 0-16,-4 1 1 0,-8-1-2 15,-6 2-7-15,-3 0-60 16,-15-2-23-16,-11-4-140 16</inkml:trace>
  <inkml:trace contextRef="#ctx0" brushRef="#br0" timeOffset="26964">12538 10430 14 0,'0'0'3'0,"0"0"13"0,0 0 8 0,0 0 1 16,0 0-3-16,7-32-3 15,-7 27 0-15,0 0 1 0,0 0-6 16,0 0-5-16,-2 1 1 16,0 0-3-16,2-1-3 15,0 3 4-15,0 0 4 16,0 1-1-16,0 1-3 15,0-2-1-15,6 2-4 16,5 0 6-16,6 0 7 0,7 0 2 16,9-1 2-16,12-4 8 15,12-2 1-15,14-1-8 16,13-4-3-16,13 0-5 16,5 1-5-16,3 2-2 0,2 2-3 15,0 2-2-15,-4 2 0 16,-5 1 0-16,-3 0 0 15,-4 0-1-15,-6-1 2 16,-6 0-1-16,-5-3 5 16,-7 2 6-16,-8-1-1 0,-7-3-5 15,-7 3-2-15,-8 0-1 16,-6-2-1-16,-4 1-1 16,-7-1 0-16,-3-1-1 15,-2 1 1-15,-5 0 0 16,-3-1-3-16,-3-3-59 15,-4-4-123-15</inkml:trace>
  <inkml:trace contextRef="#ctx0" brushRef="#br0" timeOffset="34758.31">14393 7158 123 0,'7'-4'108'0,"2"-3"-90"0,1-2-8 0,3 0-3 16,3-4-5-16,1 0 0 15,3 0 4-15,-1-1 1 16,1 1 1-16,-1 2-4 0,-5 4-2 16,-1 1-2-16,-4 4 0 15,-3 2-16-15,-6 0-54 16,0 3-75-16</inkml:trace>
  <inkml:trace contextRef="#ctx0" brushRef="#br0" timeOffset="34937.44">14399 7274 320 0,'0'0'-7'0,"28"-18"10"0,-4 2-1 16,1 1-1-16,6-1-3 15,0-1-77-15,-3-2-59 16</inkml:trace>
  <inkml:trace contextRef="#ctx0" brushRef="#br0" timeOffset="35357.42">14872 6404 351 0,'0'0'-18'15,"0"0"19"-15,0 0-1 16,0 0 1-16,24 27-1 16,-17-11 2-16,0 3 0 15,0 0 0-15,-4 3 1 0,4-1-3 16,-3-1 1-16,0-2-2 15,-1 1 1-15,0-2-2 16,-3-5-47-16,0-3-73 16</inkml:trace>
  <inkml:trace contextRef="#ctx0" brushRef="#br0" timeOffset="35964.14">14930 6581 326 0,'0'0'4'16,"0"0"13"-16,0 0-14 15,0 0-3-15,0 0 0 16,0 0 1-16,0 0 1 0,-34 35 4 16,24-20-2-16,-1 1-1 15,-1 3-3-15,0-1 1 16,0 1-1-16,2-2 0 15,1-2 0-15,2-2 0 16,1-2 0-16,2-2 0 16,4-4 0-16,0-2-1 15,2-3 1-15,10 0 1 0,4 0-1 16,2 0 1-16,4-4-1 16,-2 1 0-16,-2 3 0 15,-2 0 0-15,-10 1 0 0,-5 9 0 16,-2 4 0-16,-13 2 0 15,-8 5 1-15,-3 1-1 16,-4 0 0-16,-1 1 0 16,2-2 0-16,4-2 1 15,4-3-1-15,6-3 1 16,7-4-1-16,7-4 1 0,0-3-2 16,16-2 2-16,7-2 2 15,7-6 13-15,5-3-3 16,3-1-2-16,-2 1 1 15,-3 2 4-15,-6 2 3 16,-6 4-3-16,-7 2-4 0,-3 1-3 16,-4 3 1-16,-3 5-3 15,0 2-3-15,-2 3-1 16,0 1-1-16,-1 2-2 16,-1 0 0-16,0 1 0 15,0-1-1-15,0 0-2 0,0-5-42 16,-4-5-77-16,1-6-93 15</inkml:trace>
  <inkml:trace contextRef="#ctx0" brushRef="#br0" timeOffset="36708.12">15118 6568 303 0,'0'0'5'0,"0"0"37"0,7-28-14 15,-1 21 2-15,1 4-22 16,0 3-1-16,-1 0-3 15,1 6-2-15,-2 3-1 16,-1 7 0-16,-2 1 0 16,-2 1 0-16,0 2-1 0,0 3 0 15,-6-2 1-15,-2 1-2 16,-3-2 1-16,4-2 0 16,-2-5 0-16,4-3-1 15,0-5 0-15,4-3 1 16,1-2 2-16,0-6-1 0,8-10-2 15,3-2 0-15,4-7-2 16,3-1-1-16,2-2-1 16,-2 0 3-16,-1 3 1 15,-4 4 2-15,-3 2-1 16,-8 6 0-16,-2 3 2 16,0 3 3-16,-5 5 5 0,-6 2 0 15,0 0 2-15,-1 9 13 16,1 4-8-16,1 2 0 15,4 2-4-15,2 1-5 16,3 2-3-16,1-2-1 16,4 3-1-16,6-1-2 0,3-2-1 15,2-2-1-15,3-3 2 16,2-5-1-16,1-5 0 16,0-3-1-16,-1 0-5 15,-1-6-24-15,-3-6-25 16,-2 0 0-16,-2-2 5 15,-4 2 37-15,-4-1 13 0,-1 3 4 16,-3 3 12-16,0 2 41 16,0 3-8-16,0 2-12 15,1 0-30-15,3 7-6 16,0 5 1-16,2 1 1 0,0 3 0 16,1 1-2-16,2 0 0 15,-1-1-1-15,-2 2 0 16,0-2-1-16,-4-1-3 15,-2-4-62-15,0-5-78 16,0-4-140-16</inkml:trace>
  <inkml:trace contextRef="#ctx0" brushRef="#br0" timeOffset="36879.98">15372 6479 351 0,'0'0'2'0,"0"0"-1"0,0 0-3 0,0 0-2 15,0 0-21-15,0 0-72 0,0 0-89 16</inkml:trace>
  <inkml:trace contextRef="#ctx0" brushRef="#br0" timeOffset="37359.36">15007 6545 238 0,'0'0'3'0,"0"0"13"16,0 0-9-16,0 0-2 15,0 0 4-15,0 0 4 0,28-3 5 16,-19 9 19-16,2 4 1 16,3 3-9-16,5 3-5 15,4 3-5-15,0 1-5 16,4 3-8-16,0 0-4 16,0 0 0-16,-4 0-2 15,0-3 0-15,-4-2 0 0,-2-5 1 16,-4-2-1-16,-2-3-1 15,-5-4-5-15,-2-3-62 16,-4-1-63-16,-4-7-95 16</inkml:trace>
  <inkml:trace contextRef="#ctx0" brushRef="#br0" timeOffset="37640.58">15227 6415 256 0,'0'0'2'0,"0"0"4"0,0 0-4 16,0 0 0-16,-28 18 1 15,19 2 35-15,-1 6 16 16,0 5-5-16,0 6-24 15,-1 5-13-15,0 4-9 16,-3 3-3-16,1 0 0 16,0-3-1-16,1-4-1 0,2-7-8 15,0-10-95-15,5-11-79 16</inkml:trace>
  <inkml:trace contextRef="#ctx0" brushRef="#br0" timeOffset="38335.01">14824 7331 200 0,'0'0'124'0,"0"0"-116"15,52-36 11-15,-19 17 4 16,12-2-1-16,10-4-4 16,8-4 11-16,8-5-3 15,4-3-9-15,6-3-3 0,-5 2-2 16,-3 0-5-16,-8 5-5 16,-9 6 0-16,-8 6-3 15,-12 7 0-15,-10 7-32 16,-14 5-79-16,-11 2-35 15</inkml:trace>
  <inkml:trace contextRef="#ctx0" brushRef="#br0" timeOffset="38814.73">15281 7288 331 0,'0'0'63'15,"0"0"-59"-15,0 0-8 16,6 35 4-16,-2-19 2 15,0 4-2-15,0 0 0 0,0-2 1 16,2 0 1-16,-2-1 0 16,0-2 0-16,0-4-2 15,-1-2 1-15,0-4 1 16,-1-1-2-16,-2-4 0 0,0 0 6 16,0-6 44-16,0-6-45 15,2-3-4-15,-2-4 0 16,0-3-1-16,2-1 0 15,3 0 1-15,-2 1-1 16,2 6 2-16,0 2-2 16,3 6 0-16,2 4 0 0,0 4 0 15,2 0-1-15,0 9 1 16,3 4-1-16,0 3 1 16,-1 2 0-16,1 3-1 15,-5-3-4-15,-3-5-193 16</inkml:trace>
  <inkml:trace contextRef="#ctx0" brushRef="#br0" timeOffset="51466.95">19041 7899 45 0,'-1'-5'2'0,"0"0"1"0,-1-1 7 15,0 2 22-15,1-1-4 16,-3 1 20-16,1-2-26 15,0 1 14-15,1-1-9 16,-2 1-6-16,0 0-9 16,-1 2-1-16,0-1-2 0,-2 3 0 15,2-1-2-15,-5 2-5 16,0 0-1-16,-2 0 0 16,-3 5-1-16,0 0 1 15,-5 5 2-15,-2 2-2 16,-1 1 0-16,-5 3 1 0,1 3 1 15,-1 2 2-15,0 0 0 16,1 1-2-16,2 1-2 16,1 2 0-16,3 3 0 15,2 0 2-15,3 3 1 16,2 2-1-16,4 2-1 0,3 0-1 16,3-2 0-16,4-2-1 15,0-1 0-15,7-4 0 16,5-4 0-16,5-3 1 15,4-4-1-15,3-5 16 16,4-6 19-16,3-4-5 16,3 0-6-16,1-4-9 0,-3-6-2 15,1-1-3-15,-1-2-4 16,-2 1-2-16,-1-3-1 16,-3 2-1-16,0-3 2 15,2 0-3-15,-3-2 2 16,-1-1 0-16,-2 0 0 0,-2-1-1 15,-3 1 1-15,-5-3-2 16,-2 1 0-16,-4-2-1 16,-4-2 2-16,-2-2-1 15,0-1-2-15,-10 0 2 0,-6-2-2 16,-5 2 0-16,-6 2 0 16,-5 5 0-16,-5 4 0 15,-3 7-1-15,-2 7-1 16,1 3-1-16,5 0-18 15,4 7-58-15,4-2-71 0</inkml:trace>
  <inkml:trace contextRef="#ctx0" brushRef="#br0" timeOffset="54108.95">21535 7585 50 0,'-1'0'26'0,"0"0"5"16,1 0-5-16,0 0 1 0,0 0-14 15,0 0-1-15,0-2-6 16,0 0-1-16,0 1 2 15,1-2 6-15,0 1-2 16,1-1-1-16,-2 3-2 16,1-3 1-16,1 0-1 0,0 1 1 15,3-2 2-15,2-1 1 16,3 1-1-16,4-3-3 16,5 0 2-16,3-1-1 15,5-2-3-15,2-1 0 16,4-3 3-16,3 0 4 0,4-3 4 15,2-1-3-15,3-2-8 16,0-3 1-16,0 0-3 16,0-4 0-16,-1 1 2 15,0 0-1-15,-1 1 0 16,-4 3-1-16,-2 3-3 0,-5 4 1 16,-3 3-2-16,-6 4 0 15,-4 3 0-15,-5 0 1 16,-4 3-1-16,-4 2 0 15,-2 0-1-15,-4 0-2 16,0 0-28-16,0 0-34 16,0 0-41-16</inkml:trace>
  <inkml:trace contextRef="#ctx0" brushRef="#br0" timeOffset="55073.14">19209 8697 160 0,'0'0'11'0,"0"0"-4"0,0 0-2 0,0 0 3 16,0 0 15-16,0 0 6 0,-29 13 6 15,24-10-9-15,-1-1-11 16,0 3 1-16,-1 0-2 16,-3 2-4-16,-3 0-4 15,-3 2 0-15,0 0 4 16,-5 3 2-16,-3 2 1 16,-5 2 2-16,-4 3-3 0,-5 3-1 15,-6 2-3-15,-5 2-2 16,0 1 1-16,-1 1-2 15,-1 1-1-15,2-2-2 16,5 1-1-16,1-5 0 16,5-1-1-16,2-3 0 0,4-2 0 15,2-4-1-15,2-2 0 16,0 0-4-16,-1 0-10 16,0-1-15-16,-1 1-3 15,2-1 3-15,2 0 4 16,3-1 10-16,4 0-13 0,5-5-16 15,4 1-35-15</inkml:trace>
  <inkml:trace contextRef="#ctx0" brushRef="#br0" timeOffset="55472">17917 8902 291 0,'0'0'-7'0,"0"0"11"0,0 0 0 15,0 0 2-15,27-10 9 16,-5 13 16-16,4 4 7 16,3 0-9-16,4 1-9 15,3 2-7-15,1 1-8 16,-2 0-3-16,0 1-1 0,-5 0-1 16,-3-3 0-16,-4-1-1 15,-4-3-2-15,-5-2-21 16,-5-3-24-16,-5 0-35 15,-4 0-14-15,0-7-87 0</inkml:trace>
  <inkml:trace contextRef="#ctx0" brushRef="#br0" timeOffset="55699.15">18174 8809 344 0,'0'0'3'16,"0"0"13"-16,0 0 8 16,0 0-11-16,-35-2-1 0,26 16 17 15,0 4 3-15,-1 3-2 16,0 4-13-16,2 3-12 16,0 2-2-16,0 4-2 15,2-2-1-15,1 1-3 16,2-5-2-16,-2-2-43 15,2-8-45-15,-3-7-87 0</inkml:trace>
  <inkml:trace contextRef="#ctx0" brushRef="#br0" timeOffset="56006.4">17778 8761 280 0,'0'0'-19'15,"-28"-11"61"-15,16 6 7 0,5 2-9 16,5 1-9-1,2 1-12-15,9-3-12 0,13-3 6 16,10-4 14-16,15-7-17 16,13-2-5-16,8-3-3 15,3-4-2-15,-1-3-37 16,-8-8-388-16</inkml:trace>
  <inkml:trace contextRef="#ctx0" brushRef="#br0" timeOffset="59475.09">17730 11468 117 0,'0'0'32'0,"0"-1"-5"0,0-4-3 16,0 3-12-16,0-1-7 16,0 0-3-16,0-1 0 15,3 2 1-15,-1 0 12 16,0 0 3-16,0 0-7 0,2 0-1 15,-2 1-3-15,3 1-1 16,2 0-5-16,1 0 1 16,0 0-2-16,1 0 3 15,1 0-3-15,3 0 0 0,-1 0 0 16,1 0 1-16,4 1 2 16,-1-1 1-16,3 0 21 15,2 2-2-15,1-2-11 16,2 0-2-16,2 0-3 15,2-2 0-15,-3 0-2 0,2-1 1 16,1-1 0-16,-1 0-1 16,0-1 0-16,0 0 0 15,0 0 1-15,1 0-1 16,-1 2-1-16,1-2 1 16,-1 0-2-16,0 3-2 0,1-1 0 15,1 0-1-15,-1-1 0 16,2 0 1-16,2 0-1 15,3-1 0-15,2 0 1 16,2 0-1-16,2-2 0 16,4-1 1-16,-2 0 0 15,1 0 0-15,0 0 0 0,0 0 1 16,-1 1 0-16,1 0-1 16,-2 1 2-16,1 0-1 15,-1 2-2-15,3 0 2 16,-4 1-3-16,2-1 2 15,-3 2 0-15,2-2-1 0,-2 1 1 16,-1 1 0-16,-1 1-1 16,0-1 1-16,1 0 0 15,-2 0-1-15,0 2 0 16,0-3 1-16,1 2 0 16,1-1-1-16,1 0 2 15,-1-1-1-15,2 0 2 0,1 0 0 16,-2-1 0-16,0 0-1 15,0 0 0-15,-2 2-1 16,-3-1 0-16,2-2 0 16,-4 2-1-16,2-2 0 0,0 1 1 15,1-1 0-15,2 0 2 16,1 0-1-16,1 1 2 16,1-1 5-16,-2 0-3 15,3 1-2-15,1-1-2 16,-1 0-1-16,0 1 1 0,-1 0-1 15,1 0-1-15,1 0 0 16,-1-1 3-16,0 3-2 16,1-2 0-16,0 0 0 15,1 1 1-15,-1 0 0 16,1-1 0-16,0 0-1 0,1 1 1 16,-2-1-2-16,0 0 2 15,-1 1-2-15,-2-2 0 16,0 3 0-16,0-1 0 15,-3 0 1-15,1 0-1 16,0 1 0-16,-2-1 0 16,2-1 0-16,-3 1 1 0,3 0-1 15,-1-1 0-15,0 0 0 16,1 0 1-16,-1 1-1 16,1 0 0-16,0-1 0 15,-1 0-1-15,1 0 2 16,0 1-1-16,-1-1 0 0,2 0-1 15,0 0 1-15,1 0 1 16,0 0-1-16,-2 0 0 16,1-1-1-16,0 1 2 15,1-3-1-15,-3 3 0 16,2-2 0-16,-1 1 1 0,2 1-2 16,-2-1 1-16,-2 1 0 15,1 0 1-15,-2 1-1 16,-3 0 0-16,-2 1 0 15,0 0 0-15,-5 1 0 16,0-1 1-16,-2 1-1 0,-2-2 0 16,-1 1 0-16,-5 0 1 15,2 2-1-15,-3-2 1 16,-4-1 0-16,1 2 1 16,-4 0 0-16,-1-1-1 15,-2 1 1-15,-2 0 1 0,-1-1-3 16,-1 2 1-16,0-3 0 15,0 1-1-15,-1 0-2 16,-6-3-6-16,0-5-73 16,-3-5-187-16</inkml:trace>
  <inkml:trace contextRef="#ctx0" brushRef="#br0" timeOffset="62166.95">17941 10686 3 0,'-2'-1'13'0,"0"-2"2"16,1 3-12-16,-1-1-2 0,1 0-1 16,-1 0 1-16,1-1 0 15,0 2 1-15,-1 0 15 16,1-1-1-16,0 0 14 16,0 1-22-16,0-1-4 0,0 1 5 15,0-2 0-15,0 1 9 16,0 1 3-16,-2-2 7 15,2 2-8-15,0 0 11 16,0-1-1-16,1 1-6 16,0 0-12-16,0 0-11 0,1 1-1 15,6 4 1-15,5 3 1 16,6 2 18-16,2 1 21 16,5 5-19-16,2 1-1 15,3 0-6-15,-2 1-4 16,0 0-3-16,0-3 0 0,-4 0-4 15,-3-3 2-15,-4-2-1 16,-3-2-2-16,-4-1-2 16,-3-2-1-16,-4-2 0 15,-2 0 0-15,-1-1 0 16,0-1 0-16,-4-1-1 16,-3 1-2-16,-3-1-58 0,0 0-75 15,-2-9-101-15</inkml:trace>
  <inkml:trace contextRef="#ctx0" brushRef="#br0" timeOffset="62557.25">18110 10663 71 0,'0'0'8'0,"0"0"28"0,0 0-11 16,0 0 0-16,0 0-2 15,0 0 4-15,0 0-3 16,0 0-1-16,-27-9-9 15,21 15-4-15,-2 3 12 16,-2 8 8-16,-1 2 2 0,0 6-6 16,-3 3-12-16,2 3-5 15,-2 1-4-15,0-1-3 16,3-3-2-16,1-3 0 16,1-4-1-16,2-4 0 15,2-7-2-15,1-5 1 0,1-5-72 16,1-5-141-16</inkml:trace>
  <inkml:trace contextRef="#ctx0" brushRef="#br0" timeOffset="63357.61">18301 10795 304 0,'0'0'30'0,"0"0"-4"0,0 0-23 15,0 0 1-15,0 32 20 16,0-15 14-16,0 3-12 16,3 0-13-16,3 1-8 0,-1-2-4 15,3 0 1-15,0-4-2 16,-2-2 0-16,1-3 0 15,-1-2 0-15,-2-3-2 16,-2-5-43-16,-1-6-150 0</inkml:trace>
  <inkml:trace contextRef="#ctx0" brushRef="#br0" timeOffset="64807.4">19613 10391 114 0,'0'-7'33'0,"0"1"0"0,0 1-5 16,1 0-1-16,-1 1-4 15,1 0 5-15,1 2 5 16,1 1 5-16,4 1-12 0,2 0-13 16,5 1-2-16,4 6 7 15,8 5 7-15,1 1-3 16,4 3-2-16,2 4-6 15,-2 2-5-15,0 1-3 0,-4 0-4 16,-2 0-1-16,-4-4-1 16,-6-3 0-16,-3-5 0 15,-2-3 0-15,-5-3 1 16,-2-4-1-16,-3 0-1 16,0-1 1-16,-6 0 0 15,-2 0-6-15,-5 0-50 0,1-3-76 16,-2-7 3-16</inkml:trace>
  <inkml:trace contextRef="#ctx0" brushRef="#br0" timeOffset="65100.09">19872 10329 146 0,'0'0'21'15,"0"0"-15"-15,0 0 16 0,0 0 10 16,0 0-8-16,-29-5-4 16,20 15 13-16,0 4 22 15,-3 3-17-15,2 6-15 16,-2 4-11-16,0 3-7 16,1 1-3-16,0 0-2 0,1-2 0 15,0-2 0-15,2-5-1 16,1-4-1-16,1-5-5 15,-1-6-115-15,4-6-113 16</inkml:trace>
  <inkml:trace contextRef="#ctx0" brushRef="#br0" timeOffset="65662.14">20052 10548 201 0,'0'0'13'0,"0"0"53"0,0 0-28 0,0 0 3 16,0 0-14-16,15-29 8 15,-6 22-6-15,-1 0-14 16,3 2-6-16,-1 2-3 16,-1 0-3-16,0 3-2 15,-1 0 1-15,-1 8-2 16,-4 4 0-16,-1 1 1 0,-2 2-2 16,0 2 2-16,-4 1-1 15,-4-1 0-15,0 2 0 16,-2-1-1-16,2 0 1 15,0-3 0-15,2-1 0 0,2-4 0 16,4-2 0-16,0-4-1 16,7-3 2-16,7-1-1 15,2 0 0-15,7 0 0 16,1 0 0-16,4 1-1 16,-2-3-13-16,-2-1-122 15,-2-3-165-15</inkml:trace>
  <inkml:trace contextRef="#ctx0" brushRef="#br0" timeOffset="66404.78">18978 11934 258 0,'0'0'6'16,"0"0"11"-16,30 8-7 0,-10 4 14 16,7 3 14-16,3 1-4 15,5 2-4-15,1 0-17 16,-1 0-9-16,-1 1-1 0,-5-1-2 15,-1-4 0-15,-6-1-1 16,-4-4-1-16,-5-2 0 16,-4-3-12-16,-4-1-55 15,-5-3-8-15,0 0-2 16,-9-5-118-16</inkml:trace>
  <inkml:trace contextRef="#ctx0" brushRef="#br0" timeOffset="66652.97">19246 11860 269 0,'0'0'-2'16,"0"0"7"-16,0 0 22 16,0 0-23-16,0 0 2 15,-21 35 25-15,16-11 15 0,-3 3-20 16,-1 2-9-16,-1 3-12 15,-1-1-3-15,-2 4-1 16,0-2 0-16,-2-2-1 16,1-3 0-16,0-3-2 15,2-5 2-15,2-5-5 16,3-5-35-16,1-5-54 0,4-5-41 16</inkml:trace>
  <inkml:trace contextRef="#ctx0" brushRef="#br0" timeOffset="67183.02">19397 12127 283 0,'0'0'7'15,"0"0"38"-15,0 0 3 16,34-31-14-16,-23 25-12 16,0 2 1-16,0 4-9 0,-1 0-5 15,1 0-6-15,-3 7-2 16,0 3-2-16,-3 1 2 16,-1 2-1-16,-2 2 0 15,-2 0 0-15,0 0-1 16,-1 2 0-16,-4-2 0 15,-2-1-1-15,0 0 1 0,3-3-1 16,-2-3-1-16,4-2 1 16,2 0 0-16,0-4-1 15,2 1 1-15,8-1 2 16,4 2-1-16,0 1 1 16,4 0 0-16,-1 3 0 0,-1 1 0 15,-2 1 0-15,-3 0 0 16,-3-1 0-16,-4 0 0 15,-4 1 0-15,-2 0 2 16,-8-2-1-16,-4 0 1 16,-6 0 1-16,-2-1 2 0,-4-2-2 15,-2-2-1-15,-2 0-1 16,-2-3-1-16,0 0-1 16,4 0-1-16,3-5-7 15,8-8-70-15,4-6-107 16</inkml:trace>
  <inkml:trace contextRef="#ctx0" brushRef="#br0" timeOffset="67785.34">21668 10279 221 0,'0'0'7'0,"0"0"3"0,0 0 10 0,30 6-9 15,-17 2 8-15,4 3 11 16,5 5 8-16,0 1-14 15,3 6-14-15,1-1-7 16,1 2-2-16,-3-2 1 16,-1-1-2-16,-2-3 0 15,-5-2-2-15,-1-5 1 0,-7-4-15 16,-1-6-99-16,-7-1-64 16</inkml:trace>
  <inkml:trace contextRef="#ctx0" brushRef="#br0" timeOffset="68009.42">21935 10268 277 0,'0'0'3'0,"0"0"0"15,0 0-1-15,0 0 3 16,-32 29 27-16,22-12 16 15,-1 3-29-15,-4 3-11 16,1 2-5-16,-2 3-1 16,0 3-3-16,1-3 1 0,1 0-1 15,1-5-3 1,2-4-61-16,1-6-114 0</inkml:trace>
  <inkml:trace contextRef="#ctx0" brushRef="#br0" timeOffset="68424.95">22177 10418 265 0,'0'0'6'0,"0"0"45"15,0 0-46-15,0 0 3 16,-10 30 7-16,4-17 10 16,0 3-6-16,1 1-11 15,2-1-3-15,1 1-2 16,2-4-2-16,0-1-1 0,5-4 1 15,5 0-1-15,5-5 1 16,4-2 1-16,4-1-1 16,4 0 0-16,-1 0 0 15,-1 0-1-15,-4-2 0 0,-4 0-1 16,-4 1-2-16,-9-1-17 16,-4 0-95-16,0-1-68 15</inkml:trace>
  <inkml:trace contextRef="#ctx0" brushRef="#br0" timeOffset="68578.89">22258 10518 241 0,'0'0'38'15,"0"0"22"-15,0 0-14 16,0 0-31-16,0 0-6 16,0 0 0-16,10 37-2 15,-10-12-3-15,0 4-4 0,-9 3 0 16,-4 2-8-16,-4-3-160 15</inkml:trace>
  <inkml:trace contextRef="#ctx0" brushRef="#br0" timeOffset="68860.42">20692 11921 54 0,'0'0'-33'16</inkml:trace>
  <inkml:trace contextRef="#ctx0" brushRef="#br0" timeOffset="69200.92">20821 11776 209 0,'0'0'63'16,"0"0"-53"-16,0 0 30 15,0 0-1-15,0 0-30 16,0 0-1-16,40 0 12 16,-16 15 7-16,2 3-5 0,6 2-5 15,0 1-5-15,1-1-4 16,-1 1-5-16,-3-1-1 16,-5-4-2-16,-4-2 1 15,-3-4-2-15,-6-5-8 16,-2-2-29-16,-5-3-29 0,-4-1-22 15,0-8-6-15</inkml:trace>
  <inkml:trace contextRef="#ctx0" brushRef="#br0" timeOffset="69426.88">21072 11684 303 0,'0'0'24'15,"0"0"45"-15,0 0-61 16,0 0 4-16,-25 35 32 16,17-9-14-16,-1 3-10 0,-1 4-11 15,2 0-6-15,-2 3-2 16,1 0 0-16,-3-1-2 16,-1-1 0-16,-1-3-4 15,0-5-55-15,0-6-79 0,3-7 32 16</inkml:trace>
  <inkml:trace contextRef="#ctx0" brushRef="#br0" timeOffset="69996.32">21583 11855 344 0,'0'0'28'0,"0"0"-11"15,0 0 1-15,-39 19 7 16,15-12-2-16,-4 1-6 16,0 1-3-16,-2-2-5 15,3 1-6-15,2-2-2 0,5-1 0 16,5 0 0-16,6-1-1 15,6 0 2-15,3 1-5 16,0 1 3-16,5 2 0 16,3 2 0-16,3 1 0 15,0 1 1-15,-1 1-1 0,-1-1 0 16,-3-3 0-16,0 0 0 16,-3-3 0-16,0-3 0 15,1-3 0-15,2 0 2 16,2-3-1-16,4-2 1 15,2-3-1-15,4 1 0 16,2 2-1-16,0 0 1 0,2 4-1 16,-2 1 0-16,0 0 1 15,-4 3-1-15,-2 5 2 16,-5 2-1-16,-5 0 1 16,-4 3 0-16,-5-1 2 0,-9 0 8 15,-6-1 5-15,-4-1-5 16,-6 0-7-16,-5-2-3 15,0 1-2-15,-3-2-1 16,-1-1-1-16,1-2-3 16,1-2-57-16,4-2-107 15</inkml:trace>
  <inkml:trace contextRef="#ctx0" brushRef="#br0" timeOffset="72884.78">17743 10859 45 0,'0'-2'13'0,"0"-2"4"0,-3 2-3 16,1-1 6-16,1 1 16 0,0-2-8 16,1 1-5-16,0 0-4 15,0 1 1-15,0 1-7 16,0 0-3-16,2-2 0 15,3 3 0-15,-4 0-5 16,0 0-3-16,-1 0-1 0,0 0-1 16,0 0 2-16,-1 0-1 15,-5 0 0-15,-2 2 0 16,-1 1 0-16,-1-1-1 16,-2 4 0-16,0-2 0 15,0 1 0-15,1-1 0 16,1 0 1-16,0 1-1 0,2 0 0 15,2 0 1-15,0 1 0 16,2 0 1-16,3 1-2 16,-4 0 0-16,4 1 0 15,0 1 0-15,-1-2 1 0,2 1-1 16,0-2 0-16,0 1 0 16,0 1 1-16,0-1-1 15,0-1 0-15,0 0 2 16,6 0 0-16,-1 1 1 15,3 0 12-15,-1 0 10 0,1 1-15 16,0 1-5-16,-2 1-2 16,0 0-2-16,-2-2 1 15,0 2-1-15,-3 1 1 16,-1-2-1-16,0 0 2 16,0-2-1-16,-2 0 0 15,-4 1 0-15,-3-3 0 0,2 0 0 16,-3 0-1-16,0 0 0 15,0-2 0-15,-3 0 1 16,2 1-2-16,-2-1 0 16,2 0 0-16,1-1 0 15,-2-1 0-15,2 0 1 0,1-1-1 16,2 0-1-16,2 0 2 16,0 0-1-16,2 0 1 15,3 0-1-15,0-1 0 16,0-1 0-16,8 1 0 15,-1 0 1-15,3 1 0 0,0 0 5 16,2 1 6-16,-2 5-7 16,0 3-1-16,0 3 0 15,-1 2-1-15,-1 3 1 16,1 1 0-16,-2 2 3 16,-2 3 0-16,0-1 0 15,-1 1 0-15,1-2-1 0,0-2-1 16,2-2-1-16,0-5-1 15,3-2-2-15,3-4 1 16,5-4-2-16,3-2 2 16,3 0 0-16,0-5-1 0,4-1-1 15,-3-2 0-15,-1-2-8 16,-7-5-152-16</inkml:trace>
  <inkml:trace contextRef="#ctx0" brushRef="#br0" timeOffset="74229.48">20184 10593 75 0,'1'0'114'0,"3"0"-108"0,-1-2 5 0,1 0 0 16,-1-1 14-16,0 2 5 16,1-3 4-16,0 1-4 15,0 0-2-15,1 0-9 0,1 1-8 16,1 0-3-16,3 0-1 16,-1 1-2-16,2 1-2 15,1 0 0-15,0 0 1 16,-1 1-2-16,0 5-2 15,-4 3 1-15,-1 3 1 0,-3 2-2 16,-2 3 0-16,-1 3 0 16,0 3 0-16,-2 0 0 15,-3 2 0-15,1-1 1 16,3-1-1-16,1-4 0 16,0-2 0-16,0-4 0 0,1-5 1 15,4 0-1-15,1-3 1 16,3-1 4-16,1-4 7 15,0 0-1-15,3 0-4 16,0 2-3-16,2-6-1 16,-1-1-1-16,0 0-2 0,0-1 2 15,-4 1-2-15,-3 2 2 16,0 1-2-16,-4 2 0 16,1 0 0-16,-4 9 0 15,0 2 1-15,0 5-1 16,0 5 1-16,-3 3 0 0,-1 2 0 15,0 3 1-15,0 3 3 16,1 1 4-16,0 0 3 16,0-2-7-16,1-3-1 15,-1-6-1-15,1-4 1 16,-4-3-2-16,2-5 1 0,-4-1 1 16,-2-2 0-16,-2 0-1 15,-3 0-1-15,-3-1 0 16,-2 1-1-16,-4-2-1 15,1 2 0-15,1-1 0 16,1-2-2-16,1-3-15 0,5-1-84 16,2-5-120-16</inkml:trace>
  <inkml:trace contextRef="#ctx0" brushRef="#br0" timeOffset="75448.82">22337 10467 213 0,'0'0'3'0,"0"-3"19"0,0 0 2 16,1 1-5-16,0-1-3 16,0-1 6-16,3 0 11 15,0 0-9-15,2-1-11 16,2 0-1-16,2 1-3 0,2 0-3 15,0 1 1-15,1 1-5 16,-1 2 0-16,-1 0-2 16,-2 0 2-16,0 6-2 15,-2 3 0-15,-2 4 0 16,-1 1 1-16,0 3-1 16,-2 2 0-16,-2 1 1 0,0 1-1 15,0-1 0-15,0 1 0 16,0-3 0-16,-1-1 0 15,1-2 0-15,0-2 1 16,0-3-2-16,0 0 2 16,0-2-1-16,6-2 0 0,0-2 2 15,3 0 12-15,1-1-4 16,1-1-4-16,3-2-4 16,1 0 0-16,0 0-1 15,3-2-1-15,-2-5 1 16,0 2 0-16,-4-3-1 0,-1 3 0 15,-3 0 1-15,-3 0 0 16,-2 2 0-16,-3 1 1 16,0 2 2-16,0 0 2 15,0 3-6-15,-3 7 1 16,-1 4 0-16,2 4 1 16,-1 3 8-16,0 2 8 0,3 2-7 15,-1 1-4-15,-1-1-1 16,0 0-1-16,0-2 0 15,-2-2-1-15,0-2 3 16,-3-2 0-16,-1-3 2 0,-2-3 0 16,-1-2-3-16,-2-1-1 15,-2-3-2-15,-4-1-2 16,0-2-1-16,-1-1 1 16,-2-1-2-16,0 0-1 15,0 0-30-15,2-10-82 0,3-8-189 16</inkml:trace>
  <inkml:trace contextRef="#ctx0" brushRef="#br0" timeOffset="77518.91">18764 11422 92 0,'0'0'7'0,"0"0"24"16,0 0-10-16,0 0-7 0,0 0 0 15,0 0 3-15,4-30 3 16,-5 28 1-16,-2 1-6 16,-1-1-3-16,0 2 0 15,-1 0-4-15,-1 0-3 16,-2 0-2-16,-1 2 0 0,-1 3-1 16,-1 1-1-16,0 1 3 15,-1 0-3-15,0 1 1 16,-3-1 1-16,1 4 8 15,-2-1 19-15,2 3-11 16,2-1-11-16,0 1-5 0,4 1-1 16,0-1-1-16,6 0 0 15,2-1-1-15,0-1 1 16,5 0 0-16,6 0 4 16,4-1 16-16,-1-1-7 15,3 1-8-15,-2 0-1 0,0 0-3 16,-3 0-2-16,-2 1 1 15,-2-1-1-15,-2 0 0 16,-3 0 2-16,-2 0-2 16,-1-1 1-16,0 0-1 15,-4-1 1-15,-3-1 0 0,-2 1-1 16,-1 1 1-16,-2-1-1 16,-1-1 1-16,0-1-1 15,-1 2 1-15,-1-3-1 16,1 0 0-16,-1-1 1 15,3-1-1-15,1-1 0 16,1-1 1-16,1-1-1 0,4 0 1 16,1 0-1-16,1 0 1 15,3-1-1-15,0-1 1 16,1 1-1-16,5-1 0 16,4 2 0-16,0 0-1 15,1 0 1-15,2 4 0 0,0 5 0 16,-1 2 0-16,-1 2 0 15,-4 4 0-15,-1 4 0 16,-2 2 0-16,-4 1 1 16,0 1 0-16,0 1 0 15,0 0 2-15,0-1 5 0,0-2-2 16,3-1-2-16,1-4-1 16,3-1 2-16,3-1-1 15,2-3 0-15,0-3 1 16,6 0-2-16,-2-3-2 15,2-1 2-15,0-3-2 0,1-1 1 16,-1-2-1-16,-1 0-1 16,1-2 0-16,-1-6-25 15,-2-2-51-15,-5-8-94 16</inkml:trace>
  <inkml:trace contextRef="#ctx0" brushRef="#br0" timeOffset="79318.17">21212 11285 73 0,'-1'-2'18'0,"-2"-1"27"16,1-2-22-16,2 3 1 16,-1-1 1-16,-1-2-1 0,2 1 6 15,0 1-11-15,0-1-3 16,0 2 0-16,0-1 5 16,0-1-5-16,3 1-3 15,4 0-6-15,3-1-2 16,2 1-2-16,4 1 1 15,1 0 1-15,3 2 5 0,-2 0-1 16,-1 0-4-16,-1 7-1 16,-4 4-2-16,-2 2 0 15,-3 3-1-15,-5 2 0 16,-2 2 1-16,0 0-1 0,-5 2 0 16,-6-3-1-16,-2 1 1 15,0-3 0-15,0 0-1 16,-2-3 0-16,3 1 2 15,1-2-2-15,2-1 1 16,0-1 1-16,4 2 0 0,2-2-1 16,3 1 0-16,0-3 0 15,0 4 1-15,6-3 2 16,2-1-1-16,2 0 1 16,0-1-1-16,2-1-1 15,-2-4-1-15,2 2 1 0,-1-3-2 16,1-2 2-16,1 0 0 15,-1 0-2-15,-1 0 1 16,-1 0-1-16,-1 0 1 16,-4 0-1-16,1 0 0 15,-1 0 1-15,0 2-1 0,-1 5 3 16,1 4 5-16,0 2 11 16,0 2-2-16,-1 1-4 15,2 2 1-15,-3 1 1 16,0-3-4-16,-2 1-4 15,-1-1-2-15,0-4-1 0,0-2-1 16,-5-2 0-16,-7-1 0 16,-3-2 3-16,-5-1-2 15,-3-1-2-15,-3-1-1 16,-2 0-1-16,2-1-1 16,4-1-2-16,4 0-45 15,7-7-59-15,7-8-227 0</inkml:trace>
  <inkml:trace contextRef="#ctx0" brushRef="#br0" timeOffset="80119.24">23143 10867 168 0,'1'1'5'0,"2"0"45"0,2 2-39 15,4 5 14-15,6 3 7 16,4 4-2-16,4 4 6 16,3 4-17-16,4 3-6 0,-1 1-5 15,0 1-5-15,-2 0-1 16,-3-3-1-16,-4-4 0 15,-4-4 1-15,-6-5-2 16,-5-3 0-16,-5-4-3 0,0-3-18 16,-4-2-49-16,-7 0-18 15,-2-3-136-15</inkml:trace>
  <inkml:trace contextRef="#ctx0" brushRef="#br0" timeOffset="80389.08">23359 10875 212 0,'0'0'28'16,"0"0"8"-16,0 0 27 0,0 0-54 16,0 0 14-16,-16 43 18 15,10-16-7-15,-1 5-14 16,0 2-11-16,-1 2-4 15,-2 0-4-15,0-3 0 16,-4-1-1-16,3-7 0 0,-1-3-1 16,1-6-5-16,1-5-46 15,0-6-66-15,3-5-32 16</inkml:trace>
  <inkml:trace contextRef="#ctx0" brushRef="#br0" timeOffset="81244.92">23109 10771 74 0,'0'0'36'0,"0"0"2"15,0 0-20-15,0 0 11 16,0 0 7-16,0 0 7 0,0 0-4 16,0 0 18-16,0 0-18 15,0 0-1-15,0 0-16 16,0 0-18-16,41-23-2 15,-6 17-1-15,8-1 0 16,4-1 0-16,2 1-2 16,-2 2 1-16,-6 0-2 0,-7-5-77 15,-9-4-152-15</inkml:trace>
  <inkml:trace contextRef="#ctx0" brushRef="#br0" timeOffset="92763.17">2459 9369 49 0,'0'0'9'0,"0"0"-8"0,0 0-3 15,0 0 1-15,0 0 1 16,0 0-2-16,0 3 2 16,0-2-1-16,0 1-1 15,0-1 1-15,0-1-16 0</inkml:trace>
  <inkml:trace contextRef="#ctx0" brushRef="#br0" timeOffset="93383.76">2459 9369 119 0,'16'0'42'0,"-16"-2"-36"16,0 1-3-16,2 1-3 15,-2 0-2-15,2 0 2 16,0 0 0-16,-1 0-1 16,-1 0 1-16,0 1 0 15,0-1 0-15,0 0 1 0,0 0 2 16,0 0 8-16,0 0 12 15,0 0 12-15,0 0-9 16,0 0-11-16,0 0-4 16,0 0-2-16,0 0 5 15,0 0 10-15,0 0 0 0,0 0-13 16,0 0-7-16,-3 0 0 16,-1 0 0-16,-1 0 1 15,-2 2 2-15,1 2 2 16,-2 2 0-16,1 1 4 15,0 1-1-15,2 4-5 16,2-1-3-16,2 3 0 0,1 0 0 16,0 2-2-16,4-2-2 15,6 3 1-15,3 0 0 16,3 0 0-16,4 0 1 16,2-1 0-16,1-1 0 0,1-2-1 15,2-2 0-15,-1-3 0 16,-1-5 3-16,-4-3-4 15,-2 0 2-15,-2-3 0 16,-5-7 3-16,-1-2 6 16,-4-2 15-16,-1-2-12 0,-5-2-3 15,0-1 8-15,-4 0-5 16,-6-1-9-16,-5 0-3 16,-3-1 0-16,-3 1-1 15,-2 2 1-15,-2 1 0 16,-1 6-1-16,0 2-2 15,-1 4 2-15,4 5-3 0,-1 2-3 16,7 8 1-16,6 3-10 16,4-4-52-16,5-3-131 15</inkml:trace>
  <inkml:trace contextRef="#ctx0" brushRef="#br0" timeOffset="94102.71">2791 9932 187 0,'0'0'37'0,"0"0"-32"0,0 0 6 16,0 0-2-16,0 0-4 15,0 0 2-15,0 0 17 0,0 0 23 16,0 0-15-16,0 0-14 16,0 0-9-16,0 0-7 15,0 0-1-15,0 0 1 16,-2 5 1-16,7 2 0 15,2 3 1-15,1 1-2 0,2 3 1 16,2 2 2-16,0 2 2 16,1 3 0-16,1 3 0 15,-1-1-1-15,0 2-3 16,-1 1-1-16,-2-3 0 16,1 0 0-16,-2-3-1 0,-2-5 0 15,-2 0 0-15,1-5 0 16,-2-2 0-16,-2-1 2 15,1-1-3-15,-3 1-5 16,0-4-36-16,-5-3-233 16</inkml:trace>
  <inkml:trace contextRef="#ctx0" brushRef="#br0" timeOffset="95339">3057 10818 166 0,'0'0'37'0,"0"0"-14"0,0 0-21 16,0 0-1-16,0 0 1 15,0 0 8-15,0 0 38 0,0 0-1 16,0 0-4-16,0 0-16 16,0 0-10-16,0 0-7 15,0 0-5-15,-17 0 2 16,14-4-2-16,2-1 1 15,-2-1 1-15,3-2-1 16,0 0-1-16,0-3-1 0,0 1 0 16,3-1-1-16,3-1-2 15,2-1 1-15,2 2-1 16,0 0 0-16,2 2-1 16,0 0 0-16,2 3 1 15,-1 0-1-15,-2 4-1 0,3 1 1 16,0 1-1-16,0 1 1 15,0 7-2-15,-1 3 2 16,1 6 0-16,-1 3 0 16,-2 3 0-16,0 2-1 15,-5 3 1-15,-2 0 0 16,-2 3 0-16,-2-3 0 0,0 0 0 16,-2 0 1-16,-3-5 0 15,0-1-1-15,-2-4 1 16,2-3-1-16,2-5 1 15,0-2 0-15,-1-2-1 16,4-2 1-16,-2-2-1 0,2-2 0 16,0 0 1-16,0 0-1 15,0 0-1-15,3 0 2 16,4-5 1-16,3-2 0 16,2-5 5-16,2-2 3 0,5-3 2 15,2-1 2-15,1 0-1 16,1 0-4-16,-1 2-6 15,0 2-1-15,-5 4-1 16,1 0-1-16,-4 3 1 16,-3 0-1-16,-2 2 1 15,-1 0 0-15,-2 1 0 0,-3 2 0 16,3 1-1-16,-5 0 1 16,1 0 0-16,-2 1-1 15,1-1 0-15,-1 1 0 16,0 0 0-16,1 0-1 15,1 0-3-15,-1 0-37 0,-1-1-39 16,0-5-131-16</inkml:trace>
  <inkml:trace contextRef="#ctx0" brushRef="#br0" timeOffset="98487.49">1699 8857 185 0,'0'0'27'0,"0"0"0"0,0 0-16 16,0 0-10-16,6 0-2 15,0 0 3-15,2 0 1 16,6 0 3-16,4 0 1 16,5 0 3-16,4 0 2 15,5 0 0-15,4 0-2 16,3 3-1-16,-3-1-4 0,1 3 0 16,-5-1-3-16,-2 0 0 15,-3 1-2-15,-7-2 1 16,-2 1-1-16,-3-1 1 15,-3-1 0-15,-4 1-1 0,-4-1-2 16,-4-2-46-16,-4 0-166 16</inkml:trace>
  <inkml:trace contextRef="#ctx0" brushRef="#br0" timeOffset="98861.93">1897 8616 271 0,'0'0'6'0,"0"0"10"0,0 0-10 15,0 0-6-15,0 0-1 16,0 0 2-16,-16 33 1 16,16-15 1-16,0 5 3 15,0 5 4-15,1 4 1 16,-1 2 2-16,0 3-5 16,0-1-3-16,0-2-2 0,0-4 0 15,0-2-3-15,0-4 2 16,-1-4-1-16,1-4-2 15,0-3 0-15,0-3 0 16,1-5-6-16,4-5-38 0,-3-4-108 16</inkml:trace>
  <inkml:trace contextRef="#ctx0" brushRef="#br0" timeOffset="100835.32">2250 12440 437 0,'0'0'2'0,"0"0"-9"0,10 33 4 15,6-15 1-15,3 6 4 0,4 3-2 16,0 1 0-16,1 3 1 16,-1 1 0-16,-1-1 0 15,0 0 0-15,-4-4-1 16,-5-5 1-16,-2-5-1 15,-3-6 1-15,-5-3 0 0,-3-6 1 16,0-2 4-16,-3-2 46 16,-7-11-18-16,-5-6-31 15,-3-6-2-15,-4-6-1 16,-2-3 1-16,1-3 0 16,-1-1-1-16,1 2 0 0,3 5 1 15,1 4-1-15,2 5 0 16,4 5 1-16,3 5-1 15,3 5 6-15,4 2 14 16,0 2-10-16,1 0-6 16,2 3-3-16,0 0-1 0,0 0-2 15,7 0 2-15,3 6 0 16,1 1 1-16,5 0-1 16,0 1 0-16,1 1-1 15,0-2 1-15,-4 0 1 16,-1 0-2-16,-2-4 1 0,-1 0 0 15,-5-3 0-15,-2 0 0 16,0-2 1-16,-2-7 1 16,0-4 0-16,-2-3 0 15,-3-2-2-15,-2 0 1 16,1 2-1-16,-1 1 1 0,2 3-1 16,0 5 1-16,2 1-1 15,1 3 1-15,1 1-1 16,0 0 1-16,1 2-2 15,0 0 0-15,0 0-2 16,5 2 0-16,2 5 3 16,5 2 0-16,1 3 1 0,2 3 0 15,3 2 0-15,1-1-1 16,3 2 1-16,-1 2-1 16,1-4-1-16,0 1 1 15,2-1-6-15,-2-1-47 16,-2-1-15-16,-4-3-39 0,-4-3-82 15</inkml:trace>
  <inkml:trace contextRef="#ctx0" brushRef="#br0" timeOffset="101256.23">2641 12539 413 0,'0'0'7'0,"0"0"10"0,0 0-8 0,0 0-7 0,-2-32-1 16,6 19 1-16,1-3 0 15,2-3 2-15,0 0 1 16,1 2-4-16,-3-1 0 16,1 1 0-16,-2 1-1 15,-2 3 1-15,-2 1 0 0,0 2 0 16,0 1 1-16,-2 3 1 15,-3 1 6-15,-3 2 2 16,-1 1-6-16,1 2 0 16,-2 0-1-16,1 0-1 15,1 6-2-15,2 3 2 0,2 1-2 16,2 5-1-16,2 0 0 16,0 0-1-16,4 2-1 15,5-1 4-15,3-2-3 16,2-2 2-16,1-2-1 15,2-1 1-15,1-5-1 0,0-1 0 16,1-3 1-16,1 0-1 16,-1-6-3-16,1-4-22 15,-2-5-28-15,-3-5-75 16,-3-1-65-16</inkml:trace>
  <inkml:trace contextRef="#ctx0" brushRef="#br0" timeOffset="101789.19">2903 12167 323 0,'0'0'10'0,"0"0"24"15,-27-2-16-15,18 2-2 16,0 5 0-16,1 4 2 0,-1-1 2 15,0 1-3-15,3 2-6 16,2 0-5-16,3 1-2 16,1 1-2-16,0-1-2 15,3 1-2-15,5-1 0 16,3 0 2-16,-1 0 0 16,1-4 1-16,-1-1-1 0,0-4-1 15,0-1 0-15,-3-2-2 16,0 0-3-16,-3-7 0 15,-3-3 3-15,-1-3 0 16,0-2-3-16,0 0 1 16,-5 1 4-16,0 0 1 0,-4 3 1 15,3-1 1-15,-2 4 0 16,-1-2 4-16,4 4 0 16,-1 2 5-16,2 0 3 15,2 3 3-15,1 1-8 0,1 0-8 16,0 2-3-16,1 5 1 15,6 3-1-15,3 1 2 16,2 2-1-16,1 0 1 16,1-3 1-16,2 1-2 15,0-2-3-15,-2-2-27 0,0-1-25 16,-6-4-65-16,-2-2-55 16</inkml:trace>
  <inkml:trace contextRef="#ctx0" brushRef="#br0" timeOffset="102210.15">2965 12144 284 0,'0'0'87'0,"0"0"-80"0,0 0 5 16,0 0-11-16,0 0-3 15,0 0 2-15,0 0 2 0,0 0 3 16,0 0-2-16,0 0 1 15,33 36-1-15,-21-25-2 16,0 0-1-16,-2-1 1 16,-3-1 0-16,0-2-1 15,-4-2 0-15,-2-2 0 0,-1-1 2 16,0-2 3-16,0 0 4 16,-7-3-1-16,0-6-5 15,-2-4-3-15,1 0 0 16,-1-2 1-16,4 0 0 15,0 1 2-15,2 2 10 16,1 0 5-16,2 3-9 0,0 0-3 16,3 1-4-16,4 1 0 15,5 2-1-15,1 2-1 16,3 2 1-16,1 1-1 16,4 0 0-16,0 2 0 0,2 4 0 15,0 2 0-15,0 3-2 16,-3-1-32-16,-2-5-158 15</inkml:trace>
  <inkml:trace contextRef="#ctx0" brushRef="#br0" timeOffset="102901.99">3751 11378 383 0,'0'0'2'0,"0"0"4"0,0 0-1 0,0 0-5 15,0 0 0-15,-27 30 5 16,22-14 17-16,2 0 0 0,-1 5-13 15,3-1-3-15,-2 0-4 16,1 0-1-16,2-3 0 16,-1-4-1-16,0-3 0 15,1-4 1-15,0-2-1 16,0-4 1-16,0 0 2 0,0-7 5 16,0-4 13-16,0-8-20 15,0-5 0-15,0-2-1 16,0-1-1-16,0 1 2 15,0 2-1-15,-2 4 0 16,2 6 1-16,0 2-1 0,0 4 3 16,0 3 7-16,0 2 16 15,0 2-5-15,0 1-15 16,2 0-5-16,0 5-3 16,4 4 2-16,1 4 3 15,2 3 2-15,2 4 4 16,3 2-5-16,1 1-1 0,1 2-2 15,0-1 0-15,0 1 2 16,0 0-4-16,-2-2 3 16,0-2-2-16,-4-2 1 15,2-1-1-15,-4-2 1 0,0 0-2 16,-4 0-26-16,-4 0-66 16,0-1-86-16</inkml:trace>
  <inkml:trace contextRef="#ctx0" brushRef="#br0" timeOffset="103204.81">3823 11824 454 0,'0'0'17'0,"0"0"-2"0,0 0-12 0,0 0-1 16,0 0 2-16,0 0 19 16,0 0 8-16,0 0-13 15,45-28-7-15,-21 14-6 0,4-5-3 16,1-1 1-16,-1 0-2 16,1 0 0-16,-1 3-1 15,-4 1 0-15,-2 0-2 16,-6 2-47-16,-6-1-105 15</inkml:trace>
  <inkml:trace contextRef="#ctx0" brushRef="#br0" timeOffset="105256.89">3396 7788 119 0,'0'0'49'0,"0"-3"-15"16,0 3-17-16,0-2-2 15,-4 1-1-15,-2 1 8 0,-1 0 16 16,0 0-6-16,-3 0-12 15,0 0-15-15,-2 0-1 16,2 5 3-16,-1 0-2 16,-1 1-1-16,0 1 1 15,2 2-1-15,0 0 0 0,2 1-2 16,1 2 1-16,2-2-3 16,2 1 1-16,1 2 1 15,2 2-4-15,0-1 2 16,5 2 4-16,3-1-2 15,3 0-2-15,2-2 1 0,1-1-1 16,2-3 0-16,-1-1 0 16,2-4 0-16,-3-4 1 15,0 0-1-15,-2 0 2 16,-2-5-1-16,-3-5 0 16,-1 0 1-16,-4-5-1 0,-2-3 1 15,0-3 0-15,-2-4-2 16,-5-5-3-16,-4-1-1 15,-1-2-4-15,-3-2-2 16,-3 2 3-16,1 2-5 16,0 1 8-16,0 5 1 0,0 5 1 15,3 3 9-15,2 5 2 16,0 3 19-16,4 4-10 16,2 4-2-16,5 1-1 15,-1 3-14-15,2 7-3 16,3 6 4-16,6 3 1 0,6 4-1 15,4 2 2-15,7 1-2 16,3 2-2-16,3 1 1 16,1 0 0-16,0 2-1 15,0-3-19-15,-8-5-65 16,-3-11-120-16</inkml:trace>
  <inkml:trace contextRef="#ctx0" brushRef="#br0" timeOffset="106367.01">2127 8715 226 0,'-2'-1'21'0,"0"-1"11"0,1 2-13 15,1 0-14-15,0 0-7 16,0 0 5-16,7 5 4 16,-1 2 4-16,4 2 0 15,0 1-3-15,2 2-4 16,2 0 0-16,0 0-3 0,-2-1 0 15,0 0 0-15,0-3 0 16,-4 0-2-16,-1-3 2 16,-2 0-5-16,-3-4-8 15,-2-1-113-15</inkml:trace>
  <inkml:trace contextRef="#ctx0" brushRef="#br0" timeOffset="106567.12">2048 8590 434 0,'0'0'2'0,"0"0"-2"16,0 0-10-16,0 0-49 15,0 0-47-15,0 0-136 0</inkml:trace>
  <inkml:trace contextRef="#ctx0" brushRef="#br0" timeOffset="107277.16">3567 7763 298 0,'0'0'9'0,"0"0"-5"16,0 0-7-16,0 0 4 0,0 0 1 15,33 35 2-15,-23-22 0 16,0-1 0-16,1 3-1 16,0 0 1-16,-1-2-4 15,-2 0 0-15,1 0 0 16,-4-1 1-16,0-4-2 0,-3-3-16 16,-2-5-101-16</inkml:trace>
  <inkml:trace contextRef="#ctx0" brushRef="#br0" timeOffset="107491.18">3484 7650 418 0,'0'0'6'0,"0"0"-1"16,0 0-5-16,0 0-2 16,0 0 0-16,0 0-51 15,0 0-130-15</inkml:trace>
  <inkml:trace contextRef="#ctx0" brushRef="#br0" timeOffset="108966.87">3607 8713 200 0,'0'0'5'0,"0"0"6"0,0 0-8 16,0 0-3-16,0 0 2 15,0 0-1-15,0 0 2 0,37-28 3 16,-22 16 5-16,3-4 5 15,3-2 1-15,2-1-7 16,1-1 0-16,2-1-3 16,-1 1-3-16,-1 1-1 0,-2 2-2 15,-2 1 0-15,-4 0-1 16,0 5 1-16,-5 1 0 16,-1 2-1-16,-4 3 0 15,0 1 0-15,-3 3-2 16,-3 1-3-16,0 0-9 15,0 0-120-15</inkml:trace>
  <inkml:trace contextRef="#ctx0" brushRef="#br0" timeOffset="109774.66">4003 8103 180 0,'0'0'7'0,"0"0"22"0,0 0-9 16,0 0-12-16,0 0-8 15,0 0 1-15,0 0 1 16,0 0 1-16,0 0 2 16,0 0 6-16,26 42 3 0,-16-25 10 15,4 2 9-15,0 3-13 16,0 0-2-16,1 0-1 15,1-2-5-15,-2-3-1 16,0-2-6-16,-4-2 1 16,0-2-3-16,-3-3-1 15,-2-2 0-15,-2-1 0 0,0-2-1 16,-3 0-1-16,0-3-2 16,-3-1-71-16</inkml:trace>
  <inkml:trace contextRef="#ctx0" brushRef="#br0" timeOffset="111041.21">4384 8964 182 0,'-1'0'3'0,"-2"-1"12"0,-4 1-5 16,1 0-5-16,-1 1 3 16,-2 5 9-16,-1 2 13 15,0 0-7-15,0 2-4 16,0 2 0-16,1 1 5 16,3 0-9-16,1 2-6 15,1 1-6-15,4-1 0 0,0 2-1 16,0-1 2-16,7 2-2 15,4 0 1-15,2-1-1 16,2-1 0-16,5-4 0 16,0-3 2-16,4-4 0 0,1-4-1 15,-2-1 1-15,0-7 3 16,0-6 2-16,-3-2 2 16,-2-1 8-16,-3 0-7 15,-3-1-1-15,-4 0-4 16,-2-1 6-16,-2-2 3 15,-4-1-1-15,0-1-5 0,-1 2-3 16,-8-3 1-16,-6 3-4 16,-2 4-2-16,-6 3-2 15,-1 5-4-15,-5 7 1 16,-2 1-6-16,4 14-5 16,-1 4-61-16,1-3-95 0</inkml:trace>
  <inkml:trace contextRef="#ctx0" brushRef="#br0" timeOffset="114526.17">4536 10321 134 0,'0'0'7'0,"0"0"34"0,0 0-2 16,0 0 6-16,0 0-19 15,0 0-9-15,0 0 0 16,0 0-3-16,0 0 15 16,41-32-6-16,-7 6-11 0,8-9-3 15,8-6-2-15,7-10 2 16,8-6-3-16,6-6 1 16,1-4-1-16,0 1 2 15,0 0 6-15,-3 5 8 0,-7 2 3 16,-5 7-2-16,-8 7-9 15,-9 7-4-15,-8 7-7 16,-11 11-1-16,-7 7-1 16,-7 5 0-16,-4 7-1 15,-3 1 0-15,-2 9-2 16,-6 6-6-16,-6 3-46 0,-2 1-90 16,-5-2-196-16</inkml:trace>
  <inkml:trace contextRef="#ctx0" brushRef="#br0" timeOffset="115088.16">5179 10207 217 0,'0'0'6'0,"0"0"33"0,-33 10-16 0,21-4-6 16,0 4-9-16,1 0 2 15,1 5 7-15,0 0 7 16,3 1-2-16,2 2-7 16,3 1-9-16,2 0 1 0,2 1-3 15,8 0 0-15,2 0 1 16,2-4-2-16,3-3-1 15,4-4 2-15,-1-6-2 16,1-3 5-16,0-5 7 16,-3-8 17-16,-2-3-12 0,-3-3-14 15,-3 0-2-15,-5-3 0 16,-5 1 0-16,-5 0 1 16,-11 0 4-16,-4 1 1 15,-7 2-5-15,-3 3-2 16,0 4-1-16,2 4-2 15,3 1-2-15,8 1-3 0,3-4-76 16,4-7-215-16</inkml:trace>
  <inkml:trace contextRef="#ctx0" brushRef="#br0" timeOffset="117101.73">4847 11093 259 0,'0'0'16'0,"0"0"43"0,0 0-49 16,0 0-8-16,12-33 1 0,-1 17 4 15,5-4 5-15,4-3-1 16,5-5 3-16,6-7 0 15,7-5-4-15,4-5 0 16,7-7-3-16,6-6 3 16,8-5 3-16,3-7 2 0,3-5-3 15,3-1-5-15,3 0-1 16,-6 2 3-16,-7 3-4 16,-4 8 0-16,-7 10-1 15,-11 10-2-15,-10 10 0 16,-8 10-2-16,-7 8 0 0,-7 7 0 15,-4 5 0-15,-1 3-2 16,-3 0-22-16,-4 0-80 16,-6 0-189-16</inkml:trace>
  <inkml:trace contextRef="#ctx0" brushRef="#br0" timeOffset="121520.52">4994 7161 116 0,'0'0'35'0,"0"0"-9"0,0 0-13 16,0 0 0-16,0 0 0 16,0 0 3-16,0 0 2 15,0 0 4-15,-3-32 7 16,9 26-12-16,-2-1-4 16,3-1-5-16,3 3-3 0,-1-1-3 15,3 2 0-15,-1 2-2 16,1 2 0-16,-1 0 0 15,1 4 0-15,1 5-1 16,-2 5 2-16,-1 4 0 16,-2 3-1-16,-1 3 1 0,-3 2 1 15,-1 2-1-15,-2 0-1 16,-1-1 3-16,0-3-2 16,0-3-1-16,0-4 2 15,0-4-1-15,0-5-1 16,2-5 0-16,7-3-1 0,2-5 3 15,4-8 0-15,6-5 0 16,4-3-1-16,1-2-1 16,0 0 1-16,-2 3-1 15,-3 5 0-15,-6 4 1 16,-3 4-2-16,-8 2-7 16,-4 4-163-16</inkml:trace>
  <inkml:trace contextRef="#ctx0" brushRef="#br0" timeOffset="122131.78">5441 7686 148 0,'0'0'50'0,"0"0"-4"15,0 0-5-15,0 0-28 0,0 0-12 16,0 0 3-16,-6 36 2 15,10-17 6-15,1 4 7 16,-1 0-2-16,2 0-5 16,0-1-3-16,-2-1-3 15,0-3-3-15,1-4 0 16,-2-3-1-16,-1-5 0 0,3-4 0 16,-1-2 0-16,5 0 2 15,1-10 7-15,5-3 2 16,3-4-7-16,3-2-3 15,1-3-1-15,-1 1-1 16,-2 3 0-16,-1 3-1 0,-6 5 0 16,-2 3-1-16,-5 4-2 15,-5 3-32-15,0 0-87 16,-3 0-53-16</inkml:trace>
  <inkml:trace contextRef="#ctx0" brushRef="#br0" timeOffset="122388.08">5530 7764 192 0,'0'0'9'0,"0"0"40"16,0 0 8-16,0 0-15 16,0 0-9-16,0 0-8 15,0 0-22-15,0 0 3 16,0 0 10-16,30 13 3 15,-13 5-5-15,1 2-10 0,0 5-2 16,1 3-1-16,-2-2-1 16,-2 0 0-16,-2-2-1 15,-6-8-66-15,-4-7-235 16</inkml:trace>
  <inkml:trace contextRef="#ctx0" brushRef="#br0" timeOffset="123135.9">5832 8218 175 0,'0'0'4'0,"0"0"16"0,0 0 6 0,-31 3 7 16,23 7-6-16,2 5-8 16,3 3-6-16,3 4 1 15,0 1 5-15,4 5 15 16,9 0-8-16,4 3-7 15,1-1-9-15,6-2-5 0,3-4-3 16,-2-5 0-16,3-5 0 16,-1-6 0-16,-3-7 0 15,-1-1 0-15,-5-11 2 16,-1-6-1-16,-3-4 0 16,-6-4-2-16,-5 2 2 15,-3-1 0-15,-1 3 5 0,-11 6 23 16,-5 2-18-16,-3 8-8 15,-2 5-4-15,0 2 0 16,2 8-2-16,2 6-1 16,5-1-5-16,2-2-57 15,3-8-145-15</inkml:trace>
  <inkml:trace contextRef="#ctx0" brushRef="#br0" timeOffset="125615.85">6234 10365 323 0,'12'9'8'0,"4"5"0"15,5 8-1-15,8 6-3 16,1 3-1-16,4 2-3 16,-4 0 4-16,-3-4 2 0,-4-4 5 15,-4-5-7-15,-6-3 2 16,-4-6 6-16,-7-4 4 15,-2-3 1-15,-4-4 9 16,-9 0 19-16,-7-7-37 16,-6-6-7-16,-6-6 1 0,-2-4-2 15,-4-5 1-15,-1-8 0 16,-1-2-1-16,4-2 1 16,4 1 0-16,3 4 3 15,6 6 0-15,6 8 8 16,7 7 2-16,5 6-5 0,5 6 0 15,3 2-7-15,11 0-3 16,4 0 1-16,8 6 1 16,0-1-1-16,4-1 1 15,-2 0-1-15,-2-2 1 16,-2-1 0-16,-2-1 0 0,-5 0-1 16,-1-3 0-16,-4-5 1 15,-2-5 0-15,-6-2 0 16,0-4 0-16,-4-3-1 15,0 1 1-15,0-1 0 16,-5 1-1-16,-1 4 0 16,-1 2 1-16,2 5-1 0,2 4 0 15,2 5 1-15,1 1 0 16,2 2-1-16,7 7 1 16,2 4 0-16,3 0 1 15,2 2-1-15,3 1 0 16,1-1 1-16,1 0 0 0,2-2-2 15,-1 0 0-15,-1 0 2 16,3-3-2-16,-4-1-8 16,1-3-58-16,0-1-23 15,-4-5-62-15</inkml:trace>
  <inkml:trace contextRef="#ctx0" brushRef="#br0" timeOffset="125983.72">6718 10236 402 0,'0'0'4'0,"0"0"10"0,-11-43 12 16,11 25-7-16,0-4-12 15,6-2-2-15,-1-1 4 16,3-1 4-16,-2 2-6 16,-2 1-5-16,0 2 0 15,-2 6-2-15,-2 2 1 0,-2 4 0 16,-6 5-1-16,-4 4 2 15,-5 0 0-15,-2 11 5 16,1 3 11-16,1 5-4 16,2 3-5-16,4 4-2 15,6-1-1-15,6 1-1 0,-1-1-3 16,9-2-1-16,4-3 0 16,7-7 0-16,2-5-1 15,5-6 1-15,1-2-1 16,2-7 1-16,1-7-1 15,2-4-4-15,-2-4-37 0,-3-4-41 16,-1-4-58-16,-7 0-151 16</inkml:trace>
  <inkml:trace contextRef="#ctx0" brushRef="#br0" timeOffset="126383.75">6968 9864 361 0,'0'0'4'15,"-37"0"9"-15,17 0 25 16,1 4-5-16,3 9-15 16,1 0 10-16,3 4-6 0,2-2-2 15,5 2-9-15,2 0-5 16,3-2-4-16,3-1 1 16,9-3-3-16,-1-1 2 15,5-2-2-15,1-3 0 16,2-5 0-16,1 0 0 0,-3-5 1 15,0-8-2-15,-3-2-2 16,-4-3-2-16,-4-2-3 16,-5 0 1-16,-1 2 3 15,-4 1 4-15,-6 3 0 16,-2 2 0-16,0 4 1 0,2 3 1 16,0 2 2-16,3 1 4 15,2 2 4-15,4 0-8 16,1 8-3-16,0-1-1 15,8 4 0-15,4 0 1 16,4 0-1-16,3-1 0 16,1 0 0-16,2-2 0 0,-3 0-3 15,-2-4-36-15,-1-3-62 16,-8-1-40-16</inkml:trace>
  <inkml:trace contextRef="#ctx0" brushRef="#br0" timeOffset="126790.29">7036 9787 429 0,'0'0'3'0,"0"0"2"0,0 0 5 0,0 0-10 0,0 0 1 0,0 0-1 16,0 0 1-16,14 28 0 15,-4-15-1-15,0 0 1 16,0-1-1-16,-3 1 0 15,0-1 0-15,-3-3 0 16,0-1 0-16,-2-5 0 0,-2-3 0 16,0 0 1-16,0-7 0 15,-7-4-1-15,2-4 0 16,-2-2 0-16,-1-1 1 16,1 2-1-16,0 0 0 15,1 2 1-15,1 2 0 0,1 1-1 16,1 2 1-16,1 1 0 15,2 3 5-15,0 2 6 16,0 1 0-16,7 1-8 16,0 1-1-16,3 0-3 15,2 1 0-15,3 3 0 0,-1 2 0 16,3 1 0-16,2-1 0 16,0 1-7-16,-3-6-83 15,-4-1-143-15</inkml:trace>
  <inkml:trace contextRef="#ctx0" brushRef="#br0" timeOffset="127134.89">7219 9425 510 0,'0'0'4'0,"0"0"-4"0,0 0 0 0,-8 36-1 15,16-17 2-15,2 2 0 16,3 1-1-16,1-1 0 16,1 1 2-16,1-3-1 15,1 0-1-15,0-3 2 0,1-4-2 16,-2-3 0-16,1-8 1 16,1-1-1-16,0-9 0 15,5-7 1-15,0-7-1 16,3-4 1-16,0-1 0 15,-1 2-1-15,-4 2 0 0,-2 4-1 16,-5 6-4-16,-5 1-59 16,-3 4-44-16,-6-2-80 15</inkml:trace>
  <inkml:trace contextRef="#ctx0" brushRef="#br0" timeOffset="127307.09">7457 9429 353 0,'0'0'11'0,"0"0"14"16,0 0 28-16,0 0-32 16,0 0-1-16,-5 26 23 15,17-9-16-15,5 2-7 0,6 6-10 16,1 3-6-16,1 4-3 16,2 2 0-16,-4 3-2 15,-3-5-25-15,-8-11-140 16</inkml:trace>
  <inkml:trace contextRef="#ctx0" brushRef="#br0" timeOffset="129340.3">5732 6036 149 0,'0'-3'14'0,"-5"-1"-5"0,0 1 5 15,-2 2-2-15,0 1-2 16,-2 0 1-16,-1 3 4 16,-2 5 2-16,-1 2-1 15,2 3-1-15,1 2 0 0,2 0-3 16,2 1-2-16,4 1-3 16,2 0 0-16,0-1-2 15,10-3-1-15,2-2 2 16,2-3-4-16,2-4 1 15,1-4-1-15,-1 0 2 0,-1-8-2 16,-1-7 1-16,-4-1-1 16,-1-5 0-16,-5 0 1 15,-4-5-3-15,0 1 0 16,-4-3-1-16,-10 0-2 16,-3-2 1-16,-3 1 0 0,-5 0 3 15,0 3 3-15,-5 2 13 16,1 5-4-16,2 7 3 15,3 1-5-15,5 7 8 16,8 4-1-16,5 0-7 16,4 11-8-16,2 3-1 15,11 4 4-15,7 4 2 0,7 3-1 16,3 0-3-16,6 1-1 16,1-1-1-16,1 0-2 15,0-2 0-15,0-3-2 16,-2-1-28-16,-2-4-23 15,-3-4-36-15,-6-5-73 0</inkml:trace>
  <inkml:trace contextRef="#ctx0" brushRef="#br0" timeOffset="129508.89">5923 6036 403 0,'0'0'6'0,"0"0"4"0,0 0-8 15,0 0 0-15,0 0-1 16,6 33-1-16,2-24 1 16,1 2-1-16,-2-2 0 0,2 0 0 15,-2 0-11-15,-3-3-77 16,-1-1-47-16</inkml:trace>
  <inkml:trace contextRef="#ctx0" brushRef="#br0" timeOffset="129667.34">5793 5891 374 0,'0'0'2'0,"0"0"1"0,-29-12-2 16,28 12-6-16,1 5-86 15,0 0-131-15</inkml:trace>
  <inkml:trace contextRef="#ctx0" brushRef="#br0" timeOffset="130727.84">5719 6804 63 0,'0'0'57'0,"0"0"-18"15,0 0-20-15,0 0 1 0,0 0 1 16,0 0 10-16,0 0-1 16,0 0-2-16,35-28-12 15,-18 13-8-15,1-3-4 16,1 1-3-16,-1 2 0 15,1 1-1-15,-4 4 0 0,2 1-1 16,-6 2-4-16,-1-2-63 16,-4-1-72-16</inkml:trace>
  <inkml:trace contextRef="#ctx0" brushRef="#br0" timeOffset="131128.04">6004 6503 293 0,'0'0'-3'16,"0"0"5"-16,0-36 11 16,0 24 4-16,0 1-5 15,2-2-2-15,4 5-4 16,3 1-1-16,1 4-1 0,0 3-4 15,2 1 1-15,-1 9-1 16,-1 5 0-16,-1 3 0 16,-5 4 0-16,2 2 0 15,-5 1 0-15,1 0 0 16,-1 0 0-16,-1-1 0 16,0-3-1-16,1-5 1 0,1-2 0 15,1-5 0-15,2-4 0 16,5-5 0-16,7 0 1 15,3-11 0-15,5-3-1 16,6-2 3-16,2-1-2 16,2 1-1-16,-5-1-5 0,-7 2-155 15</inkml:trace>
  <inkml:trace contextRef="#ctx0" brushRef="#br0" timeOffset="131703.81">6384 7007 345 0,'0'0'-1'0,"0"0"6"0,-36 25 0 16,24-8 1-16,4 2 1 0,2 0 3 16,2 0-1-16,4 1-2 15,0-3-3-15,6-2-1 16,8-3 0-16,2-5-2 15,4-5 3-15,4-2-1 16,1-5 0-16,1-8 0 16,-3-5-1-16,-3-4 0 0,-7 1 1 15,-4-1-2-15,-8-1 3 16,-1 2-3-16,-13 4 0 16,-5 4 0-16,-8 6-2 0,-5 7-1 15,0 2-3-15,0 13-15 16,4 2-33-16,3-2-87 15</inkml:trace>
  <inkml:trace contextRef="#ctx0" brushRef="#br0" timeOffset="132477.91">6596 7698 192 0,'0'0'125'0,"0"0"-120"0,-3-37 4 16,3 24 1-16,0 3 3 16,6 3-4-16,1 1-6 15,-1 3 0-15,1 3 0 16,2 1 0-16,-3 9-2 0,2 2 0 15,-1 3 0-15,0 1 0 16,0 1 0-16,-2 1-1 16,-2 0 1-16,1-3-1 15,-1 2 0-15,0-2 1 16,-1-2 0-16,-1-3-2 0,3-4 2 16,1-1 0-16,3-5-1 15,6-3 12-15,3-9 23 16,6-6-23-16,6-5-9 15,2-2-1-15,1-3-1 0,-3 2-1 16,-8-1-83 0</inkml:trace>
  <inkml:trace contextRef="#ctx0" brushRef="#br0" timeOffset="132820.04">6641 8315 446 0,'0'0'39'0,"0"0"-4"0,22-51-25 0,8 18 5 16,10-11 3-16,11-9-3 15,7-9-4-15,6-3 0 16,-2 3 0-16,0 7-6 16,-7 8-4-16,-5 12-2 0,-8 9-1 15,-8 10-71 1,-13 5-99-16</inkml:trace>
  <inkml:trace contextRef="#ctx0" brushRef="#br0" timeOffset="133221.93">7111 8211 436 0,'0'0'14'16,"0"0"10"-16,0 0-22 16,0 0-1-16,-3 40 0 0,3-20 2 15,7-2 1-15,3-1 1 16,0-1 1-16,4-3-2 15,1-4-1-15,1-4 0 16,3-4 0-16,0-1 1 16,-1-8-1-16,-1-6 2 0,1-4 3 15,-5-5 8-15,-3 0 0 16,-4-2-11-16,-6 1 3 16,-2 3 6-16,-13 7 7 15,-5 4-10-15,-4 10-10 16,-3 0-2-16,1 13-1 0,1-1-6 15,3-4-124-15,1-8-346 16</inkml:trace>
  <inkml:trace contextRef="#ctx0" brushRef="#br0" timeOffset="149488.91">13284 11105 13 0,'0'0'33'0,"0"0"96"0,0 0-83 15,0 0 2-15,0 0-5 16,0 0-6-16,0 0-8 0,0 0-15 16,0 0-8-16,17-25-3 15,-1 25 0-15,3 0-3 16,1 0 2-16,3 0-2 16,1 0 0-16,-1 2 0 0,1 2-2 15,-2-2 2-15,-1 2-1 16,-2-2 0-16,-4 1-1 15,2 0-1-15,-6 0-12 16,-2-1-93-16,-7 0-44 16</inkml:trace>
  <inkml:trace contextRef="#ctx0" brushRef="#br0" timeOffset="149735.99">13309 11240 309 0,'0'0'4'0,"0"0"2"0,0 0-6 15,0 0-4-15,0 0 4 16,0 0 0-16,0 0 0 16,0 0 3-16,31 10-1 0,-13-10 1 15,0 1 0-15,2 1 1 16,0 2-4-16,2 1 0 15,0 0-3-15,0-2 0 16,-2-2-41-16,0-1-135 16</inkml:trace>
  <inkml:trace contextRef="#ctx0" brushRef="#br0" timeOffset="150218.87">13973 10940 276 0,'0'0'4'15,"0"0"23"-15,-42-6-15 16,27 12 1-16,-1 7-8 16,0 3 2-16,1 5 14 0,4 3 12 15,2 3-7-15,5 1-3 16,4 1-5-16,0 1-7 16,12 3-4-16,5-3-4 15,6 0 0-15,7-4-1 0,5-3 0 16,5-10 0-16,2-7-2 15,1-6 2-15,-2-7-1 16,-2-11 4-16,-6-5-1 16,-5-7 8-16,-8 0 6 15,-10-6-10-15,-10-4-3 16,-7 0-1-16,-16-1-2 0,-9 2 1 16,-6 7-3-16,-3 7 2 15,1 10-2-15,3 10 0 16,5 5-3-16,4 4-5 15,6 4-104-15,9-5-220 16</inkml:trace>
  <inkml:trace contextRef="#ctx0" brushRef="#br0" timeOffset="-189169.67">6475 6733 15 0,'2'-1'11'0,"-1"-1"-2"16,-1 0-2-16,1 2 8 15,-1-3-1-15,1 1 2 0,-1 1 0 16,2-1-5-16,-2-2 4 16,0 0-2-16,2 2 0 15,-2-1-3-15,1 1-2 16,1 0-3-16,-2-1 5 16,1 0 1-16,-1 3-1 0,0-2 4 15,1 0 3-15,-1 0-2 16,0 1 1-16,0-2-1 15,0 3 4-15,0-1 0 16,0 0-3-16,0 0-6 16,0 1-3-16,0-1 0 0,0 1-1 15,0 0-1-15,0 0-2 16,0 0 1-16,0-1-2 16,0 0 0-16,0 0 1 15,0-1-1-15,-1 1 0 16,0-1 2-16,-2 0 0 15,-1 0 4-15,2 0-1 0,-1-2 2 16,0 1-2-16,0 0 2 16,0 0 1-16,0 0 1 15,0 2-2-15,-1-2-2 16,1 1-1-16,-1 0-2 0,1 2-3 16,-1-1 1-16,0 1-2 15,-1 0 1-15,0 0-1 16,0 0 0-16,-2 1 0 15,1 1 0-15,-1 3 0 16,0-3 1-16,-1 4-2 16,1-2 1-16,0 2 1 0,-2-1-1 15,2 0 0-15,-2 0 0 16,1 1 0-16,-1 0 2 16,1-1-2-16,0 0 0 15,1 0 0-15,0 1 0 16,-1 1 0-16,1-1 0 0,0-1 0 15,1 2 0-15,-1-2 0 16,0 2 0-16,0-1 0 16,1 2 0-16,-1-1 0 15,1 0 0-15,-1 0 0 16,-2-1 0-16,2 2 0 0,-3 0 0 16,3-1 0-16,-3 1 0 15,-1-1 0-15,1 3 0 16,2-1 0-16,-2 0 0 15,1 1 0-15,1-2 0 0,-2 2 0 16,3-2-2-16,0 1 4 16,0 0-2-16,1 0 0 15,-1 1 0-15,3 0-2 16,-3 0 4-16,0-1-4 16,2 2 2-16,0-2 0 15,0 3 2-15,0-3-4 0,0 3 2 16,0-1 0-16,1 1 0 15,1 2 0-15,-1 0-1 16,1-2 0-16,0 4 1 16,2-1-1-16,-2 0 1 15,2-1-1-15,1 1 2 0,-2 0-1 16,2 1-1-16,0 0 2 16,0 1-1-16,0-2-1 15,2 1 1-15,2 2 0 16,-1-1 1-16,1 1 0 15,0 0-1-15,1-1 2 0,0 1 2 16,2 0 0-16,-4 0-2 16,2 2 2-16,1-2-1 15,-2 0-2-15,2 1 1 16,-2-1 1-16,2 1-1 16,-2-1 1-16,3-1 5 0,-1 1-4 15,0 0 0-15,2-1 5 16,-1 1 6-16,0 0-9 15,1-1-4-15,-1 0 1 16,2-3 0-16,1 1-1 16,1 0-1-16,-1-1 1 0,0-3 0 15,0 2 0-15,1 0-1 16,0-1 1-16,-1 1-1 16,0-2 0-16,-2 1 0 15,1-2 0-15,-2 1-1 16,-1-1 1-16,-1-1-1 0,1-1-1 15,-2-1 2-15,0-1 1 16,-1-2-1-16,2-1 0 16,-2 0 2-16,3-1 0 15,-2-1 2-15,2 1 0 16,0 0-2-16,1-1-1 16,-2 2-1-16,1-1 0 0,3 1-1 15,-2 2 0-15,0-2 0 16,1 1 0-16,-1 1 1 15,0 0-2-15,0-2 1 16,0 1 0-16,0-1 0 16,0-1 0-16,-2 0 0 0,1 0 1 15,0 0 1-15,0 0-1 16,-1 1 1-16,0-1 0 16,0 0-1-16,1 1-1 15,0 0 1-15,-1 0 0 16,0-1-1-16,0 1 1 0,2-1 0 15,0 0 0-15,-3 1-1 16,5-3 2-16,-2 3-2 16,-1-1 2-16,-1-1-1 15,2 0 2-15,1 0 3 16,-1 0-3-16,0-1-1 16,0 0 0-16,2 0 1 0,0 0 0 15,1 0-2-15,2-2 0 16,-2-2 0-16,1 1 1 15,1-3-1-15,0 2 0 16,1-1-1-16,1-3 1 0,-3 1 0 16,2 2 1-16,0-3 0 15,0 1 1-15,-1 1 1 16,-1-1-1-16,0 2-1 16,0 0-2-16,0-1 1 15,-2 2-1-15,1-1 1 0,-1 1-1 16,-1 0 0-16,1-1 1 15,-1 1-1-15,1 0 0 16,0-2 1-16,0 1 0 16,1-1-1-16,-2 0 0 15,2-1 3-15,0-1-1 0,-1 2-1 16,0-1 1-16,-1 0-1 16,2 0 0-16,-2-1-1 15,0 0 1-15,1 1-2 16,-2-1 2-16,1-1 1 15,0 0-1-15,1-1 3 16,-2-2-1-16,0 1 0 0,0 1 0 16,0-2-1-16,0 1 0 15,0-1 0-15,-2 1-1 16,1-2 1-16,0-1-2 16,0 1 1-16,-1 0 0 0,0-3 0 15,-2 1-1-15,2-2 0 16,-1 2 1-16,1 0-1 15,0-2 1-15,0 1-1 16,-2 0 1-16,-1-1-1 16,3 2 0-16,-3 0 1 0,-1 1-1 15,1 0 0-15,-1-1 1 16,-1 2 0-16,0 0 0 16,0 0 1-16,0 0-2 15,0 1 2-15,0-1-1 16,0 0 0-16,0 0-1 15,-1 0 1-15,-1 2 0 0,-1-2 0 16,0 1 0-16,-1 1-1 16,1 0 1-16,0 0 0 15,-1 0 0-15,1 1 0 16,-1-1-1-16,1 1 0 0,-2 0 0 16,1-2 1-16,1 2-1 15,-2-1 0-15,2 1 1 16,-2-2-1-16,0 2 0 15,2-1 0-15,-3 1 1 16,3 0-1-16,-3 0-1 16,2 2 1-16,-1-1 0 0,-2 0 0 15,1-1 1-15,1 1-1 16,-2-1-1-16,-1 1 2 16,1-1-1-16,2 1 0 15,-3-1 0-15,1 1 0 16,0-1 0-16,-1 0 0 0,3 2 0 15,-4-1 1-15,2 0-2 16,1 2 1-16,-2-1-1 16,1 1 2-16,-1 0-2 15,-1 0 2-15,1 0-1 16,1 0 0-16,-2 2 0 0,2-2 0 16,-2 1-1-16,0 1 2 15,2 0-1-15,-2 0-1 16,2 0 2-16,0 0-1 15,-1 0-1-15,0 3 1 16,-1-3 0-16,2 2 0 0,-3 0 0 16,2-1 0-16,-1-1 0 15,-1-1 0-15,1 1 0 16,-1-2 0-16,1 1 0 16,1-1 0-16,-1-1 0 15,1 1 0-15,-1-2 0 16,1 2 0-16,0 0 0 0,1 0 0 15,0 1 0-15,-2 2 0 16,2 0 0-16,-2 0 0 16,1 2 1-16,-1-1-2 15,0 2 1-15,0-1 0 0,1 0-1 16,1 2 1-16,-2 0 1 16,1 0-1-16,2-1-1 15,-1 1 1-15,-2 0 0 16,1-2 0-16,1 2 0 15,-1-2 0-15,-2-1 0 16,1 0 0-16,0 2 0 0,0 0-1 16,1-2 2-16,1 1-1 15,0 2 0-15,1 0-1 16,0 0 0-16,2 0 0 16,0 0-1-16,2 0-2 0,-1 0-18 15,3 2 3-15,-1-2-28 16,-4-2-51-16,-1-13-157 15</inkml:trace>
  <inkml:trace contextRef="#ctx0" brushRef="#br0" timeOffset="-187518.26">6096 12471 272 0,'0'0'12'0,"0"0"31"0,0 0 15 15,0 0-7-15,0 0-15 16,0 0-10-16,0 0-13 16,-35-8-2-16,23 8-1 0,1 5-5 15,-3 4-2-15,-1 3-1 16,0 4-1-16,0 1-1 15,-1 3 0-15,3 2 0 16,2 0 1-16,2-1-1 16,4 0-1-16,5-5 1 0,0-1-2 15,7-2-1-15,8-3 2 16,4-3 1-16,2 0 0 16,4-1 0-16,1-1 0 15,0-1-1-15,1 0 2 16,-2 3-1-16,-2 1 0 0,-4 0 0 15,-4 4 0-15,-3 1 0 16,-6-1 0-16,-3 1 1 16,-3 1 0-16,0-1 0 15,-7 1 1-15,-7 1-1 0,-3 0 1 16,-3 1-2-16,-3 1 2 16,-3 0-1-16,2-3 0 15,-1 0-1-15,2-3 0 16,4-4 0-16,5-2 0 15,2-3 0-15,8-2-1 16,2 0-8-16,2-4-54 0,5-5-86 16,3-3 24-16</inkml:trace>
  <inkml:trace contextRef="#ctx0" brushRef="#br0" timeOffset="-186990.91">6155 12650 322 0,'0'0'37'0,"0"0"48"0,0 0-34 0,0 0-17 0,0 0-14 0,0 0-16 0,0 0-4 0,0 0 1 0,0 0-1 16,0 0 1-16,36 19 0 15,-17-9-1-15,-2-1 0 0,-2-3 0 16,0-4 0-16,-2-2 0 15,-3 0 0-15,-1-8 0 16,-2-4-1-16,-4-2 0 16,-1-1-2-16,-2-1-2 0,-2 3 3 15,-4 1 3-15,-1 4-1 16,-2 2 5-16,2 1 1 16,3 3 9-16,0 0 0 15,2 2 3-15,1 0-12 16,1 0-6-16,3 0-3 0,4 3 3 15,4 4 0-15,2-2-1 16,3 3 2-16,-1 0-2 16,2-1-1-16,-2 0-28 15,2-2-51-15,-6-4-32 16,-2-1-32-16</inkml:trace>
  <inkml:trace contextRef="#ctx0" brushRef="#br0" timeOffset="-186322.13">6355 12545 357 0,'0'0'6'0,"0"0"39"16,0 0-18-16,0 0-2 16,0 0 3-16,0 0-5 15,0 0-14-15,0 0-4 16,0 0-1-16,39-7-3 0,-26 14 0 15,0 1-1-15,-1 2 0 16,-1-1 0-16,-4-3 0 16,-1-1 1-16,-3-1-1 15,0-2-1-15,-3-2 4 16,0-1 2-16,-6-7-2 0,-1-3-3 16,0-3 1-16,0-1-1 15,-1 1 1-15,3 0-1 16,-1 4 23-16,5 1 13 15,1 2-26-15,0 1-10 16,5 0 0-16,5 0-2 0,3 1 2 16,2-1-1-16,0 2 3 15,2 1-3-15,-2 1 1 16,0 2 0-16,-3 0 1 16,0 0-1-16,-4 0 0 15,0 3 0-15,-4 0-1 0,-1 1 0 16,-1-1 1-16,-2 1-1 15,1 0 1-15,-4 0 1 16,-3-1-1-16,-1-1 1 16,0-2 0-16,0 0 0 15,1-4-1-15,2-6 1 0,-1-1 1 16,4-4 3-16,1 0 6 16,0 0-2-16,0 0-6 15,4 2-1-15,5 0-2 16,1 3 0-16,0 2 1 15,0 1-1-15,2 3 0 0,-1 1 0 16,1 3-1-16,0 0 1 16,2 0-2-16,-1 4 2 15,0 4-1-15,-2 0-5 16,2 2-45-16,-1-2-15 16,-2 1-47-16,-3-2-41 0</inkml:trace>
  <inkml:trace contextRef="#ctx0" brushRef="#br0" timeOffset="-185916.36">6810 12150 397 0,'0'0'17'0,"0"0"21"0,0 0-14 15,0 0 8-15,-28 25-5 0,28-11 0 16,0 0-17-16,6 0-6 16,5-1 0-16,4 2-2 15,0-4-2-15,5-1 1 16,-2-3 0-16,1-5-1 16,-2-2-1-16,-1-2 3 0,-3-8-3 15,-3-4 3-15,-3-3-1 16,-3-2 1-16,-4 1-1 15,-4-2-1-15,-6 2 0 16,-6 2 0-16,-1 4-1 0,-5 2-1 16,-2 7 1-16,1 1-3 15,1 2-2-15,2 2 0 16,2 3-6-16,4 4-5 16,4-2-8-16,4 0-18 15,5-2-12-15,1-3-44 16,4-2 8-16,5-1-67 15</inkml:trace>
  <inkml:trace contextRef="#ctx0" brushRef="#br0" timeOffset="-185659.5">7004 11884 304 0,'0'0'17'15,"0"0"49"-15,-30-18-11 16,12 18-4-16,1 4-18 15,2 5 2-15,3 5-6 16,6 2-1-16,6 4-14 0,0 3-8 16,12 5 5-16,8 3 0 15,3 3-7-15,6 5-3 16,-1 0 0-16,1 0-1 16,-1-3 0-16,-4-1 0 15,-3-5-1-15,-6-6 0 16,-1-5-1-16,-7-3-14 0,-4-3-43 15,-3-4-22-15,-2-3-77 16,-8-4-78-16</inkml:trace>
  <inkml:trace contextRef="#ctx0" brushRef="#br0" timeOffset="-185481.46">7027 12292 507 0,'0'0'1'0,"0"0"5"15,9-41-4-15,1 26-1 0,4-2 1 16,-1-1-1-16,3-1 0 16,0-2-1-16,-1-2-2 15,0-2-86-15,-3-3-114 16</inkml:trace>
  <inkml:trace contextRef="#ctx0" brushRef="#br0" timeOffset="-185125.91">7181 11759 414 0,'0'0'16'0,"-2"-38"16"16,2 22 3-16,5 1-14 15,7 1-5-15,3 3 4 16,2 3-15-16,0 5-3 0,1 3-2 15,2 1 1-15,-3 10-2 16,-4 4 2-16,-1 2-1 16,-2 4-1-16,-3 2 2 15,-4 0-2-15,-3 1 1 16,0-3 0-16,0-1 0 16,0-4-2-16,-2-1 2 0,2-5 2 15,0-3-2-15,0-2 0 16,6-4 0-16,5-1-2 15,4-3 2-15,0-7 2 16,6-6-4-16,0-1-26 16,1-3-5-16,0-1-12 0,-4 0-66 15,-3 0-65-15</inkml:trace>
  <inkml:trace contextRef="#ctx0" brushRef="#br0" timeOffset="-184343.83">7747 11458 374 0,'0'0'30'15,"-29"-13"28"-15,13 12-27 16,-1 1-2-16,1 0-4 15,0 8 3-15,2 3 5 16,5 3-20-16,3 2-9 16,5 1-1-16,1 2-2 0,2 1-1 15,10-1 1-15,1 0-1 16,2-4 0-16,-1-2 0 16,1-4 0-16,0-5 0 15,-2-4-1-15,-1-2-1 0,0-10 2 16,-6-6 0-16,-1-7 0 15,-5-6-4-15,0-6-14 16,-10-3-8-16,-6-5 8 16,-6-2-1-16,-4 6 12 15,-1 4 6-15,-1 6 2 0,4 9 0 16,3 9 4-16,8 10 12 16,2 3 5-16,8 13-15 15,5 9-6-15,8 4 3 16,5 2 11-16,9 2-2 15,4-2-6-15,0-2-4 16,4-1-1-16,-2-2 0 0,-1-3-1 16,-4-2-1-16,-1-3 1 15,-6-4-1-15,-1-4 0 16,-3-4 0-16,-1-3 1 16,-1 0-1-16,-2-7 1 15,1-5-1-15,-2-5 1 0,1-3 1 16,-2-3-1-16,0 0 0 15,-2-2 0-15,-3 1 1 16,-3 2-1-16,0 2 1 16,-2 5 3-16,-6 2 9 15,-4 6-3-15,-1 4-6 0,-3 3-3 16,2 0-1-16,-1 11 0 16,4 3-1-16,3 4 0 15,4 2-1-15,4 0 1 16,2-2 0-16,8 1 0 15,4-2 0-15,1-2-1 0,3-5 1 16,1-1 0-16,3-3 0 16,-2-4-1-16,0-2-14 15,-2-2-37-15,-1-8-44 16,-5-3-61-16,-3-4-99 16</inkml:trace>
  <inkml:trace contextRef="#ctx0" brushRef="#br0" timeOffset="-183987.75">8031 11316 514 0,'0'0'11'0,"0"0"28"0,0 0-37 16,0 0-1-16,0 0 1 16,0 0 3-16,0 0 6 15,33 33-2-15,-19-23-5 16,2 0-3-16,-1-1 1 0,-1-1-2 15,-2-4 1-15,-2-3 0 16,-3-1-1-16,0-4 0 16,-1-6 2-16,-3-4-1 15,0-3 0-15,-4-3 0 16,1 0-1-16,0 2 0 0,0 0 0 16,0 3 0-16,0 4 1 15,0 4-1-15,0 2 1 16,2 4 0-16,4 1 0 15,1 1 0-15,3 6 0 16,0 4 0-16,2 0-1 16,-1 1 1-16,1 1-1 0,0 0-1 15,-2-3-7-15,-3-3-108 16,-3-5-117-16</inkml:trace>
  <inkml:trace contextRef="#ctx0" brushRef="#br0" timeOffset="-183816.8">8083 11125 513 0,'0'0'-2'0,"0"0"-23"16,0 0-57-16,0 0-4 15,0 0 56-15,35-12 1 16,-21 12-148-16</inkml:trace>
  <inkml:trace contextRef="#ctx0" brushRef="#br0" timeOffset="-183411.32">8367 11107 450 0,'0'0'16'0,"-35"6"17"15,19 3-7-15,2 2 3 16,4 3-5-16,2 1 2 16,6 1-15-16,2-1-6 15,1 0-4-15,8-1 0 0,4-2-1 16,3-2 1-16,0-5-2 16,3-3 2-16,-1-2-1 15,-1-4 0-15,-1-6 0 16,-2-5-2-16,-3-3 0 15,-5 2-1-15,-5-1 2 16,-1 1 1-16,-1 4 1 0,-6 2 1 16,1 3 2-16,-1 3 2 15,3 2 3-15,1 2 0 16,3 0-8-16,0 2-1 16,3 4 0-16,6 1 0 0,3 2 0 15,2-1 1-15,2 1-1 16,-1-1 0-16,2-1-2 15,-3-1-55-15,-1-4-60 16,-4-2-72-16</inkml:trace>
  <inkml:trace contextRef="#ctx0" brushRef="#br0" timeOffset="-182973.93">8373 10869 517 0,'0'0'4'0,"0"0"-3"0,13 31 2 15,5-11 3-15,6 3 0 16,-3 0 5-16,2 5 0 16,0-2-6-16,-4 3-2 0,-3-3-2 15,-4-1 0-15,-2-3-1 16,-3-6-3-16,-6-6-22 15,-1-3-21-15,0-6 25 16,-1-1 17-16,-5 0 5 16,0-6-1-16,-1-3 0 0,0-1 2 15,2-3 11-15,2-2 22 16,0 0-1-16,3-2 7 16,0 0-1-16,3 2-13 15,5 2-9-15,2 3-9 16,3 5-6-16,0 3-3 0,0 2 0 15,-1 0 0-15,1 7 0 16,-1 4 0-16,1 3 0 16,-1-1 0-16,0 0 0 15,3 2-2-15,-2-3-4 16,-1-4-87-16,-4-5-123 0</inkml:trace>
  <inkml:trace contextRef="#ctx0" brushRef="#br0" timeOffset="-182812.84">8572 10894 468 0,'0'0'0'0,"0"0"-6"0,0 0-93 15,0 0 21-15,0 0 57 0,0 0 18 16,0 0-82-16</inkml:trace>
  <inkml:trace contextRef="#ctx0" brushRef="#br0" timeOffset="-181881.82">8723 10934 455 0,'0'0'18'0,"0"0"-16"15,0 0 1-15,5 30 1 16,2-21 2-16,1-1 3 0,2 1 0 16,2-1-6-16,3-3-2 15,0-2 0-15,1-3 0 16,0 1 0-16,-1-6 0 16,-3-5-1-16,-2-4 1 15,-4 0 0-15,-4-2 0 0,-2 1 0 16,-2 1 1-16,-8 0-1 15,0 3 1-15,-5 1 0 16,1 2 4-16,0 2 2 16,1 4 0-16,-1 0-3 15,4 2-1-15,-2 0-1 0,3 0-1 16,5 4-2-16,-2 2 0 16,5-1 0-16,1-1 0 15,0 1 0-15,0-1 0 16,2-3 0-16,4-1 0 15,1 0 0-15,0 0 0 0,3-8 0 16,0 0 1-16,0-4-1 16,1-1 2-16,1 1-2 15,2-1 1-15,-1 2 2 16,3 1 1-16,-3 4 1 16,0 3-1-16,2 3-1 0,-1 0-2 15,-1 2 2-15,-1 5-2 16,1 1 0-16,1 2 1 15,-4 0-2-15,0 2 2 16,-3-1-2-16,-1-1 0 16,-1-3 0-16,-2-1 1 15,-1-3-2-15,-1-1 2 0,-1-2 0 16,0-1 3-16,0-8 4 16,0-3 9-16,-3-4-7 15,2-4-2-15,-1 0-4 16,2 0-3-16,0 2-1 0,0 4 0 15,0 3 0-15,3 3 0 16,4 5 0-16,-1 1 1 16,3 2-2-16,0 0 1 15,-1 5 0-15,2 4 0 16,2 0 1-16,-2 0 0 16,0-1-1-16,2-1 1 0,-2-1 0 15,1-1-1-15,1-3 0 16,-2-1 0-16,1-1 1 15,-1-1-1-15,1-6 0 16,-3-6 0-16,2-3 1 16,-1-3-1-16,-1-1 1 0,-1-1-1 15,1 3 0-15,1 1 0 16,-1 4 0-16,1 5-1 16,-1 3 2-16,1 4-2 15,0 1 1-15,0 3 0 16,-2 5 1-16,-3 3 5 0,-2-1 0 15,-2 3-3-15,0 1 0 16,-6 1-2-16,-9 2-1 16,-6 0-1-16,-8-3-77 15,-7-4-305-15</inkml:trace>
  <inkml:trace contextRef="#ctx0" brushRef="#br0" timeOffset="-181149.84">6931 13072 458 0,'-2'2'48'0,"2"2"-39"0,3 2-7 0,7 0-1 15,4 1 1-15,1-1-1 16,2 1 3-16,-2 0-1 16,0-1-2-16,-3 1 1 0,-3-2-2 15,-2-1 1-15,-3-1-1 16,-4-3 0-16,0 0 2 16,0-4 4-16,-4-5-4 15,0-3-2-15,-2-3 0 16,2-1 1-16,2 1 18 0,2 0-4 15,0 1-10-15,3 3-3 16,4 3-1-16,3 4-1 16,-1 1 1-16,2 3-2 15,-1 0 2-15,2 5-2 16,-3 4 2-16,-2 3-2 16,-1 2 1-16,-3-1 0 0,-3 3-1 15,0-1-2-15,-3 2-17 16,-7-1-29-16,-5 1-21 15,-4-1-70-15,-1-4-105 16</inkml:trace>
  <inkml:trace contextRef="#ctx0" brushRef="#br0" timeOffset="-180990.45">6762 13007 166 0,'0'0'307'0,"0"0"-300"15,-30-17 25-15,24 13-14 16,5 4-12-16,1 0-4 16,0 0-2-16,8 0-3 15,1 0 0-15,-1 0-73 16,-2-3-192-16</inkml:trace>
  <inkml:trace contextRef="#ctx0" brushRef="#br0" timeOffset="-180209.03">7296 12686 280 0,'0'0'19'0,"0"0"75"0,0 0-33 0,-19-36-19 16,19 25-20-16,1 0-7 15,7-1-9-15,6 1-2 16,1 4-3-16,2 2 0 15,3 5 0-15,-2 0-1 0,-1 8 0 16,-2 7 0-16,-2 7 0 16,-3 4 0-16,-4 1 0 15,-2 4 0-15,-2 0 0 16,-2-2-1-16,0-2 1 0,-5-3 1 16,0-5-1-16,0-7 0 15,1-3 1-15,3-5 0 16,1-4 1-16,2-2 10 15,11-10-1-15,4-5-8 16,4-6 0-16,3-3-2 16,3-1 1-16,-3 2 0 0,-4 3 0 15,-4 6-1-15,-4 6 0 16,-4 5-2-16,-5 5 0 16,-3 0-27-16,0 0-60 15,-4 0-129-15</inkml:trace>
  <inkml:trace contextRef="#ctx0" brushRef="#br0" timeOffset="-179241.15">7872 12096 347 0,'0'0'23'0,"0"0"7"16,0 0-27-16,0 0 9 15,23 34 24-15,-5-15-3 0,2 2-6 16,3-1-14-16,3 2-5 16,-1 1-6-16,-1-4-1 15,-3-1-1-15,-2-6 1 16,-6-2-1-16,-3-5 0 15,-3-5 1-15,-2-1-1 0,-7-10 2 16,2-5 0-16,0-4-2 16,-4-3 0-16,-2 3-1 15,0 1 1-15,1 5 0 16,2 4 14-16,3 6 9 16,3 4-13-16,8 0-8 0,5 3-2 15,5 5 1-15,3 0 1 16,-1 1-2-16,1 0 2 15,-3-3-1-15,-1-2-1 16,-4 0 0-16,-5-4 0 16,-1 0 1-16,-4 0-1 0,-3-7 1 15,-3-3 2-15,-3-4-1 16,-8-3 0-16,-4-2 0 16,-6-2 1-16,-6 3-3 15,-4 0 0-15,-2 2-1 16,-1 4 2-16,3 2-2 0,5 2 1 15,6 2 0-15,8 0-1 16,5-1 0-16,7-1 0 16,3-2-6-16,10-3-51 15,2-2-15-15,2-5-55 16,-3-1-5-16</inkml:trace>
  <inkml:trace contextRef="#ctx0" brushRef="#br0" timeOffset="-178843.73">8108 11835 286 0,'0'0'85'0,"0"0"6"0,0 0-75 0,0 0-11 16,17 33 12-16,1-15 17 15,5 1-5-15,2-1-11 16,1 1-3-16,0-1-7 16,-3 2-5-16,-2 0-2 15,-4 1 0-15,-4-4 0 16,-4-1-1-16,-4-5 0 0,-5-4 1 15,0-5 1-15,-7-2 2 16,-5-3-3-16,-1-5 0 16,-3-4-1-16,2-3 1 15,-1 1 0-15,5-3-1 16,5 2 0-16,5-2 0 0,0 1 1 16,8 2-1-16,7 2 0 15,3 2 1-15,4 4 0 16,2 4 0-16,1 2 1 15,-2 0-2-15,0 6 0 16,-2 2 0-16,-3 2 0 0,-1 2 0 16,-4 0-2-16,-1 1 1 15,-5 1-27-15,-2-2-58 16,-5-2-80-16,0-5-74 16</inkml:trace>
  <inkml:trace contextRef="#ctx0" brushRef="#br0" timeOffset="-178223.66">8579 11911 223 0,'0'0'63'15,"0"0"-4"-15,0 0 0 0,-22-30-8 16,7 30-13-16,-4 0 7 16,0 3-7-16,0 7-5 15,0 1-14-15,4 2-6 16,4 0-4-16,6 0-6 15,3-1-2-15,2-1 0 0,7-2-1 16,8-1 0-16,0-3 0 16,5-2-1-16,-2-2 2 15,2-1-2-15,-3-4 0 16,0-6 0-16,-6-5 0 16,-2 0 1-16,-4-2 1 0,-5 4 0 15,0 0 0-15,-5 6 0 16,-5 3 0-16,0 4 0 15,0 0 0-15,1 0-1 16,3 3 2-16,3 3-2 16,3 1 0-16,0-2 0 15,4 1 0-15,7-2 0 16,2-1 0-16,-1-3 0 0,3 1 0 16,-2-1 0-16,-1 0-2 15,-1-1 2-15,-2-4-2 16,-4-4-3-16,-3-5 4 15,-2-5-3-15,-6-3-3 0,-7-5-4 16,-5-2 3-16,-6-2 0 16,-4 2 2-16,-1 3 3 15,0 3 2-15,3 3 1 16,4 7 0-16,9 5 1 16,8 8 4-16,5 3 2 0,10 11-7 15,11 5 5-15,7 2 4 16,3 1-2-16,3-1-2 15,-2-3-3-15,3-1-1 16,-3-1-1-16,-6 0 2 16,-3 0-2-16,-5-3-15 0,-8-5-86 15,-10 0-42-15,0-6-42 16</inkml:trace>
  <inkml:trace contextRef="#ctx0" brushRef="#br0" timeOffset="-178078.67">8582 11865 338 0,'0'0'60'0,"0"0"-17"0,5-36-32 16,9 22-5-16,2-1-2 15,6-1-2-15,2-2-1 16,-1 0-1-16,-2 1-48 16,0-3-95-16</inkml:trace>
  <inkml:trace contextRef="#ctx0" brushRef="#br0" timeOffset="-177756.03">8831 11628 412 0,'0'0'9'0,"0"0"2"16,0 0 23-16,29 21-7 16,-19-16 3-16,3 1-14 15,0 0-12-15,-2-1-2 16,1 0-1-16,-3-1 0 15,-2-1-1-15,-3-3 0 0,-2 0 1 16,-2-12 2-16,0-4 0 16,0-4-2-16,0-1 0 15,-3 1 2-15,2 2 3 16,1 4 14-16,0 7-11 0,8 5-8 16,2 2-1-16,3 1-1 15,2 7 1-15,-1 2 1 16,2 1-1-16,-4 0 0 15,-2 0-1-15,-3-1-4 16,-4-1-44-16,-3-4-61 0,-7-2-122 16</inkml:trace>
  <inkml:trace contextRef="#ctx0" brushRef="#br0" timeOffset="-177623.77">8738 11536 464 0,'0'0'2'0,"0"0"1"16,0 0-1-16,0 0-2 16,0 0 0-16,0 0-1 15,30-27-24-15,-13 24-128 0</inkml:trace>
  <inkml:trace contextRef="#ctx0" brushRef="#br0" timeOffset="-177385.79">8961 11256 529 0,'0'0'11'16,"0"0"8"-16,37 8-12 16,-14 7 7-16,2 4 1 15,0 1-4-15,2 1-6 0,-3 3-4 16,1 0 0-16,-5 1-1 15,-4-2-5-15,-5-5-85 16,-5-7-82-16,-6-7-150 16</inkml:trace>
  <inkml:trace contextRef="#ctx0" brushRef="#br0" timeOffset="-176742.1">9032 11448 397 0,'0'0'4'0,"0"0"55"15,0-30-34-15,11 18-13 0,5-4-1 16,1 0-4-16,1-2-2 16,-4-1-2-16,0 0-2 15,-4-2 0-15,-4-1-1 16,-3 2 1-16,-3 2-1 16,0 1 2-16,-1 3-2 0,-4 4 3 15,2 5 21-15,3 1 7 16,0 4-1-16,6 0-24 15,7 8-4-15,5 3 1 16,0 4-2-16,4 3 1 16,0 2-1-16,-1 0 0 0,0 0 1 15,-4-2-1-15,-4-2-1 16,-3-6 0-16,-3-3 1 16,-4-4-1-16,-3-3 1 15,0-7 4-15,0-8-3 0,-6-3 2 16,0-4-2-16,-1-1-1 15,3 2-1-15,-1 3 0 16,4 6 0-16,1 4 0 16,3 6 0-16,6 2 0 15,1 2-1-15,3 6 2 16,1 2-1-16,2 0 0 0,1 0 0 16,1-2 0-16,-2-1 1 15,2-4-1-15,-1-1 1 16,-1-2-1-16,0 0 0 15,-1-8 0-15,-1-6 1 16,-2-1-1-16,-2-4 0 0,-3-2 1 16,-3 0 0-16,-2 2-1 15,-2 0 1-15,-6 5 0 16,-7 5 1-16,-5 4-2 16,1 5 1-16,-3 0-1 15,3 12 2-15,4 3-2 0,4 2 0 16,8 2 0-16,1-2 1 15,11-3 2-15,10-5 8 16,7-9 6-16,8 0-9 16,4-10-4-16,5-6-3 15,-1-3 0-15,-9-4-10 0,-10-4-139 16</inkml:trace>
  <inkml:trace contextRef="#ctx0" brushRef="#br0" timeOffset="-176255.13">7464 13242 524 0,'0'0'-11'0,"0"0"14"0,-10 40-3 0,23-13 1 16,7 4 6-16,9 0 5 0,3 2-8 15,4 0-3-15,3 0-1 16,-2-2 0-16,-2 1-2 16,-8-4-74-16,-8-7-83 15,-11-9-108-15</inkml:trace>
  <inkml:trace contextRef="#ctx0" brushRef="#br0" timeOffset="-175557.21">7546 13671 484 0,'0'0'2'0,"0"0"1"16,-4-47 6-16,18 22-1 0,3 0-3 15,4-4 1-15,0-2 0 16,-1 2-1-16,-2 0-3 16,-6 2-1-16,-4 0 1 15,-6 2-2-15,-2 1 1 16,-12-1-1-16,-5 3 0 0,-5 2 1 15,-1 2-1-15,-1 4 0 16,0 2 2-16,9 6 27 16,3 6 9-16,7 0-12 15,5 11-18-15,8 4-8 16,11 5 1-16,4 1 0 0,7 3 1 16,4-1-1-16,3 0 2 15,-1-2-2-15,-2 0 1 16,-2-4-2-16,-7-3 0 15,-5-3 1-15,-7-3-1 16,-6-5 1-16,-5-3-1 0,-2-1 3 16,-5-11 1-16,-6-4-4 15,-5-6 2-15,1-1-2 16,0 0 0-16,3 0 0 16,4 2 0-16,6 2 0 15,2 4 0-15,2 4 0 0,9 4-2 16,3 2 1-16,5 5 1 15,-1 0-1-15,4 0 1 16,1 6 0-16,-1 0 0 16,1 0 0-16,-2 1-1 15,-4-2 1-15,-1 1-1 0,-2-4-7 16,-6-2-71-16,0 0 11 16,-6-2 13-16,0-8 28 15,-2-1 13-15,0-2 13 16,-4 1 3-16,-1 1 21 15,0 4 24-15,2 3-4 16,0 3-5-16,1 1-4 0,2 0-19 16,0 0-14-16,5 3 0 15,3 2 1-15,4-1-1 16,1 2 0-16,0-3 0 16,1 0 0-16,1-2-2 0,-4-1-23 15,-2-2-83-15,-3-9-116 16</inkml:trace>
  <inkml:trace contextRef="#ctx0" brushRef="#br0" timeOffset="-175421.94">7855 13082 443 0,'0'0'2'0,"0"0"-2"0,0 0 0 0,-19-31-3 16,31 24-4-16,3 2-24 15,2 0-64-15,-3 0-40 0</inkml:trace>
  <inkml:trace contextRef="#ctx0" brushRef="#br0" timeOffset="-175116.75">8058 13091 390 0,'0'0'8'16,"0"0"5"-16,0 0-10 15,29 1 13-15,-18-1 10 16,5 0 8-16,-2 0-21 16,0 0-8-16,-3 0-4 0,-1 3 0 15,-2 1 0-15,-1 0-1 16,-4 1 0-16,-3-3 0 16,0-2 1-16,0 0 2 15,-8 0-2-15,0-10-1 16,-2-4 1-16,1-5-1 0,2-4 1 15,4-3-1-15,3-3 1 16,4 1-2-16,9 1 0 16,5 2-2-16,2 3-39 15,2 2-43-15,2 1-34 16,-4 3-42-16</inkml:trace>
  <inkml:trace contextRef="#ctx0" brushRef="#br0" timeOffset="-174737.64">8322 12793 237 0,'0'0'64'15,"0"0"0"-15,-28 25-9 16,17-12-7-16,3 0-12 0,3 2-15 16,4 0-6-16,1 0-9 15,0-2-3-15,8-1-1 16,4-2-1-16,1-3 0 16,1-4-1-16,1-2 1 15,-2-1-1-15,-1-5 0 0,-2-8 0 16,-6-4 0-16,-3-2 1 15,-2-6-1-15,-6-5 0 16,-10-2 1-16,-4-3-1 16,-3-2-1-16,-5 0 1 15,-1 4 0-15,2 5 1 0,4 6 4 16,5 9-5-16,7 7 3 16,8 6 13-16,4 9-12 15,11 10-4-15,8 6 0 16,7 3 1-16,5 1-2 15,2 1 1-15,3-3-1 0,-3-1 1 16,-1-2-3-16,-4-6-53 16,-4-5-98-16,-4-5-172 15</inkml:trace>
  <inkml:trace contextRef="#ctx0" brushRef="#br0" timeOffset="-173704.89">8681 12656 277 0,'0'0'21'0,"0"0"66"0,0 0-21 15,-20-28-18-15,13 28-13 16,-2 0-8-16,0 3-8 15,2 7-8-15,2 2-2 0,0 2-3 16,3 2-3-16,2 1-2 16,0-1-1-16,8-2 0 15,1-1-1-15,2-3 2 16,1-6-2-16,0-3 1 16,0-1-1-16,-4-5 1 0,-1-10 0 15,-6-3 0-15,-1-7 1 16,-3-6-1-16,-8-2 0 15,-9-5-2-15,-4 0 1 16,-4-2-1-16,-1 4 2 16,-1 3 0-16,-1 8 1 0,5 5 0 15,4 7 1-15,7 8 2 16,6 5 0-16,8 6 0 16,1 8-5-16,13 8 1 15,8 1 1-15,7 1 3 16,4 1 1-16,5-2-1 0,-1 1-2 15,3-4 0-15,-2-3-1 16,-2-2-1-16,-3-5 1 16,-3-5-1-16,-5-5 0 15,-3 0 0-15,-3-8 0 16,-5-6 0-16,-4-5 0 16,-2-4-1-16,-7 1 0 0,0 2 0 15,-7 0 1-15,-5 4 0 16,-3 5 1-16,-3 4-1 15,-1 4 1-15,1 3 0 16,4 0 1-16,3 3-1 0,4 4-1 16,4 2 1-16,3 0-2 15,3-1 1-15,9 0 0 16,6-1 0-16,2-2 0 16,3-1 0-16,2-1 1 15,-1-3-2-15,0 0 1 16,-2 0-2-16,-2-6 0 0,-2-4 1 15,-6-1 0-15,-2-4 1 16,-5 0-1-16,-3-3 1 16,-2 2 0-16,-2-1 0 15,-5 2 1-15,-1 1 0 16,-2 3 0-16,5 3 3 0,0 3 4 16,3 3 15-16,2 2-6 15,0 0-16-15,3 1 1 16,6 5-2-16,1 2 1 15,4 1-1-15,-1-1 0 16,1 1 1-16,1-1-1 0,-4-2 0 16,1-3 0-16,-2-2 0 15,0-1 0-15,-2-6-1 16,-1-7 2-16,0-4-1 16,-3-5 0-16,0-3 1 0,-2 0-1 15,-1 3 0-15,-1 0 0 16,2 5 0-16,-1 4 0 15,3 5 0-15,2 4 0 16,1 4 0-16,3 0-1 16,4 5 2-16,1 3-1 15,1 1 0-15,0-1 1 0,0 0-1 16,0-2 0-16,-3 0-1 16,-2-3-21-16,-3-1-80 15,-5-2-94-15</inkml:trace>
  <inkml:trace contextRef="#ctx0" brushRef="#br0" timeOffset="-173535.69">9101 12043 190 0,'0'0'294'0,"0"0"-292"0,0 0-2 0,0 0 0 16,-6-28-1-16,16 28-6 15,2 0-45-15,-1 0-77 16,2 0-85-16</inkml:trace>
  <inkml:trace contextRef="#ctx0" brushRef="#br0" timeOffset="-173098.36">9347 12038 409 0,'0'0'3'0,"-30"5"38"16,13 3-2-16,-2 3-3 16,1 3-8-16,0-1-2 15,5 3-12-15,7-2-9 16,5-1-3-16,1 2-2 0,6-5 0 16,5 3 0-16,3-6-1 15,4 0 0-15,-1-4 1 16,0-3-1-16,-2 0-7 15,-2-2-5-15,-6-5 7 16,-3-4 5-16,-4-1 1 16,0-1 1-16,-1 1 0 0,-7 1 3 15,-1 0 3-15,1 2 6 16,1 3 0-16,0 1-5 16,3 3-2-16,2 0 1 15,2 2-2-15,2 0-4 16,5 0 0-16,6 4-1 0,1 2 1 15,4 1-1-15,0-2 0 16,1 3-1-16,-1-3 1 16,0 0-3-16,-4-2-41 15,0-3-38-15,-7 0-27 16,0-6-77-16</inkml:trace>
  <inkml:trace contextRef="#ctx0" brushRef="#br0" timeOffset="-172739.6">9307 11796 307 0,'0'0'140'0,"0"0"-121"0,0 0 8 16,0 0-16-16,-3 41 10 16,20-20 3-16,7 2 9 15,0 0-11-15,4-1 1 0,2-1-14 16,-3-1-4-16,-1 0-3 15,-4-4-1-15,-3-5 1 16,-7-3-2-16,-3-6 1 16,-3-2 0-16,-5-6 3 15,-1-5 0-15,0-3 6 0,-1-2 1 16,-6-2-7-16,1 1-2 16,0 2-1-16,2 2-1 15,3 4 0-15,1 3 0 16,1 3 0-16,8 3-2 15,2 0 1-15,5 5 1 0,1 3 0 16,0 1 0-16,1 2-1 16,-1-1 1-16,-2 0 0 15,-2 2-7-15,-4-4-91 16,-3-4-96-16</inkml:trace>
  <inkml:trace contextRef="#ctx0" brushRef="#br0" timeOffset="-172537.51">9474 11799 495 0,'0'0'4'0,"-20"-30"14"16,20 18-12-16,3 4-5 16,9 1-1-16,6 2 0 15,2 2 0-15,4 2-10 16,-2 1-88-16,0 0-123 15</inkml:trace>
  <inkml:trace contextRef="#ctx0" brushRef="#br0" timeOffset="-171932.72">9683 11773 442 0,'0'0'24'0,"0"0"24"15,0 0-36-15,0 0 4 16,-14 32 5-16,20-22-6 15,6 0-5-15,0 0-2 16,6 1-5-16,0-4-1 16,1 1-2-16,-1-4 0 0,-1-3 0 15,-3-1 1-15,-4-2-2 16,-2-7 1-16,-8-3 2 16,0-3-1-16,-3 2 0 15,-9 1-1-15,-4-1 0 16,-4 5 0-16,-1 0 1 0,1 3 0 15,0 1-1-15,3 1 1 16,2 0-1-16,5 1 0 16,3 1 0-16,4-1 0 15,3 0 1-15,1-1-1 16,8 0-1-16,4-2 2 16,4-2-2-16,3 1 2 0,0-1-1 15,2 2 0-15,-2 3 1 16,1 2-1-16,-3 0 0 15,0 0 1-15,-3 5-1 16,-1 0 1-16,-3 2-1 16,-1-1 0-16,-3-2 1 0,0-1-1 15,-3-1 0-15,-1 0 0 16,-2-2 1-16,-1 0-1 16,0-2 2-16,0-6-1 15,0-4-1-15,0-3 1 16,0-6 0-16,0-4 7 0,3-3-2 15,7-2-4-15,2 4-1 16,1 4 0-16,4 8 2 16,-1 7 5-16,2 7-2 15,-1 7 0-15,0 7 0 0,-1 4 1 16,1 3-3-16,-4 0-2 16,-1 0-3-16,-5-4 1 15,-4-7-82-15,-2-7-302 16</inkml:trace>
  <inkml:trace contextRef="#ctx0" brushRef="#br0" timeOffset="-169023.75">5539 5420 244 0,'0'0'-1'0,"0"0"2"16,0 0 4-16,0 0 10 15,0 0-4-15,0 0-4 16,0 0-6-16,0 0-1 16,0 0 0-16,0 0 1 0,-20 15-1 15,10-2 0-15,-1 5 1 16,-6 2-1-16,-3 5 0 16,-2 2 1-16,-6 7-1 15,-6 2 0-15,-3 4 2 0,-6 5-1 16,-5 2 0-16,-5 6-2 15,-2 2 2-15,-2 0 0 16,0 2 0-16,0 1 0 16,2-2 0-16,3-1 2 15,4-4-1-15,5-3 2 16,6-4-1-16,3-2 0 0,6-4 1 16,6-4-1-16,3-2-2 15,5-2 0-15,2-2 0 16,4-4 0-16,3-2-1 15,3-2 0-15,0-2 2 16,2-2-1-16,0-1 0 0,0 1 0 16,0 1 4-16,0-2-2 15,0 2 6-15,2 1 6 16,1 0 10-16,4 1-3 16,0 2-2-16,3 2-3 15,0 2-8-15,4 3-1 0,0 2 0 16,4 5-2-16,1 3-3 15,-1 5-2-15,3 3 0 16,0 4 0-16,3 3 1 16,-2 3-2-16,3 4 0 15,2 0 1-15,1 2 0 0,2 7 1 16,0 1 3-16,4-1 1 16,-2 2-2-16,2 2 1 15,-1 1-1-15,0-1-1 16,-1-2 0-16,-2 3 3 15,1-1 8-15,0-4 1 16,2 0-3-16,3-3-6 0,-1-3-2 16,2 0-1-16,-1-3 5 15,2 1 5-15,-1-2-7 16,-2-1-1-16,2 2-2 16,-2-4-1-16,-1 0-1 0,-3-5 0 15,0 2-1-15,-1-3 0 16,-3-3 2-16,2-1-1 15,-3-3 0-15,1-1-1 16,0-4 1-16,1-2 0 16,-2-1 2-16,0-2-3 0,0-2 1 15,-2-3 0-15,2-2-1 16,-1-1 0-16,1-5 1 16,1 0 1-16,0-2-2 15,1-3 0-15,-1-2 0 16,2 0 1-16,-2-3-1 15,3-1 2-15,-2-3 0 0,3-1-1 16,-3-3 2-16,3-1 1 16,-1-1 5-16,2 0 3 15,-1-6-6-15,3-4-2 16,1-3 0-16,3-3-2 16,3-1 1-16,2-3-1 0,0-3-2 15,3-2 1-15,1-3 0 16,2-2-1-16,2-3 0 15,0-2 1-15,3-1-2 16,3-3 3-16,0-3-2 16,3-2-1-16,0-1 1 0,1-1 2 15,1-2-2-15,-2 0 0 16,2 0 0-16,-1-3 1 16,-2 3 0-16,-1 0 1 15,-2 0 0-15,-1 4-1 16,-4 0 1-16,0 3-1 0,-5 1 0 15,-3 3-1-15,-2 2 1 16,-2 2-1-16,-7 2 0 16,-1 4 1-16,-5 1-1 15,-4 5 1-15,-5 1-1 16,-4 3 0-16,-5 2 1 0,-3 2-1 16,-2 0 1-16,-3 3 1 15,0 0 0-15,-1 0 0 16,-6 0 0-16,-1-1 0 15,-2 0-1-15,-3-2 0 16,-1-3 0-16,-1-1 0 16,-4-4 0-16,1 0-1 0,-4-4 0 15,0-3 1-15,-2-4-1 16,0-1 1-16,-4-3 0 16,1-1-1-16,-2 0 1 15,-1 0 0-15,-2 2 0 16,0-1-1-16,2 1 3 0,-2-1 4 15,0-2-1-15,2 0-4 16,0 0 0-16,-2 3-1 16,0-3-1-16,-2 1 1 15,1-2-1-15,-1 1 1 0,0-1-1 16,0-1-1-16,0-1 2 16,1-1-1-16,-3 0 0 15,1-2 2-15,-2 2-2 16,1-3 1-16,-2-1 1 15,2 3 1-15,-3 0-1 0,0-2 1 16,0-1-1-16,-2 0 0 16,0 1-3-16,-1-4 2 15,3 1 0-15,-1 0-2 16,-2 0 2-16,2 0-1 16,1-1 1-16,-1-1-1 15,-1 3 0-15,2-2 1 0,0 2 0 16,0 0-1-16,-1 1 3 15,0 0-6-15,-1 0 3 16,1 1 0-16,0 0-1 16,2 1 2-16,2-1-1 15,0 4 0-15,0 2 1 0,3 2-2 16,1 1 2-16,0 1-1 16,3 0-1-16,1 2 2 15,1 2-1-15,2 0 0 16,0 2 0-16,2 1 0 15,1 2 1-15,1 0-1 0,3 1 0 16,0 0 0-16,2 0 0 16,1 2 1-16,2 1-2 15,2 1 1-15,-3 1 0 16,4 3 0-16,-2 0 1 16,3 3-2-16,0 1 1 0,2 2 0 15,0 2 1-15,0 1-1 16,3 1 0-16,0 2-2 15,1 2 3-15,1 1-1 16,-1 0-1-16,3 1 2 16,-2 1-1-16,1 0-1 15,-2 0 1-15,0 0 0 0,-4 2-1 16,-3 4 1-16,-3 4 0 16,-5 4 0-16,-9 8 0 15,-8 10 0-15,-5 9-1 16,-9 12 1-16,-6 13-3 0,-1 7-27 15,1-4-74-15,3-12-218 16</inkml:trace>
  <inkml:trace contextRef="#ctx0" brushRef="#br0" timeOffset="-165041.62">10017 11362 40 0,'0'0'-4'0,"0"0"4"16,0 0-1-16,0 0-6 15</inkml:trace>
  <inkml:trace contextRef="#ctx0" brushRef="#br0" timeOffset="-164738.27">9985 11301 3 0,'0'0'21'15,"0"0"49"-15,0 0-29 16,-30-23 7-16,24 13-8 16,2-3 1-16,2-1-8 15,2-5 5-15,2-1 1 16,6-1-7-16,6 1-9 0,4 2-13 15,1 3-2-15,-1 8-4 16,-1 4-3-16,0 3 1 16,-6 7-1-16,-1 6-1 15,-7 5 1-15,-2 5 0 16,-1 2-1-16,0 2 1 0,-4-1 1 16,1-1 0-16,-1-2-2 15,4-5 0-15,0-2 2 16,3-5-2-16,5-3 0 15,5-3 2-15,2-2 5 16,2-3 3-16,-1 0-4 16,3 0-5-16,-2 0 0 0,-2 0-1 15,0 4-15-15,-6 0-97 16,-3 0-101-16</inkml:trace>
  <inkml:trace contextRef="#ctx0" brushRef="#br0" timeOffset="-164575.08">10280 11478 427 0,'0'0'3'0,"0"0"44"15,0 0-21-15,0 0-6 16,0 0-8-16,0 0-10 0,0 0-2 16,0 0-21-16,17-28-205 15</inkml:trace>
  <inkml:trace contextRef="#ctx0" brushRef="#br0" timeOffset="-158914.86">9152 12921 231 0,'0'-1'59'0,"0"-2"-47"0,1-1-1 0,3-2 18 15,2 1 1-15,3-3-9 16,1-1-5-16,2-3 0 15,6-3 9-15,1-3-1 16,2-3 3-16,2 0 2 0,-1-2-11 16,-1 1-5-16,-2 1-8 15,-1 3-3-15,-4 1-1 16,-1 6 0-16,-5 1-1 16,0 3-1-16,-2 4 1 15,-3 1-2-15,-2 2-7 16,-1 0-68-16,0 0-21 0,-3 0-164 15</inkml:trace>
  <inkml:trace contextRef="#ctx0" brushRef="#br0" timeOffset="-158366.97">9551 12489 295 0,'0'0'46'0,"0"0"0"16,0 0-9-16,0 0-4 0,0 0 3 15,-15-33 4 1,14 25-22-16,0 1-3 0,0-3-7 15,1 0-2-15,0-1 0 16,0-2-2-16,6 3 1 16,0-2-2-16,3 4-2 15,2 1-1-15,0 2 0 0,1 4 1 16,1 1-2-16,-1 1 2 16,-2 9-1-16,2 4 0 15,-4 4 0-15,1 3 0 16,-5 4-1-16,-1 3 2 15,0 0-2-15,-3 2 0 0,0-2 1 16,0-2 0-16,-5-3 0 16,1-4 1-16,0-6-1 15,2-4 0-15,2-5 0 16,0-4 1-16,0 0 1 16,9-8-2-16,3-4 1 0,7-4-1 15,1-2 0-15,1-1 0 16,2 1 0-16,-1 2 0 15,-3 1 1-15,-2 3-1 16,-3 5 0-16,-4 2-1 16,-5 1-16-16,-5 0-115 0,-6-4-234 15</inkml:trace>
  <inkml:trace contextRef="#ctx0" brushRef="#br0" timeOffset="-147519.97">12266 2124 76 0,'0'0'12'0,"0"0"59"0,0 0-42 15,0 0 2-15,0 0 1 16,0 0-6-16,0 0-6 15,0 0 3-15,0 0 2 0,0 0-7 16,0 0-2-16,0 0-2 16,-10-27-4-16,16 21 2 15,-1 0-4-15,4 0-1 16,5-1-2-16,4 1 1 16,2-1-1-16,3 2 1 15,2 0 2-15,-2 2-3 0,0 3-1 16,-2 0-3-16,-3 3 0 15,-4 7-1-15,-3 3 0 16,-2 2 0-16,-3 2-1 16,-4 2 1-16,-2 0 0 15,-2 0 0-15,-6 1 0 0,-4 0 0 16,-5-2 0-16,-2-1 1 16,-2-1 0-16,0-3-1 15,1-2 1-15,3-3 0 16,0-2 0-16,6-1-1 15,3-2 0-15,3-1 1 0,4-2-1 16,1 0 0-16,4 0 1 16,9 0 3-16,5-1-4 15,3-2 0-15,4 1 1 16,1 0-1-16,1 2 0 16,-2 0 0-16,-4 2 0 0,0 6 0 15,-1 0 0-15,-5 3 0 16,-2 1 0-16,-3 0-1 15,-1 4 1-15,-8-1 0 16,-1 0 0-16,0 0 0 16,-8 0 0-16,-8 1 0 15,0-4 1-15,-6 1 0 0,-4-3 0 16,-2 0 4-16,-1-3-1 16,-5-1-2-16,1-3 0 15,0-1-1-15,3-2-1 16,1 0 1-16,5 0-1 0,5-5 0 15,6-2 0-15,3 1 0 16,5 1-2-16,5-1-35 16,0 0-115-16</inkml:trace>
  <inkml:trace contextRef="#ctx0" brushRef="#br0" timeOffset="-146200.87">13163 2257 259 0,'0'0'42'0,"0"0"2"0,0 0-2 0,0 0-29 16,-40-19-5-16,20 19-3 15,-1 0 2-15,0 3 4 0,1 2-1 16,2 3-5-16,4 0-1 16,2 0-3-16,5 3 0 15,3 0-2-15,2 1 0 16,2 1 1-16,2-1 0 15,6 0 0-15,1-2-1 16,4-4 1-16,1-3 0 0,-1-3 1 16,2 0-1-16,-2-4 2 15,0-7 0-15,1-2 0 16,-2-6 0-16,1-4 2 16,-2-5-2-16,0-5-2 0,-1-4 0 15,-1-2 0-15,-3 0 0 16,-3 3 0-16,-1 4 0 15,-2 5 0-15,0 5 4 16,-5 5-3-16,-2 7-1 16,0 3 2-16,1 4 0 15,0 3 0-15,2 4-1 0,1 8-2 16,1 3 1-16,2 4-1 16,0 2 1-16,2 5 1 15,6 2 0-15,0 2 0 16,4 2 0-16,0 0-1 15,4 0 2-15,0-5-2 16,1-3 1-16,1-4-1 0,0-5 1 16,1-4 0-16,0-4 0 15,1-4 0-15,-1-3 0 16,2 0 1-16,0-8-1 16,-2-3 0-16,-1-4 1 0,-3-2-2 15,-3 1 1-15,-3-1-1 16,-3 1 2-16,-4 2 0 15,-2 3 1-15,-5 1 4 16,-4 3-3-16,-5 4-2 16,0 3-1-16,-3 0 0 0,4 6 0 15,-1 6 0-15,4 3 0 16,4 3-1-16,5-1-1 16,1-1 1-16,2-1-1 15,8-1 1-15,4-3 0 16,3-1 1-16,2-3-1 0,3-1 1 15,0-4 1-15,3-2-3 16,-3 0 2-16,-2 0-1 16,0-8 1-16,-4-2 0 15,0-2-1-15,-6 0 0 16,-2-1 0-16,-2 0 1 0,-3 4-1 16,-2 0 1-16,-1 2 0 15,0 4 0-15,0 0 5 16,0 3 12-16,0 0-14 15,0 8-5-15,0 0 1 16,2 5 0-16,2-1 0 0,2 0 0 16,2-1 0-16,1-1 0 15,2-2 1-15,1-1-1 16,0-4 0-16,2 0 2 16,-2-3 0-16,0 0-1 15,-2-1 1-15,-1-6-1 16,-1-2 1-16,-3 0 0 0,-1-1-2 15,-2-2 0-15,-1 1 0 16,-1-1-2-16,0 1-1 16,0 1 0-16,0 2-1 15,0 1 3-15,0 0 1 0,0-1 1 16,0 4-1-16,1 0 0 16,5 1 1-16,-1 0 0 15,4 2 4-15,2 1-4 16,0 0 0-16,1 2 0 15,1 4 0-15,-2 3-1 0,1 2 1 16,-2 1-1-16,1 1 0 16,0 2 0-16,-3 0 0 15,-2 0 0-15,0-3-1 16,-5 1-2-16,0-5-18 16,-1 0-90-16,0-8-156 15</inkml:trace>
  <inkml:trace contextRef="#ctx0" brushRef="#br0" timeOffset="-146029.37">13852 2087 456 0,'-4'-5'4'0,"2"2"-6"0,1 3-10 0,1 0-117 0,0 5 53 15,0 1-83-15</inkml:trace>
  <inkml:trace contextRef="#ctx0" brushRef="#br0" timeOffset="-145611.89">14169 2158 350 0,'0'0'25'16,"0"0"12"-16,0 0-17 16,0 0 2-16,-38 3 6 0,23 2-11 15,2 3-7-15,2 3-8 16,2 2-1-16,2 2-1 16,3 1 0-16,1-1 0 15,3-2 1-15,0-1-2 16,1-4 1-16,6-3 0 0,5-3 1 15,1-2 0-15,1 0 0 16,4-7 1-16,-3-6-1 16,1-2 0-16,-3-3 0 15,-2 0-1-15,-2 3 1 16,-3 0-1-16,-3 5 4 0,-2 4 14 16,-1 2 10-16,0 3-14 15,0 1-8-15,0 0-7 16,0 9-1-16,1 1 1 15,3 4 1-15,1 2 0 16,4-1 0-16,2 0 0 16,6-2 0-16,-1 0 0 0,4-5 0 15,1-3-36-15,-1-5-61 16,-2 0-100-16</inkml:trace>
  <inkml:trace contextRef="#ctx0" brushRef="#br0" timeOffset="-145206.95">14419 1967 531 0,'0'0'8'0,"0"0"-8"0,0 0-3 0,-3 46 2 0,3-22 1 15,4 3 1-15,2 1-1 16,0 3 1-16,1-1-1 15,-1 0 0-15,0-4 0 16,-2-3 0-16,-1-6-1 0,-2-4-12 16,-1-8-15-16,0-2 7 15,0-3 17-15,0 0 5 16,-1-8 0-16,-2-2 0 16,2-3 0-16,-1 0 5 15,2-2 2-15,0 0 7 0,5 1 12 16,4 3-7-16,3 2-1 15,3 2-9-15,-1 5-4 16,3 2-2-16,2 0-3 16,-3 8-1-16,1 4 0 15,-3 3 0-15,-1 1 0 0,-1-1-1 16,-2 2 1-16,-3-1-1 16,-1-3-5-16,-3-3-80 15,-2-5-149-15</inkml:trace>
  <inkml:trace contextRef="#ctx0" brushRef="#br0" timeOffset="-145036.95">14578 2062 463 0,'0'0'3'15,"0"0"-3"-15,0 0-33 16,0 0-131-16,0 0-34 15</inkml:trace>
  <inkml:trace contextRef="#ctx0" brushRef="#br0" timeOffset="-144117.8">14794 2132 378 0,'0'0'26'0,"0"0"-30"15,0 0 4-15,0 31 1 16,0-18 1-16,0 2-1 16,0-1 1-16,0 0 1 15,5-1-2-15,2-2 0 16,1-3 1-16,4-5 1 16,2-1 1-16,1-2 9 0,-4-2 1 15,2-7-8-15,-2-4-1 16,-2-3-1-16,-3-1-4 15,-3 0 0-15,-3 0 0 16,0 0 2-16,-3 4 0 16,-6 1 13-16,-2 3-6 0,-2 2-8 15,-1 2 1-15,3 2-2 16,2 2 2-16,-1 1-2 16,5 0 0-16,-1 0-2 15,2 3 0-15,1 0 3 16,0 0 0-16,3-2-1 0,0 1 2 15,0-2-2-15,0 0 1 16,1 0 2-16,6 0 6 16,5-3 2-16,6-4-4 15,0-1-2-15,5 1-2 0,1-1-1 16,1 3-1-16,-1 2 2 16,-1 3-2-16,-2 0 0 15,-1 7-1-15,-2 3 0 16,-4 3 0-16,-1 1 0 15,-2 1-1-15,-1 1 2 16,-3-2-1-16,0-1 0 0,-3-2 0 16,0-2 0-16,-2-4 0 15,-1 0 0-15,0-3 0 16,0-2 1-16,0 0 2 16,0-5 30-16,4-3 4 15,-1-4-32-15,2-3-4 0,1-1 0 16,1-1-1-16,4 2 0 15,-2 2-1-15,2 3 0 16,-1 0 1-16,-1 7-1 16,-1 2 0-16,-1 1-1 15,0 1 0-15,1 7 0 0,-4 2 2 16,1 3 0-16,0-3-1 16,-1 3 1-16,-2-3 0 15,2 0-1-15,-3-2 1 16,2-2 0-16,0-2-1 15,0-4 2-15,4 0 0 16,-1 0 0-16,1-4 1 0,5-6-1 16,1-2 0-16,3-3 0 15,-1 2-1-15,2 0-1 16,1 2 1-16,-3 5-1 16,0 4 0-16,-5 2 0 0,0 4-1 15,-6 8-1-15,0 2 0 16,-5 3 2-16,0 1 1 15,-7-2-1-15,-4 0-2 16,-8-2-2-16,-4-4-14 16,-3-5-69-16,-1-5-140 0</inkml:trace>
  <inkml:trace contextRef="#ctx0" brushRef="#br0" timeOffset="-143592.81">16221 1736 325 0,'-19'-6'51'0,"-6"5"-1"0,-6 1-13 16,0 5-15-16,-1 7-11 15,3 7-3-15,6 5-2 16,5 7-2-16,6 8-1 0,5 7 0 16,6 5 0-16,1 5 0 15,2 6-1-15,4-2-1 16,1-3 0-16,-4-7 0 15,-2-6-1-15,-1-9 1 16,-2-8-1-16,-7-8 1 0,-4-2 0 16,-3-7-1-16,-5-2 0 15,-3-5-9-15,-2-3-48 16,-1-1-71-16,0-13-26 16</inkml:trace>
  <inkml:trace contextRef="#ctx0" brushRef="#br0" timeOffset="-142452.09">15867 2125 264 0,'0'0'160'15,"42"-28"-135"-15,-22 18-7 0,1 3-13 16,0 2 3-16,-3 2 2 16,1 3 3-16,-3 0-4 15,-2 0-5-15,1 2-1 16,-3 5-2-16,2 1 1 15,-1 1-2-15,-2 2 1 16,-1 0 0-16,-1 1-1 0,-2-1 1 16,-1 1 0-16,-1-1 1 15,-1-2-2-15,-2-2 0 16,0-1 1-16,-2-3-1 16,0-2 0-16,0-1 3 0,0 0 3 15,-2-4 17-15,0-8 1 16,-1-3-11-16,3-6-6 15,0-1-4-15,7-1-1 16,3 2 0-16,2 4 0 16,2 4 0-16,-1 7-1 0,0 5-1 15,0 1-2-15,0 7 0 16,-3 6 1-16,0 3 0 16,-1 0 0-16,-2 3 0 15,0 0 1-15,-1-3 0 16,1-1 0-16,-1 0 1 15,1-3-1-15,3-3-1 0,2-2 1 16,2-4 1-16,-1-3-2 16,5 0 2-16,-3-6-1 15,1-4 0-15,-3-2 1 16,-2-1-1-16,-3 0-1 16,-4-1 2-16,-4 1-1 0,-3 0-1 15,-9 2-1-15,-7 3-3 16,-3 1 2-16,-1 2 1 15,-1 0-1-15,2 4 2 16,4 1-2-16,4 0 2 16,4 0 1-16,6 0-1 0,2 0-1 15,2 0 1-15,3 0 0 16,8-1 2-16,7-2-1 16,4-2 1-16,2 2-1 15,2-3 0-15,-1 3 0 16,-3 0 1-16,-2 3-1 15,-2 0 0-15,-5 0 0 0,0 7-1 16,-3 1 2-16,0 2-2 16,-2 0 1-16,0 0 0 15,-2-2 0-15,-1 0 0 16,-2-3 0-16,2 0 0 0,-4-2 0 16,0-1 0-16,1 0 0 15,-1-2 0-15,-1 0 1 16,0 0 0-16,1 0 2 15,1-6 1-15,2-2-3 16,1-4 1-16,3-2-2 0,3 1 1 16,3-2 1-16,1 2 3 15,0 4 2-15,0 3-3 16,-2 4-2-16,-1 2-1 16,-1 4-3-16,-1 7 1 15,-1 1 1-15,-2 2 0 16,2 1 0-16,-4-1-1 0,0-1 2 15,-1-2-1-15,0-1 0 16,0-3-1-16,-4-2 1 16,2-2 0-16,-2-3 0 15,1 0 1-15,-1 0 2 0,0-5-2 16,0-5-1-16,0-3 0 16,0-3 1-16,1-1-1 15,3 0-1-15,1 1 2 16,2 3-1-16,3 3 1 15,-3 3 0-15,1 4-2 0,2 3 1 16,-2 0-1-16,1 8 0 16,-1 2 0-16,2 3 1 15,0 2 0-15,-2 0-1 16,1 1 0-16,-1-1-6 16,1-5-85-16,-2-3-121 0</inkml:trace>
  <inkml:trace contextRef="#ctx0" brushRef="#br0" timeOffset="-141176.54">17131 2008 523 0,'0'-4'1'0,"2"-1"14"0,-1 4-4 16,2 1-11-16,0 3-1 15,3 7 2-15,0 2-1 0,2 2 1 16,0 1-1-16,0 0 0 16,-2 0 0-16,0-2 1 15,-2-4 0-15,-1 0-2 16,-2-5 1-16,1-1-1 16,-2-3 3-16,0 0 6 0,0-10-6 15,0-1-2-15,0-4 1 16,1-3-1-16,4-2 1 15,1 1-1-15,1 2 0 16,0 2 1-16,1 4-1 16,0 4 1-16,2 6-1 0,0 1-1 15,0 4-1-15,2 7 2 16,-2 3-1-16,2 0 0 16,-3 2 1-16,0 0 0 15,-3-1 0-15,0-1 0 16,-2-2 0-16,0-2 0 0,-2-3 0 15,0-2 0-15,-2-2 0 16,0-3 0-16,0 0 2 16,0-2 3-16,0-6-2 15,0-4 0-15,0-4-1 16,0-4 0-16,6 0 1 0,1-3-1 16,5 2-1-16,2 1 0 15,0 5 3-15,4 5-2 16,-4 5 1-16,1 5-4 15,-3 3 1-15,-2 10-5 16,-2 3 3-16,1 0 4 16,-2 2-2-16,0-3 0 0,0 0 0 15,0-4 0-15,2-1 1 16,3-2-1-16,2-2 0 16,3-3 1-16,5-2 0 15,0-1 1-15,2 0-2 0,1-6 1 16,-1-3 0-16,0-2 0 15,-3-1 0-15,-3-2-1 16,-2 0 2-16,-4-2-1 16,-6 1 0-16,-2 1 1 15,-4 0 0-15,0 2 3 0,-10 1 7 16,-3 7-10-16,-3 1 2 16,-1 3-4-16,1 0 0 15,-1 10 0-15,5 1 1 16,1 3-2-16,3 1 2 15,3-2 0-15,4 3-1 0,1-4 1 16,0 1-1-16,8-3 1 16,6 0 0-16,2-2 0 15,4-3 1-15,5-2-1 16,2-3 0-16,6 0 0 16,4-6 1-16,1-2-2 0,3-4 0 15,0-1 0-15,-3-2-3 16,-6 2 2-16,-6 0 0 15,-11 1 1-15,-6 2 1 16,-9 0 1-16,-2 2 0 16,-14 2-2-16,-4 2 0 15,-3 4 1-15,-1 0 4 0,-2 2-3 16,4 6-1-16,4 4-1 16,1 1 0-16,4 0-1 15,4 0 2-15,2 2-1 16,6-2-1-16,1-2 2 15,2 0-2-15,9-3 2 0,6-1-2 16,1-4-2-16,2-4-4 16,-1 1 5-16,0-4 2 15,-1-6 1-15,-6-1-1 16,0-2 1-16,-4-1 0 16,0 1-1-16,-4 2 1 0,-3 2 0 15,1 1 0-15,-2 3-1 16,0 2 3-16,0 1-1 15,0 2 0-15,0 0-3 16,0 3-1-16,1 4 2 16,1 1-1-16,-1 2 2 0,4 1-1 15,1 1-1-15,2-2 1 16,2 0 1-16,2-2-2 16,2-1 2-16,0-2-9 15,2-2-41-15,3-3-29 16,0 0-79-16,0-5-76 0</inkml:trace>
  <inkml:trace contextRef="#ctx0" brushRef="#br0" timeOffset="-140831.34">18249 1962 359 0,'-5'-2'75'0,"4"2"-31"0,0 0-38 15,1 0-5-15,-1 7 3 16,1 2 2-16,0 2 5 15,0 1-2-15,0 0-3 16,2 2-2-16,-1-2-4 0,-1-3 1 16,0 2-1-16,0-5 0 15,0-2 0-15,0-2 0 16,0-2 5-16,0 0 1 16,0-6-3-16,0-3-2 15,2-3 1-15,5-4-1 0,1-4 0 16,6 0-1-1,0 0 0-15,0 2 0 0,1 2 1 16,-2 6 1-16,0 7 14 16,-3 3-10-16,0 6-6 15,-1 9 0-15,1 5-1 0,-3 3 2 16,-1 0-2-16,-2 2 1 16,-1-2 0-16,0-8-6 15,-1-5-200-15</inkml:trace>
  <inkml:trace contextRef="#ctx0" brushRef="#br0" timeOffset="-137927.25">12552 3017 125 0,'0'-5'71'0,"1"-1"-9"0,-1 2 2 16,0 1 5-16,0 3-18 15,0 0-33-15,0 8-21 0,0 7 2 16,0 2 3-16,0 5 2 15,2 2 0-15,2 0 2 16,2 1-1-16,-2-3-2 16,-1-5-2-16,0-3-1 15,-2-5 1-15,0-4 0 0,-1-4 1 16,0-1 24-16,0-2 55 16,0-8-59-16,-5-1-19 15,-4-4-2-15,-5-3 0 16,-2 0-1-16,-6-1 0 15,-4 3-1-15,-4 3 0 0,-4 4 0 16,-1 9 0-16,-3 0 1 16,2 12 0-16,3 8-1 15,2 4 1-15,8 4-2 16,6 2 2-16,9 0 1 16,6-2 1-16,2-1-1 0,13-6-1 15,9-3 1-15,4-7-1 16,5-5 1-16,1-6 0 15,1-2-1-15,-1-11 0 16,-2-4 1-16,-4-4 0 16,-3-4 0-16,-3-3 1 15,-2-7 2-15,-5-4-3 0,-3-4 0 16,-4-5 0-16,-4 0-2 16,-2 0 1-16,-4 5-1 15,-6 6 1-15,-1 7 1 16,-2 6 1-16,2 8-1 0,4 9-1 15,1 7 2-15,2 0-4 16,3 13-2-16,1 7 3 16,0 4 1-16,7 4 0 15,6 3 0-15,3 4 1 16,3 1-2-16,1 0 2 0,-1 2-1 16,-1-1 0-16,-1-3-1 15,-4-2 0-15,-2-4-6 16,-4-5-63-16,-4-4-34 15,0-4-92-15</inkml:trace>
  <inkml:trace contextRef="#ctx0" brushRef="#br0" timeOffset="-137720.66">12722 3243 62 0,'0'0'334'0,"0"0"-277"0,0 0 5 0,0 0-16 15,0 0-1-15,0 0-19 16,0 0-20-16,0 0-6 16,0 0 0-16,0 0 0 15,27 40 0-15,-24-17-1 0,0 2 0 16,0-2-1-16,-2-2-67 16,1-7-102-16</inkml:trace>
  <inkml:trace contextRef="#ctx0" brushRef="#br0" timeOffset="-137050.64">13703 2961 340 0,'0'0'35'0,"-30"-10"19"0,9 10-33 16,-2 0-6-16,0 8-5 0,0 5-2 15,2 4-5-15,5 0-2 16,5 2-1-16,6-1 0 15,4 1-1-15,1-4 1 16,5-3 0-16,6-4 1 16,5-4-1-16,1-4 1 0,1-3 0 15,-2-10 1-15,0-7 0 16,1-3 0-16,-4-8-1 16,-2-3 0-16,-1-5-1 15,-1-3-1-15,-5-1 0 16,-3 2-1-16,-1 6 2 15,0 4 7-15,-3 8 30 0,-4 8-7 16,2 8-6-16,-1 7-6 16,2 10-19-16,-1 12-2 15,4 9 3-15,1 4 0 16,0 6 0-16,4 1 1 16,6 0-1-16,2-2 0 0,2-5 0 15,1 1 0-15,0-7-2 16,1-2-36-16,-2-8-46 15,0-6-93-15</inkml:trace>
  <inkml:trace contextRef="#ctx0" brushRef="#br0" timeOffset="-136730.05">13878 3108 423 0,'0'0'29'0,"16"-31"27"0,-6 19-36 15,0 4 0-15,0 1 4 0,-3 7-16 16,1 0-6-16,-1 0-2 16,-1 13-1-16,-2 0 1 15,-4 4-1-15,0 2 0 16,-1 0 0-16,-8 1 0 0,-3-1 0 16,0-2 0-16,1-4-3 15,1 1-4-15,3-3-6 16,0-3 5-16,6-3 4 15,1-1 5-15,0-3-1 16,10-1 1-16,8 0 0 0,6 0 0 16,4 0 0-16,6-5-43 15,4-3-96-15,0-5-73 16</inkml:trace>
  <inkml:trace contextRef="#ctx0" brushRef="#br0" timeOffset="-136027.95">15363 2921 293 0,'0'0'38'0,"-29"-16"35"0,10 11-56 0,-3 1-1 0,-2 4 13 15,-3 0-12-15,2 2-9 0,1 6-4 16,6 4-4-16,1 1 0 16,6 3 0-16,5-1-2 15,4 2 1-15,2-1 1 16,4-1 0-16,8-3 0 15,2-4 1-15,2-1 1 0,2-7-2 16,-1 0 2-16,1-5-1 16,-4-7 0-16,1-5 1 15,-3-4 1-15,-2-5 0 16,-4-1-1-16,0-4-2 16,-3-4 0-16,-3-2 0 15,0 0-1-15,0 3 2 0,-2 2 0 16,-4 5 5-16,-1 6 19 15,4 6 3-15,-3 5-5 16,3 5 1-16,2 5-16 16,1 0-10-16,0 12-3 0,0 5 4 15,1 7 1-15,5 7 0 16,4 4 0-16,1 0 1 16,4 1-1-16,0 1 0 15,2-5 0-15,1-2 0 16,-2-5 0-16,-1 0-11 15,-2-4-58-15,-1-6-29 0,-2-6-77 16</inkml:trace>
  <inkml:trace contextRef="#ctx0" brushRef="#br0" timeOffset="-135577.6">15519 3003 278 0,'0'0'100'0,"0"0"-63"0,22-39 28 0,-15 31-28 0,2-1-13 16,-3 3 1-16,2 2-8 15,0 3-9-15,-1 1-5 0,-2 0-3 16,1 5 0-16,-2 2-2 16,1 4 1-16,-4 1 1 15,-1 1-1-15,0 0 0 16,0 0 0-16,-6 0 0 0,1-1 0 15,-2-2-1-15,1-2 0 16,2-1-1-16,0-4 0 16,1 1 0-16,2-1 3 15,1-2-1-15,0 0 0 16,3 1 1-16,6 1 0 0,5 1 0 16,1 1 0-16,3 2 0 15,-2 1 0-15,-1 2 0 16,-4 2 0-16,-4-1 0 15,-4 1 1-15,-3-1-1 16,0-1 0-16,-10 0 1 16,-4-2 0-16,-5-1 1 0,-3-2 1 15,-3 0-2-15,0 0 1 16,0-2-2-16,2-1-1 16,3-2-16-16,4 0-156 15</inkml:trace>
  <inkml:trace contextRef="#ctx0" brushRef="#br0" timeOffset="-131148.79">12661 2711 84 0,'0'-3'15'0,"-2"0"5"0,-3 0 6 0,0-2-11 16,0 3 7-16,0 0-3 15,0-1-7-15,-1 0-1 16,2-1 3-16,-3 1 1 16,0 1-4-16,0-1-5 15,-1 0 0-15,-2 2 3 0,0-1 3 16,-2 0-6-16,1 0-2 16,-4 1 0-16,2-1 0 15,-3 2-2-15,1 0 1 16,-2 0 1-16,0 0-3 15,-3 0 1-15,0 0 2 0,-2 3-1 16,-1 0-1-16,-2 1 1 16,0 1-1-16,-2 1 1 15,2 1-3-15,-1 0 1 16,1 1-1-16,1 0 1 16,3 0-1-16,0 1 1 15,1-1-1-15,2 3 1 0,-2-1-1 16,-1 2 1-16,0 0-1 15,-3 2 0-15,1 0 1 16,0 0 0-16,1 3 1 16,-2-2-1-16,2 2 1 0,3 0 1 15,0 1 1-15,2 1-3 16,1 0 3-16,2 1 0 16,3 1-1-16,-1 1 0 15,2 0-3-15,0 3 1 16,1 0 2-16,1 1 4 0,0 2-5 15,1 0-2-15,0 0 2 16,1 2 1-16,0 0-1 16,-1 3 2-16,4-1 5 15,3 0 3-15,0 0-4 16,0-1-4-16,7-3-1 16,3 0 1-16,4-1 1 0,0-2 3 15,5 0 3-15,1-1-2 16,2-1-3-16,0 0-3 15,5-2-1-15,-3-1 0 16,2-2-2-16,0-1 1 16,1-1 0-16,0-2-1 0,0-3 1 15,-1 1 1-15,-2-3 1 16,1-2 0-16,1 0 15 16,-1-2-5-16,0-1-7 15,1-1-3-15,2-2 7 0,0 1 0 16,-1-1-4-16,1-1-2 15,1 0-2-15,-3 0-1 16,0 0 1-16,0 0-1 16,-2-5 0-16,0 0 1 15,-2-1 2-15,1-1 8 0,-3 2 3 16,1-2-5-16,-3 0-2 16,0 0-2-16,-1-2-1 15,0 0-2-15,1 0-1 16,-2-3 1-16,1 1-2 15,0-2-1-15,-1 1 0 16,2-1 1-16,-4 0 0 0,2 0-1 16,-3-1 0-16,1 0 1 15,-1 0-1-15,0-2 1 16,-2 3-1-16,1-2 0 16,-1-2 1-16,-2 1-1 15,0-1 1-15,0-1 0 0,-1 0-1 16,-3-3 1-16,0-1 0 15,-1-1-1-15,-2 2 1 16,-1-1 0-16,-1-3-1 16,0 3 2-16,0-1-2 15,0 2 1-15,0 0-1 0,0 1 0 16,0 0 0-16,0 0 1 16,-3 1-1-16,3 0 0 15,0-1 0-15,0 0 0 16,0 1 0-16,0-1 0 15,0 1 0-15,0 2 0 16,0 0 0-16,-4 1 1 0,1 1-1 16,-2 1 0-16,-2 1 0 15,-1 0 0-15,-2 1-1 16,-2-1 1-16,-1 2-1 16,-2-2 0-16,-1 0 1 0,0 1 0 15,1-1 0-15,0 0 0 16,1-1 0-16,1-1 0 15,3-1 0-15,-2 1 0 16,0-1 0-16,-1 1 0 16,1 0 0-16,-1 0 0 15,-1 1 0-15,-2 1 0 0,1 0 0 16,-2 4-2-16,-4-1-7 16,1 3-7-16,-1 3-4 15,-3 1 1-15,4 3 2 16,2 0 4-16,3 0 1 15,6 0-1-15,5-11-193 0</inkml:trace>
  <inkml:trace contextRef="#ctx0" brushRef="#br0" timeOffset="-130080.34">11554 3291 73 0,'0'0'23'0,"0"0"-16"0,0 0 19 16,0 0-5-16,0 0 1 16,0 0 4-16,-30-7-2 0,28 4-5 15,2 0-2-15,0-2-7 16,-1 3-1-16,1-1-2 16,0 0 0-16,-2 1 1 15,0 0 5-15,-3-1 1 16,-3 2-3-16,-4-1-4 15,-7-1-3-15,-4-1 1 0,-10-1 3 16,-9 1 0-16,-9-1-3 16,-7 1-3-16,-4-4-2 15,-2 1 1-15,0 0-1 16,5 0 1-16,8-1-31 16,7 0-21-16,8 0 4 0,10-2-4 15,9-1 10-15</inkml:trace>
  <inkml:trace contextRef="#ctx0" brushRef="#br0" timeOffset="-129695.14">11658 3585 252 0,'0'0'4'0,"0"0"7"16,0 0 5-16,0 0-10 0,-25 38 6 16,0-10 17-16,-7 7 5 15,-8 8-16-15,-4 6-10 16,-6 5-7-16,0 4 1 16,0 2-5-16,2 2-2 0,5-2-8 15,6-5-76-15,7-7 7 16</inkml:trace>
  <inkml:trace contextRef="#ctx0" brushRef="#br0" timeOffset="-129396.56">12117 3818 465 0,'0'0'4'16,"0"31"-9"-16,-3-2 10 0,-2 12 0 15,-5 7-2-15,-2 9 0 16,1 4-3-16,-3 1 1 15,2-1 0-15,2-2-5 16,0-2-16-16,1-8-49 16,2-14-93-16</inkml:trace>
  <inkml:trace contextRef="#ctx0" brushRef="#br0" timeOffset="-129112.86">12555 3855 378 0,'0'0'3'15,"37"46"0"-15,-12-17-2 16,5 6 3-16,2 1-3 15,2 1 0-15,2-3-1 16,3-6 0-16,3-7-4 16,1-10-28-16,1-8-75 0,-2-3-49 15</inkml:trace>
  <inkml:trace contextRef="#ctx0" brushRef="#br0" timeOffset="-128630.96">11665 2908 331 0,'0'0'4'0,"-17"-36"0"0,2 19-3 16,-2-1 0-16,-10-3-1 15,-7-3 1-15,-9-2-1 16,-5-2-37-16,-5-3-40 0,0 1-56 16</inkml:trace>
  <inkml:trace contextRef="#ctx0" brushRef="#br0" timeOffset="-128316.84">12102 2634 344 0,'0'0'-4'16,"0"0"9"-16,-22-27-3 15,6 12 0-15,-6-1 0 16,-3-4-4-16,-9-3-28 16,-3-2-25-16,-5-2-19 0,-3 0-83 15</inkml:trace>
  <inkml:trace contextRef="#ctx0" brushRef="#br0" timeOffset="-128083.2">12483 2360 301 0,'0'0'-217'0</inkml:trace>
  <inkml:trace contextRef="#ctx0" brushRef="#br0" timeOffset="-126839.02">13897 2599 185 0,'0'0'1'0,"0"0"2"0,-25-31 0 16,14 22 3-16,-2 1-4 16,-1 0 2-16,-3 3 2 15,-1-3 3-15,-2 4 3 0,-4 0 2 16,0 3-2-16,0 1-4 16,-4 0-3-16,-1 4-1 15,0 6-4-15,-2 1 0 16,0 5 0-16,0-1 1 15,0 2-1-15,3 3 0 16,0 1 1-16,2 2-1 0,3 4 1 16,2 4 1-16,2 3-1 15,-1 3 1-15,4 3 0 16,1 5 5-16,4 1-1 16,2 5 0-16,4 3-1 15,5 1 4-15,0 3 5 0,2 0-1 16,10 0-2-16,4-2 2 15,4 0-1-15,3 0-6 16,4-3-2-16,5-4-2 16,3-6-2-16,4-6 1 15,4-8 0-15,3-9 1 0,3-7 2 16,4-7 0-16,0-6 3 16,1-2 3-16,0-9 1 15,-4-3-5-15,0-3 0 16,-5-3-2-16,-2-2 2 15,-2-2 5-15,-2-2 1 0,-5-2-1 16,-2-2-6-16,-4-3-2 16,-1-1 0-16,-5-3-2 15,-5-4 2-15,-3-2-2 16,-4-2 1-16,-4-4-2 16,-3-2 1-16,-3-2-1 0,-2 0 1 15,-8 0 0-15,-4 3-3 16,-7 3-2-16,-3 3 0 15,-7 3 0-15,-10 5 1 16,-4 6 2-16,-7 2 0 16,-3 8-2-16,0 5-1 15,-3 5-1-15,5 4 1 0,2 1-18 16,9 2-74-16,9-4-12 16</inkml:trace>
  <inkml:trace contextRef="#ctx0" brushRef="#br0" timeOffset="-126175.14">13506 3785 252 0,'-19'22'3'0,"-1"5"-2"0,-3 8 1 15,-3 8 2-15,-4 5-2 0,-2 8-2 16,-4 2 0-16,-4 5-12 16,-1-2 2-16,1-1-33 15,3-5-15-15,2-5-50 16</inkml:trace>
  <inkml:trace contextRef="#ctx0" brushRef="#br0" timeOffset="-125928.98">13633 3834 369 0,'0'0'-2'0,"-12"43"1"16,-1-8 2-16,-1 7 0 16,-2 8 0-16,0 5-1 15,-1 3 0-15,1 1 0 16,3-3-3-16,2-4-104 15,0-11 13-15</inkml:trace>
  <inkml:trace contextRef="#ctx0" brushRef="#br0" timeOffset="-125381.15">14380 3762 214 0,'27'18'2'15,"5"3"-1"-15,1 4-1 16,2 2 1-16,-2 2 0 16,-4-2-1-16,-5-4-2 15,-7-8-42-15</inkml:trace>
  <inkml:trace contextRef="#ctx0" brushRef="#br0" timeOffset="-124901.61">13829 3929 129 0,'0'0'-13'0,"0"0"46"0,0 0 1 16,0 0-1-16,0 0-33 15,0 0 6-15,-8 52 3 16,12-19 11-16,2 9 5 16,-1 6-4-16,0 4-9 0,-2 3-5 15,-2 0-5-15,-1 1-1 16,0 0-1-16,-4-6-4 15,-6-6-103-15,-4-11-66 16</inkml:trace>
  <inkml:trace contextRef="#ctx0" brushRef="#br0" timeOffset="-124583.77">13986 3915 290 0,'0'0'2'0,"0"0"-5"16,35 41 0-16,-15-15 5 0,8 5 0 15,2 2 0-15,3 3-1 16,4 1 1-16,1-1 0 16,0-3-2-16,-3-6-6 15,-3-10-93-15</inkml:trace>
  <inkml:trace contextRef="#ctx0" brushRef="#br0" timeOffset="-124187.98">14250 3577 297 0,'0'0'16'16,"0"0"-14"-16,31 0-5 16,0 0 4-16,11-1-1 15,8 0 3-15,10-5-3 0,2-1 1 16,1-3 0-16,-2-1-1 16,-8-3 0-16,-8-4-106 15</inkml:trace>
  <inkml:trace contextRef="#ctx0" brushRef="#br0" timeOffset="-123832.89">14298 2961 294 0,'0'0'1'15,"-2"-37"9"-15,4 15 10 16,11-5 8-16,8-6-16 16,8-5-9-16,6-5-3 0,6-2 1 15,3-3-2-15,-4-4-6 16,-1-1-64-16,-7-2-115 16</inkml:trace>
  <inkml:trace contextRef="#ctx0" brushRef="#br0" timeOffset="-123461.99">14052 2584 180 0,'0'0'6'0,"0"0"9"15,-30 0 25-15,25-3-12 16,-2-2 5-16,5-3 18 15,1-7-6-15,1-2-26 16,1-9-4-16,12-5-9 16,6-6-3-16,3-4-2 0,5 0-2 15,-1-5-1-15,0 2-3 16,-6 0-59-16,-5 0-84 16</inkml:trace>
  <inkml:trace contextRef="#ctx0" brushRef="#br0" timeOffset="-123031.08">13240 2649 126 0,'0'0'190'0,"0"0"-188"0,0 0 14 0,-10-32 13 15,2 19-17-15,-4-5 0 16,-3-5-3-16,-5-2-5 15,-3-8-8-15,-5 0-56 0,-1-2-22 16,2-2-21-16</inkml:trace>
  <inkml:trace contextRef="#ctx0" brushRef="#br0" timeOffset="-122624.9">13056 2996 165 0,'0'0'5'0,"0"0"30"0,0 0 9 16,-40-17-12-16,20 5 2 15,-6-3 2-15,0-6-10 16,-6-2-13-16,0-3-6 16,2-3-4-16,4-2-3 0,5-4-4 15,8-6-98-15</inkml:trace>
  <inkml:trace contextRef="#ctx0" brushRef="#br0" timeOffset="-121642">15255 3519 236 0,'0'0'3'0,"0"0"8"0,0 0 11 16,0 0-12-16,0 0-6 15,31-28 0-15,-23 26-1 16,5 0 5-16,1-1 16 16,7-1 14-16,8 0-18 15,5 1-7-15,6-2-5 0,4 0-2 16,1 0-3-16,-2 0 0 16,-7 1 0-16,-5 1-1 15,-4 0 0-15,-10 2-2 16,-5 1 1-16,-6 0-1 15,-2 0-1-15,-4 0-4 16,-6 4-1-16,-9 5-34 0,-5-1-67 16,-6 1-39-16</inkml:trace>
  <inkml:trace contextRef="#ctx0" brushRef="#br0" timeOffset="-121287.85">15205 3693 237 0,'0'0'5'0,"0"0"10"16,0 0-8-16,36-9-4 15,-13 6 2-15,6 0 7 16,5-1 9-16,4 1-4 15,4-2 8-15,-1 0-1 0,-1 3-5 16,-4-1-9-16,-8 1-6 16,-5 1-2-16,-7-1 0 15,-4 2-1-15,-5 0 0 16,-3-1 2-16,-1 1 1 16,-3-2 0-16,0 2 4 0,0 0-3 15,0 0-4-15,-4 0-4 16,0 2 1-16,-2 2-1 15,2 2-9-15,-2-1-68 16,2-4-40-16</inkml:trace>
  <inkml:trace contextRef="#ctx0" brushRef="#br0" timeOffset="-118350.95">12315 3882 57 0,'-1'-5'14'0,"-3"0"-3"0,2 1 8 0,1 0 29 15,-1 1-23-15,2 0 1 16,-1 1-12-16,-1 0-1 16,1 1-8-16,1 1-1 15,-1 0-4-15,1 0 0 16,0 0 0-16,0 5 0 15,0 2 0-15,0 3-1 0,0 4 1 16,2 4 0-16,3 4 1 16,2 2 0-16,3 5-1 15,1-3-2-15,2-3-120 16</inkml:trace>
  <inkml:trace contextRef="#ctx0" brushRef="#br0" timeOffset="-115406.05">18229 3172 237 0,'2'-8'27'16,"0"0"10"-16,-1 1-6 0,0-2 7 16,-1 1-17-16,0-1 5 15,-1 2-5-15,-7 0-7 16,-4 2-6-16,-3 2-2 15,-3 2-2-15,-5 1-2 0,-1 3 0 16,-2 6 0-16,1 2-1 16,2 0 0-16,6 2 1 15,2 1-1-15,5 0-1 16,5 1 2-16,5 0-2 16,0 1 1-16,8 0 1 0,5-1-1 15,4-2 1-15,2-5 1 16,1 0-2-16,0-6 1 15,-2-2-1-15,1 0 1 16,-5-7 0-16,0-4 1 0,0-6 0 16,-3-3-1-16,0-6-2 15,-1-6-1-15,-1-6 0 16,-5-2-4-16,-1-2 3 16,-3-1-1-16,0 2 2 15,-5 3-2-15,-4 6 1 0,1 4 5 16,0 5 5-16,2 7 6 15,0 4-5-15,3 5-2 16,1 5-2-16,2 2-3 16,0 4-4-16,2 9 2 15,5 7 3-15,3 5 0 16,2 7-1-16,1 4 1 0,2 5-1 16,1 4 0-16,0-1 0 15,-1 1-1-15,0-2-1 16,-3-3 1-16,-4-1-3 15,-2-3-15-15,-2-4-30 16,-4-5-83-16,2-9-68 0</inkml:trace>
  <inkml:trace contextRef="#ctx0" brushRef="#br0" timeOffset="-115157.03">18438 3311 184 0,'0'0'30'0,"0"0"-2"0,0 0 10 0,0 0 26 16,7 43-25-16,-7-23-7 15,0 1-15-15,0 2-10 16,0-1-4-16,0 1-3 15,0-3 2-15,0-3-4 16,2-4-22-16,1-6-120 0</inkml:trace>
  <inkml:trace contextRef="#ctx0" brushRef="#br0" timeOffset="-114758.79">18807 3125 244 0,'0'0'9'0,"0"0"51"0,0 0-25 16,0 0-17-16,0 0-12 16,0 0-2-16,0 0-3 15,0 0 3-15,0 0 11 16,42-14 6-16,-16 14-11 16,3-2-7-16,4-2-1 0,2-1 0 15,-3-2-1-15,0 2 0 16,-2-2-1-16,-5 0 0 15,-4 1-1-15,-6 0-14 16,-5-3-85-16,-6 1-92 16</inkml:trace>
  <inkml:trace contextRef="#ctx0" brushRef="#br0" timeOffset="-114552.81">18984 2987 253 0,'0'0'13'0,"0"0"53"16,0 0-23-16,0 0-33 15,0 0-11-15,0 0 3 16,12 29 1-16,-6-8-1 0,-1 5-1 16,1-1 0-16,0 3-1 15,-2-1 0-15,0 0-1 16,1-5 0-16,-1-4-27 15,4-4-129-15</inkml:trace>
  <inkml:trace contextRef="#ctx0" brushRef="#br0" timeOffset="-113969.05">19696 2994 224 0,'0'0'47'0,"0"0"-9"16,-30-32 1-16,16 26-13 15,-3 4-15-15,-1 2 1 16,1 0-6-16,-1 4 1 0,4 7-5 16,1 3-1-16,2 3 0 15,4 3-2-15,2 0 1 16,3 3-1-16,2-1 1 16,0-4 0-16,4-2 2 15,4-5 0-15,1-4-1 0,1-5 1 16,0-2 0-16,2-1 1 15,1-12-1-15,-2-6 1 16,2-4-2-16,0-8-1 16,0-5-1-16,-1-3-1 15,-2-4-4-15,-1-1 0 0,-2 0 1 16,-3 3-1-16,-1 2 2 16,-2 4 2-16,-1 9 10 15,0 6 15-15,0 10 16 16,0 9-12-16,0 4-25 15,0 16-4-15,0 8 3 0,0 8 1 16,0 4 0-16,0 3 1 16,4 2-2-16,4-2-1 15,-1-1 2-15,2-1-2 16,-1-3-2-16,0-5-34 16,-1-8-68-16,0-7-109 0</inkml:trace>
  <inkml:trace contextRef="#ctx0" brushRef="#br0" timeOffset="-113647.14">19823 3136 442 0,'0'0'3'0,"0"0"1"0,31-40 5 16,-17 30 1-16,-1 4-3 15,1 3 9-15,-2 3-4 16,1 0-8-16,-3 9-5 15,0 4 1-15,-3 6 0 0,-3-1-2 16,-4 2 1-16,0 1-1 16,-11-1 2-16,-3-2-2 15,-2-2 2-15,1-2-1 16,0-1-1-16,3-5 2 16,4-1 0-16,3-4 0 0,5-1 1 15,0-2-1-15,13 0 1 16,5 0-1-16,9 0 1 15,7 0-1-15,4 0-7 16,4-5-54-16,-2-3-73 16,-1-4-121-16</inkml:trace>
  <inkml:trace contextRef="#ctx0" brushRef="#br0" timeOffset="-112943.56">20272 3000 325 0,'0'0'20'0,"0"0"18"0,0 0-9 0,0 0-11 15,0 0-11-15,30-5 0 16,-5 3 5-16,7-1 2 16,5 0-4-16,4-1-5 15,-1 0-1-15,-4 1-2 0,-3-1 0 16,-5 0-2-16,-6 0 0 16,-5 1 0-16,-7-2-3 15,-6 3-30-15,-4-3-46 16,-6 0-120-16</inkml:trace>
  <inkml:trace contextRef="#ctx0" brushRef="#br0" timeOffset="-112723.02">20438 2865 244 0,'0'0'77'0,"0"0"-41"15,0 0 5-15,0 0-16 16,0 0-18-16,0 0-7 15,0 0 1-15,0 0 2 16,22 33 1-16,-10-10 0 16,0 5-3-16,0 2 0 0,-2 3 0 15,0 2-1-15,-3-1-1 16,0-4-6-16,3-5-80 16,1-9-98-16</inkml:trace>
  <inkml:trace contextRef="#ctx0" brushRef="#br0" timeOffset="-112224.49">21109 2890 235 0,'0'0'92'0,"0"0"-68"15,0 0 15-15,0 0-9 16,-46-22-19-16,23 22 1 16,0 4 0-16,1 4-4 0,0 6-5 15,3 3-3-15,4 1 0 16,4 2 0-16,6 2 1 16,3-2-1-16,2-2 1 15,7-4-1-15,6-4 2 16,4-6-1-16,2-4 0 15,2-2 1-15,0-10-1 0,0-6 2 16,-2-7-1-16,0-6-1 16,-2-4-2-16,-3-7-2 15,-3-5 2-15,-7 1-2 16,-2 0 0-16,-2 5-2 0,-3 4-2 16,-3 9 4-16,-2 9 22 15,1 8-12-15,0 10 1 16,0 2-6-16,0 18-6 15,1 10 6-15,2 9-1 16,2 6 1-16,2 5-1 0,3 0 1 16,7 0-2-16,3-4 1 15,1-5 0-15,1-2-2 16,1-5-13-16,0-8-53 16,-1-4-109-16</inkml:trace>
  <inkml:trace contextRef="#ctx0" brushRef="#br0" timeOffset="-111754.74">21273 3084 389 0,'0'0'4'0,"20"-29"44"0,-7 16-16 0,0 3-14 15,1 2 6-15,-2 1 0 16,0 4-9-16,-1 3-7 15,-2 0-7-15,-2 3-1 0,-2 5-2 16,-2 4 0-16,0 1 2 16,-3 2-1-16,0 1-1 15,-3-1 1-15,-2-1 0 16,-3-3-1-16,0-1-2 16,1-2 0-16,0-1-1 15,3-4 1-15,0 1 3 0,2-1 0 16,2-2 0-16,0 1 1 15,10 0 0-15,4 1 1 16,6 3-1-16,3 0 0 16,2 2 0-16,-3 2 0 15,-3 0 1-15,-6 1-2 0,-4 1 1 16,-6 0 0-16,-3-1-1 16,-4 0 1-16,-10-1 2 15,-4 0-2-15,-4-2 1 16,-2-2 0-16,-2-1-2 15,-2-2 3-15,4-1-3 0,0-2 1 16,3 0-1-16,5 0-3 16,5-4-40-16,8-7-30 15,6-4-131-15</inkml:trace>
  <inkml:trace contextRef="#ctx0" brushRef="#br0" timeOffset="-111505.83">21938 2791 211 0,'0'0'203'0,"0"0"-184"0,0 0 28 0,16-32-17 16,4 31-24-16,4 1-3 0,4 0-1 15,5 1-1-15,0 4 0 16,0 3-1-16,-4 1-3 16,-5-1-28-16,-8 0-65 15,-8-3-107-15</inkml:trace>
  <inkml:trace contextRef="#ctx0" brushRef="#br0" timeOffset="-111348.93">21937 2908 274 0,'0'0'8'16,"0"0"-7"-16,0 0 10 16,0 0 34-16,44 21 7 0,-12-19-28 15,10 1-18-15,5-3-3 16,5 0-2-16,1-1-10 16,2-9-116-16</inkml:trace>
  <inkml:trace contextRef="#ctx0" brushRef="#br0" timeOffset="-111022.15">22766 2715 474 0,'0'0'1'0,"0"0"-7"16,-12 39 6-16,5-19 1 15,-1 3-1-15,0-1 1 16,3-1 0-16,3 1 1 15,2-4 0-15,0 0 3 16,5-3-3-16,5-2 0 0,3-4 0 16,5-3 1-16,2-6 2 15,0 0 1-15,3-5 13 16,0-9 1-16,-2-5-7 16,-4-4-7-16,-6-7-2 15,-7 0-2-15,-4-1-1 0,-11 3 0 16,-11 4 0-16,-8 6 0 15,-5 10-2-15,-2 7-2 16,3 1-4-16,9 2-87 16,12-1-238-16</inkml:trace>
  <inkml:trace contextRef="#ctx0" brushRef="#br0" timeOffset="-109297.7">18006 2618 28 0,'0'0'21'0,"0"0"6"0,0 0-7 0,0 0 30 16,0 0-42-16,-21-29-4 15,21 24 0-15,0 1-1 16,-1 0 4-16,0-1 0 15,0 2-1-15,0-2 1 0,-1 2 10 16,-2-1-3-16,2 1 4 16,0 1 5-16,2 0 3 15,-2 1 1-15,2 0 0 16,0 1-18-16,0 0-11 16,0 4 3-16,2 4 4 0,3 1 6 15,4 1 2-15,-1 1-3 16,2 1 0-16,1 1-1 15,0 0 0-15,0-1-2 16,-2-1-2-16,0-1-3 16,0-2 2-16,-4-2 1 0,2-2-2 15,-2-2 4-15,1-2 5 16,4 0 11-16,2-7-2 16,5-4-8-16,6-6-4 15,6-6-4-15,7-7-2 16,5-4-1-16,4-6-1 15,-1 0-1-15,-2 1 3 0,-4 3-3 16,-9 6 8-16,-4 5 16 16,-10 8-10-16,-4 4-2 15,-5 5-2-15,-3 2-2 16,-2 2-3-16,0 4-3 0,-1-1-2 16,0 1-4-16,0 0 0 15,1 3-10-15,1 2-49 16,0-5-35-16,2 0-166 15</inkml:trace>
  <inkml:trace contextRef="#ctx0" brushRef="#br0" timeOffset="-108096.34">19543 2421 152 0,'0'0'5'0,"0"0"3"0,0 0 1 0,0 0-8 15,0 0-1-15,0 0 2 16,0 0 1-16,0 0 3 16,0 0 6-16,0 0 13 15,0 0 5-15,2 33-9 0,3-23 0 16,0 3-4-16,1-2 1 16,0 3-6-16,1-1-1 15,-1-2-3-15,-1 1-3 16,0-4 0-16,0-1 0 15,0-4 0-15,-1 1 5 16,2-4 12-16,2 0 14 0,4-7 2 16,5-6-12-16,8-6-8 15,3-4-8-15,8-8-3 16,1-2-1-16,4 0-1 16,-1 0 0-16,-3 3-2 15,-6 4 0-15,-6 6 0 0,-5 7-1 16,-8 4-1-16,-5 3 0 15,-2 4-1-15,-2 0 0 16,-3 2-2-16,0 0-1 16,0 0-2-16,0 5-3 15,0 2-28-15,0 0-58 0,0-6-78 16</inkml:trace>
  <inkml:trace contextRef="#ctx0" brushRef="#br0" timeOffset="-106602.02">20831 4072 117 0,'0'0'11'0,"0"0"26"0,0 0-3 16,0 0-10-16,0 0-3 0,0 0-8 16,-32-23 15-16,16 18-5 15,1 1 0-15,-4 0 10 16,0 4-8-16,-3 0-13 16,0 0-1-16,1 5-5 15,2 4-1-15,2 2-3 16,3 2 2-16,4 3-3 0,2 1 0 15,4 3-1-15,4-2 1 16,0 2-1-16,2-2 1 16,8-3 0-16,0-4-1 15,3-4 2-15,2-4-1 0,0-3 3 16,0 0-1-16,1-10-1 16,-2-3 2-16,0-7 1 15,-1-3 3-15,-1-5-3 16,-1-3-3-16,-1-6-2 15,-1-4-1-15,-3-2 0 0,-2 2-1 16,-4 0 0-16,0 4 1 16,-3 7 1-16,-5 6 1 15,-2 6 4-15,3 6 4 16,0 7 8-16,1 5 0 16,2 8-19-16,2 13 1 15,2 8 2-15,0 6 1 0,0 6 0 16,7 0-1-16,3 0 0 15,5-2 1-15,-3-3-2 16,3-3 1-16,0-5 0 16,-4-5-2-16,1-3-23 15,-2-7-30-15,-1-5-64 0,1-8-89 16</inkml:trace>
  <inkml:trace contextRef="#ctx0" brushRef="#br0" timeOffset="-106091.86">20937 4180 318 0,'0'0'4'0,"0"0"54"0,0 0-7 0,0 0-11 15,30-33-8-15,-17 26-1 0,2 1-11 16,-1 3-10-16,2 3-7 15,-4 0-1-15,-2 9-2 16,0 3-1-16,-6 4 0 16,-4 1 0-16,0 1 0 0,-2 1-2 15,-8 0 2-15,-2-1-6 16,1-3-25-16,0-1 17 16,-1-4 3-16,4-3-5 15,3-2 13-15,1-1 2 16,3-3 1-16,1 0 0 15,5 0 1-15,6-1 0 0,5 1 1 16,4 0-1-16,2 2 1 16,1 0-1-16,-3 2 1 15,-2 4-1-15,-4 0 0 16,-4 2 0-16,-5 1 0 16,-4 0 1-16,-1 1 0 0,-5-1 1 15,-7-1 2-15,-4-1 3 16,-3-1 0-16,-4-1 5 15,-3-3 2-15,0 1 1 16,-2-4-9-16,1 1-4 16,2-3-2-16,3 0-1 0,3 0 1 15,5 0-1-15,7-1-1 16,7-8-30-16,0-3-132 16</inkml:trace>
  <inkml:trace contextRef="#ctx0" brushRef="#br0" timeOffset="-105770.4">21416 4020 413 0,'0'0'20'0,"0"0"18"16,0 0-18-16,0 0-11 15,0 0-3-15,43-18-3 16,-24 17 0-16,2-1-1 0,1 2-1 15,-2 0-1-15,-2 0-1 16,-3 2-14-16,-4 1-82 16,-3-1-94-16</inkml:trace>
  <inkml:trace contextRef="#ctx0" brushRef="#br0" timeOffset="-105576.28">21404 4151 301 0,'0'0'22'0,"0"0"7"16,0 0-16-16,47 2 7 15,-22-5-4-15,2 0-9 16,1 0-5-16,-2-1-1 16,-3-4-22-16,-4 0-261 0</inkml:trace>
  <inkml:trace contextRef="#ctx0" brushRef="#br0" timeOffset="-104344.7">22048 3983 173 0,'-1'0'25'0,"0"0"24"0,-2 0 1 15,3 0-20-15,0 0-17 0,0 0-5 16,3 0-4-16,5 0 1 15,6 0 12-15,6 0 9 16,5 0-8-16,2 0-7 16,3-1-6-16,-1 1-3 15,-4-2 0-15,-2 2-2 0,-2-2 0 16,-4 2 0-16,-4-1-13 16,-5-3-121-16</inkml:trace>
  <inkml:trace contextRef="#ctx0" brushRef="#br0" timeOffset="-103798.62">22652 3915 325 0,'0'0'8'0,"0"0"27"16,0 0-11-16,-40-2-9 0,24 2 3 15,-2 2 3-15,2 4-2 16,-1 2-10-16,5 0-6 16,1 4-2-16,4-1-1 15,4 2 2-15,3-1-2 16,0-1 0-16,7-2 1 0,6-3 0 15,2-2 0-15,2-3 1 16,3-1-1-16,0-3 0 16,-1-5 0-16,-2-4 0 15,-1-4 0-15,-4-4 0 16,-2-4 0-16,-2-5-1 0,-5-2 0 16,-2-3 0-16,-1-1-1 15,-2 1 1-15,-5 1 0 16,-2 3 0-16,1 6-1 15,0 5 3-15,2 5 12 16,2 9 36-16,-1 5-34 16,5 9-18-16,0 12-1 0,0 6 4 15,5 7 1-15,5 4 2 16,2 3-4-16,1 1 0 16,2-1 1-16,1-5-1 15,0-3 0-15,-2-5-1 16,1-7-36-16,-2-4-37 0,-2-7-41 15,0-5-137-15</inkml:trace>
  <inkml:trace contextRef="#ctx0" brushRef="#br0" timeOffset="-103578.12">22925 4033 399 0,'0'0'3'0,"0"0"29"0,0 0-21 16,0 0 4-16,0 0 1 0,0 0 8 16,11 29-2-16,-7-15-14 15,1 1-5-15,0 3-2 16,0 0 0-16,0-1-1 16,0-1 1-16,0-2-14 15,1-6-84-15,-2-5-117 0</inkml:trace>
  <inkml:trace contextRef="#ctx0" brushRef="#br0" timeOffset="-103283.87">23182 3864 370 0,'0'0'54'0,"0"0"-16"16,0 0-11-16,41-18-15 16,-16 13 6-16,8 2-3 0,4 0-10 15,2-1-3-15,-1 2-1 16,-2-1 0-16,-3 2-2 15,-5-3-45-15,-4-2-108 16</inkml:trace>
  <inkml:trace contextRef="#ctx0" brushRef="#br0" timeOffset="-102766.25">23929 3745 338 0,'0'0'8'0,"0"0"58"15,0 0-25-15,0 0-20 16,-29-21-9-16,12 21-2 0,-5 0 6 16,0 0-6-16,1 5-6 15,1 5-1-15,3 0-3 16,5 4-1-16,2 1 2 15,4 0-1-15,4 0 0 16,2 0 1-16,3-3 0 16,9-3-1-16,3-2 1 0,2-4 0 15,3-3 0-15,1 0 0 16,1-6 0-16,0-6 1 16,-4-4-1-16,0-6 0 15,-2-2-1-15,-4-5-1 16,-2-4-1-16,-3-3 0 0,-4-1-1 15,-3 0 1-15,0 3 1 16,-1 6 1-16,-6 3 1 16,1 8 0-16,0 8 2 15,0 3 4-15,2 6-2 16,2 6-7-16,2 12 0 0,0 5 1 16,0 9 3-16,4 7 0 15,5 3-1-15,4 1 1 16,3 0-1-16,-1-4 0 15,2-2 0-15,0-7 0 16,0-6-3-16,0-4-55 0,-3-10-44 16,0-6-195-16</inkml:trace>
  <inkml:trace contextRef="#ctx0" brushRef="#br0" timeOffset="-102346.02">24196 3948 347 0,'0'0'55'0,"0"0"1"0,0 0 7 16,0 0-11-16,21-29-19 15,-11 19-14-15,2 0-5 16,1 0-3-16,1 2-7 15,1 3-2-15,-1 3-1 0,-1 2-1 16,-3 2-1-16,-2 11-1 16,-5 2 1-16,-3 3-1 15,0 2-1-15,0 1-1 16,-7-1-1-16,-4 0-22 16,-2-2-5-16,-1-1-6 15,-2-2 0-15,1-2 15 0,2-5 12 16,2 0 9-16,4-5 2 15,2-1 0-15,4-2 2 16,1 0 11-16,6 0 27 16,9-1-4-16,7-3-23 15,6 3-5-15,6 0-4 0,3 1-4 16,-3 0 1-16,-6-1-10 16,-6-4-167-16</inkml:trace>
  <inkml:trace contextRef="#ctx0" brushRef="#br0" timeOffset="-82738.63">20368 5433 19 0,'1'-1'22'0,"0"1"-5"0,0-2-15 16,-1 2 4-16,2 0 13 15,0-3 54-15,-1 2-54 16,-1-2 7-16,1 2 12 16,-1-1 0-16,1 0-4 15,-1 1 7-15,0-1-17 0,0 2-5 16,0 0-4-16,0-1-8 15,-2 0-1-15,-6 1-2 16,-3 0-3-16,-3-1 0 16,-5 1-1-16,-3 2 2 0,-2 2 2 15,-1 3 12-15,-1 0 15 16,3 1-16-16,1 2-3 16,5 3-4-16,3 2-2 15,4 1-2-15,7 1-2 16,3 0-2-16,0 0 1 0,4-1-1 15,9-2 0-15,2-4 1 16,4-2-1-16,1-5 0 16,0-3 1-16,2 0-1 15,-5-8 1-15,1-5-1 16,-2-3 0-16,-2-5 1 16,-2-3-1-16,-2-5 0 0,-2-6 0 15,-3-3-1-15,-1-2 1 16,-4-3-1-16,0 3 1 15,0 2 0-15,-6 5 1 16,-2 5-1-16,0 5 1 16,0 7 0-16,1 4 0 0,2 6 1 15,1 4 3-15,2 2 0 16,2 7-5-16,0 6 0 16,1 6 1-16,6 5 1 15,3 4 1-15,1 5 5 16,1 3-3-16,0 4-3 0,-1 0-1 15,-3-1-1-15,0-1-1 16,-3-2 1-16,-2-5-6 16,-3-2-34-16,0-4-29 15,0-2-79-15,-2-6-73 0</inkml:trace>
  <inkml:trace contextRef="#ctx0" brushRef="#br0" timeOffset="-82520.93">20489 5627 294 0,'0'0'12'0,"0"0"74"0,0 0-37 16,0 0-39-16,0 0 8 15,0 0 8-15,17 31-8 0,-14-11-13 16,-1 0-3-16,2 1-2 15,0 0 0-15,0-1 0 16,-1-1-8-16,0-5-106 16,-1-7-95-16</inkml:trace>
  <inkml:trace contextRef="#ctx0" brushRef="#br0" timeOffset="-81945.23">20881 5456 270 0,'0'0'4'0,"0"0"44"0,0 0 12 15,0 0-23-15,0 0-10 16,0 0-15-16,0 0-5 15,0 0 8-15,45-12 6 16,-17 12-4-16,5 0-7 16,3 0-3-16,2-1-2 0,-2-2-2 15,-3 0-1-15,-4 1-1 16,-6-1-2-16,-6 1 1 16,-5 1-4-16,-7-1-42 15,-5 0-38-15,0-1-32 16,-9-4-92-16</inkml:trace>
  <inkml:trace contextRef="#ctx0" brushRef="#br0" timeOffset="-81767.32">21052 5332 259 0,'0'0'12'0,"0"0"72"16,0 0-19-16,0 0-25 15,0 0-36-15,0 0 1 16,0 0 8-16,0 0 0 15,29 48-10-15,-21-23-2 16,0 3 0-16,-4 2-2 0,1-2-36 16,-2-2-141-16</inkml:trace>
  <inkml:trace contextRef="#ctx0" brushRef="#br0" timeOffset="-81212.99">21843 5291 457 0,'0'0'7'0,"0"0"18"16,-20-31-15-16,3 29-6 15,-4 1 0-15,-1 1 2 0,-1 0 6 16,4 5 0-16,2 6-9 16,2 2-2-16,4 2-3 15,2 2 3-15,3 3-1 16,2-1 1-16,3-1-2 16,1-1 0-16,3-4 0 0,7-6-1 15,3-2-1-15,2-5 2 16,2-2 0-16,-1-11 1 15,2-7 1-15,1-6 0 16,-3-6-1-16,1-6 0 16,-3-4 0-16,2-2-1 0,-6 0 0 15,-1 1 0-15,-5 6 1 16,-3 6 1-16,-1 8 0 16,0 7 2-16,0 9 10 15,-2 7 16-15,-2 8-25 16,-1 14-2-16,1 6 1 0,0 6-1 15,3 6 0-15,1 1 0 16,0 2 1-16,1 2-3 16,3 0 0-16,0-3 0 15,2-3-6-15,0-6-74 16,1-10-43-16,0-10-97 16</inkml:trace>
  <inkml:trace contextRef="#ctx0" brushRef="#br0" timeOffset="-80905.85">21978 5440 419 0,'0'0'15'0,"0"0"-1"0,38-28 9 0,-24 23-9 16,-1 4-10-16,-2 1 0 16,-4 2-1-16,0 8 0 15,-5 2-1-15,-1 2 0 16,-1 3-1-16,0 1-1 0,-1 1 0 15,-5 0 0-15,-1-1 0 16,-2 0-1-16,1-2-2 16,-1-2 3-16,2-3 0 15,2-2 1-15,4-3-1 16,1-5 0-16,4-1 2 0,7 0-2 16,5 0 1-16,4-5-1 15,3-3 0-15,4 1-3 16,0-4-34-16,-2 1-25 15,-2-3-49-15,-5-1-139 16</inkml:trace>
  <inkml:trace contextRef="#ctx0" brushRef="#br0" timeOffset="-80578.01">21101 4687 297 0,'0'0'-6'0,"0"0"59"0,32-22 3 16,-18 22-30-16,4 4-15 0,6 10 2 16,3 4 2-16,4 6-2 15,3 5-7-15,2 2-5 16,-1 0 0-16,1 0-1 16,-4-3-2-16,-1-5-50 15,-2-8-64-15,-3-7-77 0</inkml:trace>
  <inkml:trace contextRef="#ctx0" brushRef="#br0" timeOffset="-80351">21878 4578 472 0,'0'0'-5'16,"0"0"14"-16,0 0 37 15,0 0-43-15,0 0-5 0,0 0 4 16,-6 40 1-16,-11-6 0 16,-4 7-2-16,-4 4-1 15,-2 2-1-15,-2 0-10 16,3-4-57-16,5-5-42 16,2-8-88-16</inkml:trace>
  <inkml:trace contextRef="#ctx0" brushRef="#br0" timeOffset="-80021.37">22230 4941 354 0,'0'0'44'0,"0"0"33"15,29-7-33-15,-4-1-9 16,7-2-2-16,11-1-11 16,10-1-4-16,9 0-11 0,6 1-4 15,4 1-1-15,-1 2-2 16,-5 3-1-16,-7 0-52 15,-14 2-99-15,-14-2-153 16</inkml:trace>
  <inkml:trace contextRef="#ctx0" brushRef="#br0" timeOffset="-79752.48">21355 5686 521 0,'0'0'3'0,"0"0"-4"15,-38 21-1-15,15 9 1 16,-8 11 2-16,-9 9 0 15,-6 4 1-15,-2 1-4 16,0 3 1-16,4-3 0 0,7-3-4 16,8-9-50-16,8-8-55 15,8-12-130-15</inkml:trace>
  <inkml:trace contextRef="#ctx0" brushRef="#br0" timeOffset="-79553.22">21668 5860 533 0,'0'0'5'0,"10"59"-4"16,-9-21 3-16,-1 7-3 16,0 2 0-16,-2 1 0 15,-4-5-3-15,0-2-5 16,0-4-48-16,2-9-23 15,1-8-90-15</inkml:trace>
  <inkml:trace contextRef="#ctx0" brushRef="#br0" timeOffset="-79410.68">21974 6207 617 0,'18'32'-2'16,"3"1"2"-16,2 7 0 15,1 5-4-15,4-5-73 16,-4-10-110-16</inkml:trace>
  <inkml:trace contextRef="#ctx0" brushRef="#br0" timeOffset="-79020">22461 5413 396 0,'27'-8'10'0,"7"-2"14"16,6 2-13-16,2 2-5 0,0 2-4 15,-2 2-2-15,-6-1 0 16,-5 2-17-16,-7-3-97 16,-7-4-55-16</inkml:trace>
  <inkml:trace contextRef="#ctx0" brushRef="#br0" timeOffset="-78848">22638 5275 445 0,'0'0'10'0,"0"0"22"16,0 0-31-16,-17 33 1 16,17-10-2-16,4 5 2 0,4 2-2 15,-1 1 0-15,0 2 0 16,0-1-3-16,-2-1-53 16,0-6-125-16</inkml:trace>
  <inkml:trace contextRef="#ctx0" brushRef="#br0" timeOffset="-78385.04">23250 5271 317 0,'0'0'208'0,"0"0"-201"16,0 0 7-16,0 0-4 15,-48-16-4-15,24 29 1 16,0 3 10-16,2 6-2 0,2 1-9 16,7 2-4-16,5 1-2 15,4-1 0-15,4-3 0 16,2-5 0-16,10-5-1 16,3-8 1-16,3-4-3 15,2-7-1-15,2-14-2 0,0-9 1 16,-2-11-6-16,0-7 0 15,-3-7-2-15,-3-5 0 16,-3 1 6-16,-6 5 5 16,-5 11 1-16,0 8 2 15,0 10 7-15,-7 12 45 0,0 13-40 16,1 8-16-16,1 17-1 16,2 10 3-16,3 7 2 15,0 7-1-15,4 0 1 16,6 2-1-16,4-3-2 15,0-3-23-15,-2-3-51 16,-2-8-29-16,0-8-88 0</inkml:trace>
  <inkml:trace contextRef="#ctx0" brushRef="#br0" timeOffset="-78037.48">23456 5450 518 0,'0'0'4'16,"32"-30"24"-16,-14 19-5 15,0 3-10-15,1 4-9 16,-5 4 1-16,-1 0-2 16,-5 7-1-16,-1 3-1 0,-6 3-1 15,1 1 0-15,-2 1 1 16,0 2-2-16,0-2 0 16,-3 1 0-16,-1-2 0 15,1-1 0-15,2-2-4 16,1-2 3-16,0-3 0 0,8 2 1 15,2-1 1-15,4-2 1 16,3 3-1-16,4 0 0 16,-4-1 1-16,0 1 0 15,-4-1-1-15,-4 2 1 16,-3 0-1-16,-6 1 1 0,0-2 1 16,-8 2-1-16,-5 0 0 15,-4 0-1-15,-4-2 0 16,-4-1 0-16,-5 0-1 15,-6-4-7-15,-7-3-88 16,-5 0-80-16</inkml:trace>
  <inkml:trace contextRef="#ctx0" brushRef="#br0" timeOffset="-77766.83">22817 4736 432 0,'0'0'6'0,"0"0"7"0,0 0-9 0,17 31 1 15,8-4-2-15,7 8 0 16,5 3 0-16,5 6-2 15,0 1 2-15,-2-2-3 16,-1-2 0-16,-4-6-9 0,-4-9-76 16,-3-14-72-16</inkml:trace>
  <inkml:trace contextRef="#ctx0" brushRef="#br0" timeOffset="-77553.82">23555 4626 423 0,'0'0'1'15,"-36"30"-2"-15,10-2 4 0,-3 9-2 16,-4 6 3-16,-3 2-2 16,1 3 0-16,2 2-1 15,5-1-1-15,5-4-1 16,7-4-3-16,10-8-47 15,6-15-150-15</inkml:trace>
  <inkml:trace contextRef="#ctx0" brushRef="#br0" timeOffset="-77361.86">23948 4783 538 0,'0'0'5'0,"0"0"-1"15,-12 42-2-15,-15-7 1 16,-8 10-2-16,-9 8 2 16,-9 6-1-16,-4 9-2 15,-4 8-3-15,-3 3-4 0,-2-3-133 16,-1-6-227-16</inkml:trace>
  <inkml:trace contextRef="#ctx0" brushRef="#br0" timeOffset="-77125.05">22813 5812 510 0,'0'0'0'0,"0"0"15"0,0 0 8 15,0 0-10-15,-31-2-11 16,14 26 2-16,-3 8 1 15,-3 4-4-15,1 2 0 16,3 2-2-16,6-2-7 0,5-6-79 16,4-6-73-1</inkml:trace>
  <inkml:trace contextRef="#ctx0" brushRef="#br0" timeOffset="-76955.99">23111 5946 644 0,'0'0'5'16,"-4"33"-8"-16,-4-11 4 15,-6 6-1-15,0 4-1 16,-2 0 2-16,0 2-1 0,0-4-5 16,2-2-33-16,2-6-70 15,3-8-33-15</inkml:trace>
  <inkml:trace contextRef="#ctx0" brushRef="#br0" timeOffset="-76473.97">24044 5184 304 0,'0'0'4'0,"0"0"64"0,0 0-38 15,0 0 6-15,0 0-11 0,0 0 3 16,0 0 0-16,0 0-5 15,0 0-19-15,31-5-2 16,-11 5-1-16,4 3-1 16,1 1 1-16,-1 0-1 15,1 0-6-15,-8-3-70 16,-4 0-44-16,-7-1-88 0</inkml:trace>
  <inkml:trace contextRef="#ctx0" brushRef="#br0" timeOffset="-76329.46">24088 5271 279 0,'0'0'51'16,"0"0"-24"-16,0 0 23 15,48 17 15-15,-17-15-24 16,9-1-13-16,5 1-18 16,4 1-7-16,-3-2-2 15,-7-1-3-15,-12-1-132 0</inkml:trace>
  <inkml:trace contextRef="#ctx0" brushRef="#br0" timeOffset="-75175.95">20615 4910 129 0,'0'0'41'0,"0"0"8"0,0 0-4 0,0 0-10 0,-23-30 1 0,12 27-12 0,-4 3-5 16,0 0-1-16,-6 0-7 15,-3 0-2-15,-3 3-2 16,-5 2-4-16,-7 1 0 16,-7 1-2-16,-3 2 0 15,-7 1-1-15,-1 1 1 0,-1 0-1 16,5 1 1-16,4 1-1 15,7 1 1-15,7 2-2 16,4 4 1-16,6 3 1 16,3 5-1-16,5 9 1 15,1 7 0-15,4 10 2 0,4 8 2 16,2 8 2-16,3 8 7 16,2 6 1-16,1 1-7 15,0-6-3-15,7-4-5 16,-1-7 2-16,1-10-2 15,-1-11 0-15,-2-10 0 0,-1-11 0 16,-2-8 0-16,0-7 1 16,-1-7 0-16,1-4 1 15,4 0 73-15,3-7-51 16,5-3-23-16,7-6 0 16,12-1 0-16,7-4-1 0,11 0 3 15,8-1 2-15,8 2 4 16,2 1-2-16,0 4-1 15,-2 2-2-15,-4 4-3 16,-6-1 2-16,-8 3-2 16,-4 1 0-16,-9 0 0 15,-4-1 0-15,-7-2 0 0,-6 1 1 16,-5-2 0-16,-6-3 4 16,-4-4 15-16,-3-3-12 15,-2-8-6-15,-6-6-1 16,-3-7-1-16,1-6 0 15,0-9 1-15,3-7-2 0,0-3 0 16,4-5 0-16,2 0 0 16,-2 0 0-16,2 5 0 15,-1 8 0-15,-2 10 1 16,-4 10-1-16,-1 12 0 16,-3 9-1-16,0 8-1 0,-2 8-2 15,3 1-1-15,1 10-25 16,6 5-51-16,4-4-71 15,1-7-267-15</inkml:trace>
  <inkml:trace contextRef="#ctx0" brushRef="#br0" timeOffset="-74240.5">24967 5187 369 0,'0'0'16'0,"0"0"34"0,0 0-39 0,-34-3-7 16,13 16 4-16,1 2 7 15,0 5 3-15,3 3-3 16,5 2-6-16,5 1 0 16,6 2-3-16,2-1 0 15,13-3-2-15,10-4-2 0,7-6 5 16,4-7 2-16,6-6 10 16,-1-1-9-16,-1-12-5 15,-7-7 2-15,-6-5 3 16,-7-4 2-16,-9-2 5 15,-7-4-2-15,-4-1-13 0,-13 0-2 16,-5 4-1-16,-5 3-2 16,2 8 0-16,-3 8-4 15,6 3-58-15,5 0-90 16,4-1-175-16</inkml:trace>
  <inkml:trace contextRef="#ctx0" brushRef="#br0" timeOffset="-46236.93">17103 3934 109 0,'0'0'126'0,"0"0"-112"0,0 0-6 0,0 0 7 16,0 0 3-16,0 0-7 15,0 0-5-15,0 0 2 16,0 0 3-16,0 0 2 16,20 29-6-16,-20-21-5 0,0-1-1 15,-3 2 0-15,-4-1 1 16,0 0-1-16,-4 0 1 15,0-1 0-15,-2 0 2 16,0-3-1-16,0 0 0 16,1-2 1-16,1-1 6 0,2-1 16 15,-1 0-1-15,3-2-3 16,3-3 5-16,-2-3-7 16,2-2-12-16,4 0-5 15,0-1 0-15,0-1 2 16,2 2-1-16,6 0 2 0,0 2-3 15,2 0 1-15,0 3-1 16,2 0 0-16,0 3-2 16,-1 2 1-16,2 0-1 15,1 0 1-15,0 0-1 0,0 3 1 16,0 3-2-16,0 0 1 16,-1 2 0-16,1 1-1 15,-3 2 1-15,1 0 0 16,-2 2-1-16,-2 1 3 15,0 3-1-15,-2 1-2 16,-2 2 0-16,-1 1 2 0,-3 1-1 16,0 1 1-16,-2 0 1 15,-5 2 1-15,-3-2 9 16,-2 0 0-16,-2-2-7 16,-2-2 3-16,0-1 6 15,-2-3-6-15,2-2-3 0,-2 0 1 16,0-3-1-16,2 1-2 15,-2-2-1-15,0-1-1 16,3-1-1-16,-2-3 0 16,3 0 0-16,0-2 0 15,0-1 0-15,1-1 0 16,0 0-1-16,2-1 1 0,0-5 1 16,1-1 0-16,2 0-2 15,2-3 1-15,2 3 0 16,1-1-2-16,1 1 2 15,2 1 0-15,0-1 0 0,5 3-1 16,3 0 0-16,2-1 0 16,4 3 0-16,0 1 0 15,2 1 0-15,-1 0 0 16,2 0-1-16,1 0 1 16,-1 6 1-16,0 1-1 0,1-1 0 15,-1 3 0-15,-1-1 0 16,2 2 1-16,-4-2 0 15,3 0-1-15,-1-2 0 16,1 0 0-16,1-4 0 16,-1-2 1-16,1 0-1 0,0 0 0 15,-3-4-7-15,-1-4-75 16,-4-3-83-16</inkml:trace>
  <inkml:trace contextRef="#ctx0" brushRef="#br0" timeOffset="-44977.53">17776 4153 146 0,'3'-3'50'0,"-2"-2"-5"0,-1 2-3 16,0-1-6-16,0 1 5 0,0 0-12 16,0-1-7-16,-4 3-4 15,-4-2-4-15,-1 2-1 16,-2 1 0-16,-4 0-1 16,-3 0 0-16,-1 2-1 0,0 4-1 15,0 1 2-15,2 0 2 16,1 3-4-16,4 0-2 15,2 0-7-15,3 2 1 16,3 1-2-16,3 3 0 16,1 0 0-16,0-1 0 15,9-1 1-15,1-1-1 0,3-2 1 16,-1-2 0-16,4-4-1 16,-5 0 1-16,2-4-1 15,-2-1 1-15,-1 0 0 16,0-2 1-16,-2-7-1 15,1-6 1-15,-3-6 0 16,2-4 0-16,-2-6-1 0,-1-5 0 16,0-3-1-16,-2-1 0 15,-2 2 1-15,-1 2-1 16,0 4 0-16,0 3 2 16,-2 6-2-16,-2 4 1 0,0 5 2 15,1 4 12-15,0 3 7 16,2 2-10-16,-1 4-7 15,1 1-5-15,0 0-2 16,0 1-1-16,0 6 2 16,1 1 0-16,-1 0 1 0,1 2 0 15,0 3 0-15,-2 1 0 16,2 4 0-16,0 3-1 16,0 4 2-16,0 6 0 15,4 2 2-15,2 4-2 16,1 1 1-16,0-3-2 15,3-1-1-15,-2-6 2 0,2-4-1 16,-1-6 1-16,1-7-1 16,0-3-8-16,1-5-56 15,1-3-44-15,0-1-100 16</inkml:trace>
  <inkml:trace contextRef="#ctx0" brushRef="#br0" timeOffset="-44418.84">18065 4121 345 0,'0'0'61'0,"0"0"-30"0,-29 0-2 0,18 4-2 0,-1 5 0 15,0 2-3-15,0 2-9 16,2 1-5-16,4 3-5 0,2 0-2 16,4 3-1-16,0-3-1 15,3 1 0-15,7-5 1 16,2 0-1-16,4-6 0 16,1-3 1-16,1-4 2 15,2 0 0-15,-2-3-3 0,-2-5 1 16,0-4 1-16,-4-1-1 15,-4-2 0-15,-2-2 0 16,-4-2 0-16,-2 1 0 16,-1 0-1-16,-6 2 0 15,-7 1-1-15,-2 3-2 0,-3 3 0 16,-1 3 1-16,1 3-2 16,1 2 1-16,2 1-2 15,4 1-9-15,3 5-41 16,5 1-43-16,4-2-68 15</inkml:trace>
  <inkml:trace contextRef="#ctx0" brushRef="#br0" timeOffset="-43968.96">18490 3957 277 0,'0'0'16'0,"0"0"8"0,-28-22 27 15,15 19-23-15,-1 3-1 16,-1 0 18-16,0 0-15 16,-1 5-6-16,2 5-5 15,2 3-2-15,2 1-7 16,0 3-2-16,4 3 1 15,2 2 7-15,4 3 6 0,0 1-10 16,0 5-4-16,4 1 2 16,2 2-3-16,-2 1-5 15,-1-2 0-15,-2-1 0 16,-1-3-1-16,0-1 0 16,0-3 2-16,-7-3 0 15,0-2 0-15,-2-3 1 0,0-2-2 16,0-5 0-16,-2 0-2 15,1-5 1-15,0-1-1 16,0-1 0-16,0-2 0 16,2-1-2-16,1 0-22 0,2 0-40 15,0-5-42-15,4-3-130 16</inkml:trace>
  <inkml:trace contextRef="#ctx0" brushRef="#br0" timeOffset="-43705.82">18239 4274 186 0,'0'0'139'0,"0"0"-55"16,0 0-10-16,0 0-32 15,0 0 0-15,36-25-1 16,-13 15-10-16,5 1-9 0,4-1-11 16,-1-1-8-16,-1 2-1 15,-2 0-2-15,-4 1 0 16,-8-1-34-16,-6-5-138 16</inkml:trace>
  <inkml:trace contextRef="#ctx0" brushRef="#br0" timeOffset="-42232.98">18859 3697 236 0,'0'0'6'0,"0"0"20"0,0 0-4 0,0 0-8 0,-29 7 16 16,19-4 15-16,-2 2-8 15,0-3-7-15,-4 0-10 16,-3 1 1-16,-1 0-7 16,-5-2-3-16,-3 1-4 15,-5 0-3-15,-2 0-1 0,-6-2 1 16,-2 1-2-16,-4 1-1 16,-3 0 0-16,-4-1 0 15,-1 3-1-15,-4-2 0 16,-5 1 1-16,-3 0-1 15,-3-1 0-15,-2 2 1 0,-2-2-1 16,-2 0 1-16,-3-2-1 16,1 2 1-16,0-1 0 15,0-1-1-15,4 0 1 16,5 2 0-16,7-1 0 0,4 1 1 16,6-2 0-16,5 2 0 15,5 1 13-15,5 0 1 16,4 1-7-16,5-1 1 15,5 2-5-15,3-2-2 16,3 2-1-16,2 0-1 16,2-1 0-16,2 1 0 15,1-2-1-15,-1 2 1 0,4-2-1 16,0 2 0-16,2-2 1 16,0 0-1-16,2 2 0 15,-1 0 0-15,2 2 0 16,1 3 0-16,0 0 0 0,-1 6 1 15,0 4 0-15,0 2 0 16,0 4-1-16,0 5 1 16,0 4 0-16,-1 5 1 15,0 5 1-15,1 4 2 16,0 1 0-16,-3 1 0 0,2 0-3 16,-2-3 0-16,-1 1 1 15,0-6-1-15,-1-2-1 16,-1-4 2-16,-2-2 5 15,1-4 11-15,-1-4-11 16,2-3-4-16,1-3-2 16,0-2-1-16,2-3 0 0,1-3 0 15,3-2-1-15,0-3 1 16,1-2-1-16,0-1 0 16,0-2 1-16,0 1-1 15,0-2 0-15,0 1 1 0,0-3 0 16,2 1-1-16,1 1 1 15,2-2 0-15,-1 2 0 16,2 0 0-16,2 0 0 16,6-1-1-16,4-1 1 15,8 1 1-15,7-1 3 0,11 0 6 16,7 0-1-16,11-1-6 16,8-6 7-16,9 2-6 15,6 0 0-15,7-3-1 16,5 0 2-16,-1 0-3 15,2 1 3-15,-1-3 1 16,-3 3-3-16,-3 0 3 0,-3 1 1 16,0-2-3-16,-4 1 11 15,0 0-7-15,-4-2-4 16,-5-1-4-16,-6 0 2 16,-6 0-2-16,-8-1-1 15,-7 0 1-15,-8 0 0 0,-6 0-1 16,-5 2 0-16,-6-2 1 15,-5 2-2-15,-8 1 1 16,-4 0-16-16,-6 1-26 16,0-3-30-16,-7-3-68 15,-6-4-172-15</inkml:trace>
  <inkml:trace contextRef="#ctx0" brushRef="#br0" timeOffset="-41425.74">18995 3709 146 0,'-2'5'6'0,"1"-2"-5"0,1 2 5 15,-3-1 11-15,3 0 5 16,-2 0 14-16,1-2 8 16,0 1-1-16,-1-2-3 15,1 1 7-15,-3 0-20 16,0-1-10-16,2 2-9 16,-4-2-6-16,2 0 0 0,-1-1-2 15,1 0 1-15,1 0 0 16,-2 0 0-16,2 0 0 15,1-3 0-15,-1-2 0 16,2 0-1-16,0 2 0 16,0 1 1-16,0-1-1 0,0 0 0 15,1 2 0-15,-1 1 1 16,1 0 0-16,-1 0 2 16,1 4 1-16,-3 6-3 15,2 8 3-15,-1 7 11 16,1 9 26-16,-2 11-18 0,-2 6 10 15,0 7-11-15,-4 4-14 16,0 3-1-16,-1-3-2 16,-1-5 3-16,1-3 0 15,3-8-2-15,0-4 0 16,3-9 0-16,1-5 0 0,0-4 1 16,3-5 3-16,0-5-4 15,0-4-3-15,0-4-1 16,0-2 1-16,0-2-1 15,0 0 0-15,2-2-1 16,-2 2 2-16,0-2-2 0,1 0 1 16,-1 0-1-16,0 0 0 15,0 0 0-15,0 0 1 16,1 0-2-16,-1-3 2 16,0 1-2-16,0-3 1 15,0 2 0-15,0-1-1 0,0-1 0 16,0 0-1-16,0-5-22 15,0-6-125-15</inkml:trace>
  <inkml:trace contextRef="#ctx0" brushRef="#br0" timeOffset="-32611.7">17458 2974 274 0,'0'0'2'0,"0"0"0"0,0 0 0 16,0 0 0-16,-10-31-1 0,10 21 5 15,0-1 14-15,5 0 2 16,0-4-5-16,4 2 1 16,0-2 9-16,2 0-4 15,0-1-8-15,1 0-10 16,1-1 0-16,3 0-3 0,-1-1 2 15,3-1 0-15,0-1 1 16,3 0 1-16,0-1-3 16,3 0 1-16,3-1 2 15,3 0 5-15,0-1-2 16,2 1-6-16,2-2-1 16,2-1 1-16,1 3-2 0,1-1 1 15,1 2-2-15,0 1 1 16,0 2 0-16,0-1 0 15,2 3 0-15,-3-2 0 16,-1 2 0-16,5 0 0 0,-3-1 1 16,1 0 1-16,-2 0-1 15,1 1 2-15,1-4-3 16,-1 2 2-16,3-2-1 16,1 0-2-16,0 0 1 15,4-1-1-15,1 1 1 0,-1-1-1 16,2 2 1-16,0 2-1 15,2 0 1-15,-1 0-1 16,1 2-1-16,0 0 2 16,1-1-1-16,2 3 0 15,0-2 0-15,1 0 1 16,2 0-2-16,-2 1 1 16,0 0 1-16,1-1-1 0,0 2 1 15,2 0-1-15,2 0 1 16,1 0-1-16,4 2 0 15,-1 0 0-15,2-1 0 16,1 1 1-16,-1 0-1 0,2 2 1 16,3-1-2-16,0 2 2 15,2 1-1-15,2-1 1 16,-3 1-1-16,3 3 1 16,-1 0-1-16,2 0 1 15,-1 3-1-15,-1-1 1 0,2-1-1 16,0 3 0-16,-2 0 1 15,-2 0-1-15,0 0 0 16,1 0 0-16,-2-1 0 16,-1 2 1-16,-1 4 0 15,-2 0-1-15,-3 1 1 0,-3 1-1 16,-1 3 0-16,-4-2-1 16,2 3 2-16,-4 1-1 15,2-1-1-15,-4 1 1 16,0 2 1-16,0-1-2 15,-5 0 2-15,0 0-2 0,-2 2 2 16,0-1-1-16,-2 0 1 16,0 1-3-16,1 0 3 15,-3 0 0-15,1 2-2 16,-1-2 1-16,-3 0 0 16,-1-1 0-16,-2 1 0 0,0 1-1 15,-3-1 2-15,0 2-1 16,-2 1 0-16,-2 0 1 15,-2 0-2-15,-3 1 1 16,-1 1 0-16,-2 1 0 16,-2 0 0-16,-1-1 0 0,-1 0 0 15,-1 1 0-15,-2-4-1 16,0 1 1-16,-1-1 0 16,-1 1 0-16,0 0 0 15,-1-1 0-15,-1 1 0 16,-1 1 0-16,-1-2 0 15,-1 3 0-15,1 1 0 0,-4-1 0 16,3 1 0-16,-1 1 0 16,3-1 1-16,1 1-1 15,1-1 0-15,-1-1 0 16,1 0 0-16,1 0 0 16,-1 0 0-16,-1 0 0 0,0-1 0 15,-1-1 0-15,-2 1 0 16,-1-1 1-16,1 0-1 15,-3-1 0-15,1 2 1 16,-1-1 1-16,-1 1 8 16,0-1 4-16,1 2-6 0,-2-2-3 15,1 3-1-15,-1-1 0 16,-1 0-2-16,0 3 0 16,0-2 0-16,-3 0 0 15,-3 0-1-15,-1 0 2 16,-2-1-1-16,-1 1 1 15,-2 0 0-15,1 0-1 0,-1-3 0 16,-1 2-1-16,0 1 0 16,0-4 0-16,1 3-1 15,-3-4 1-15,-1 1 0 16,-2-1 1-16,-4-1 1 0,-3-2 13 16,-3 2-2-16,-3-3-7 15,-2-1-1-15,-4 0-4 16,-3-2 1-16,-2-1 0 15,-3 1-2-15,-2-3 0 16,-1 1 1-16,-4-2-1 0,2-1 0 16,-2 0 1-16,0-1 0 15,1-1-2-15,-2 1 2 16,1-1-1-16,-3 1 0 16,0-2-1-16,-1 0 1 0,0 0-2 15,-2 0 2 1,1 0-1-16,-1-1 0 0,0 2 1 15,1-2-1-15,-2 0 0 16,-1 0 0-16,-1 0 0 16,-2 0 1-16,-3 1-2 15,0 1 2-15,-1 0-1 16,0 0 2-16,0 1-1 0,0 0 2 16,3 1-1-16,-3 1 0 15,1-1-1-15,-2 1-1 16,2 0 0-16,-1 2 0 15,-1-2 1-15,1 1-1 16,0 1 0-16,-2-1-1 0,-1 1 2 16,-1-2-1-16,2 2 1 15,-1-1-2-15,-1-1 1 16,2 0 1-16,2 2-1 16,-1-2 0-16,1 0 0 0,-1 1 0 15,0 0 0-15,2 0 0 16,1 0 0-16,0-1 0 15,3 1 1-15,-1 0-1 16,4-1 0-16,-3 0 0 16,1 0 0-16,1 0-1 15,0-2 2-15,0 2-1 0,1 0 0 16,-2-3 1-16,1 1-1 16,-4 1 0-16,-1 0-1 15,-3-2 1-15,0 3 0 16,1-2 0-16,3 0 0 15,2 0 0-15,4-1 1 0,2 0-1 16,3 0 0-16,2-1 0 16,3-1 0-16,0 0 0 15,2 0 0-15,3-1 1 16,1-6-1-16,1-1 1 0,3-3 0 16,0 0 0-1,2-2 0-15,0 0-1 0,1 0 1 16,4-1-2-16,-1 1 2 15,3 0 2-15,2 0 17 16,3 0-10-16,2 2-5 16,0 0-1-16,-1-1-2 0,-1 1 2 15,0 0-1-15,-1 1 1 16,0 0-1-16,-1 1-1 16,0 1-1-16,1 0 0 15,0 0 0-15,1 3-1 16,3-2 0-16,0-1 1 0,1 3-2 15,1-4 2-15,2 1-1 16,3-2 1-16,2-3-1 16,2 1 2-16,3-4-2 15,6-1 2-15,1-2-1 16,0-1 0-16,10-1-1 16,1-1 2-16,3 1-4 0,2 1 4 15,-1 0-4-15,3-1 4 16,1 1-2-16,1-4 0 15,2 0 0-15,0-3 0 16,1-1-2-16,3-3 4 0,3 0-4 16,1-1 4-16,4 1-4 15,4-4 0-15,-3-9-50 16,-1-8-160-16</inkml:trace>
  <inkml:trace contextRef="#ctx0" brushRef="#br0" timeOffset="-25912.9">7933 3406 244 0,'0'0'5'0,"0"0"7"16,0 0 13-16,0 0 9 16,0 0 7-16,0 0-3 0,0 0-10 15,-3-27-6-15,3 18-5 16,0-1-5-16,0-2-2 16,5 1-5-16,4 0-2 15,3-2-2-15,2 3 0 16,2 0 0-16,0 3-1 0,1 2 1 15,-1 5-1-15,1 0 0 16,-1 7-1-16,-1 6 0 16,0 6 1-16,-2 5 0 15,1 3 1-15,-4 5 0 16,-4 3 2-16,-1 0-2 0,-2 0 2 16,-2-2-2-16,-1-4 0 15,0-4 0-15,0-3 1 16,0-4 1-16,0-6 1 15,0-3 1-15,0-4-3 16,-1-2 1-16,0-3 3 0,-2-1 58 16,-3-11-31-16,5-6-28 15,-1-8-4-15,2-5-1 16,2-6 0-16,8-4-1 16,2-1 0-16,4 1 1 15,3 6 0-15,-2 3 0 0,1 7 0 16,-1 5 0-16,-2 7 1 15,-1 8-2-15,-1 4 0 16,2 1 0-16,-4 11 0 16,3 5 0-16,-2 4 0 15,-1 3 1-15,0 3 1 16,-3 4-1-16,-1 0 1 0,-1 4 0 16,-1 1 0-16,0-2 0 15,-2 2-1-15,-2-4-1 16,1-2-6-16,-1-5-34 15,-1-4-36-15,0-7-19 16,0-8-117-16</inkml:trace>
  <inkml:trace contextRef="#ctx0" brushRef="#br0" timeOffset="-25611.27">8708 3513 363 0,'0'0'19'0,"0"0"28"0,0 0-23 16,0 0 3-16,0 0-8 15,0 0-4-15,0 0-8 16,0 0 0-16,42-4 1 15,-19 1-3-15,5-2-3 0,1 0-1 16,1-2 0-16,2-1-1 16,-3 0-1-16,-2-1-29 15,-4 0-78-15,-1-6-138 16</inkml:trace>
  <inkml:trace contextRef="#ctx0" brushRef="#br0" timeOffset="-25378.32">9323 3197 465 0,'0'0'49'0,"0"0"-1"16,0 0-41-16,0 0-3 15,3 42 11-15,-3-8 10 16,0 9-11-16,0 6-11 0,-3 5-1 15,1 3-2-15,1-1-3 16,-1-8-106-16,2-10-227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0:52:17.924"/>
    </inkml:context>
    <inkml:brush xml:id="br0">
      <inkml:brushProperty name="width" value="0.05292" units="cm"/>
      <inkml:brushProperty name="height" value="0.05292" units="cm"/>
      <inkml:brushProperty name="color" value="#FF0000"/>
    </inkml:brush>
  </inkml:definitions>
  <inkml:trace contextRef="#ctx0" brushRef="#br0">23384 7214 204 0,'0'0'2'0,"0"0"0"0,0 0 3 16,0 0 7-16,20-30 17 0,-20 22 15 15,0 0-3-15,-5-1-12 16,-3-1-6-16,-2 1-7 16,-2 0-6-16,0-1-3 15,-5 1-2-15,-4 0-5 16,-3-1 1-16,-4 2-1 16,-4 1 0-16,-4-3 2 0,-2 2-2 15,-4 0 0-15,-2 1 1 16,-1 1 0-16,-4-1 0 15,0 2-1-15,-4 2 2 16,-2 0-2-16,-1 2 0 16,-4 1 0-16,-2 0 1 0,1 0-1 15,-1 0 0-15,0 1 0 16,3 3 0-16,1 0 0 16,0 4 1-16,2-3-1 15,0 2-1-15,-2 1 2 16,2 0-1-16,-1-1-1 0,2 1 2 15,1 1-1-15,1 0 0 16,2-1 2-16,1 2-2 16,2-3 0-16,3 3 0 15,2-2 0-15,3 0 0 0,1 1 1 16,2 1-2-16,2 0 2 16,2 0-1-16,1 1 1 15,2 2 0-15,1 0 0 16,1 2 1-16,2 2 1 15,0-1-2-15,2 4 2 16,0-2 1-16,1 4 2 0,0 0 2 16,2 0-3-16,1 3-1 15,1 0 0-15,3 3-1 16,1 2-2-16,0 3 1 16,3 2 0-16,1 4 0 15,2-1-2-15,4 1 0 0,2-2 0 16,3-1 0-16,0-1 0 15,6-2 3-15,2-1 2 16,4 0 3-16,1 0-1 16,4-4 3-16,0 2-1 15,3-2-1-15,2-4-3 0,1 0-1 16,3-1 3-16,3 0 7 16,2-3-3-16,4 1-3 15,3 0-3-15,5-2 5 16,3 0-3-16,0-2-4 15,2 0-1-15,-1-1 6 0,-1-2-3 16,-2 0-1-16,-2-2-2 16,-1 1 5-16,0-3-2 15,4-2-2-15,1 1-2 16,1-3 4-16,5-4-2 16,3 1 0-16,1-3-3 15,3 0 2-15,2 0-1 0,0 0 1 16,-1-3-1-16,0-1 0 15,0-1-1-15,-1-3 1 16,2 0 0-16,1-2 0 16,1-3-1-16,0-2 1 0,1-2 0 15,0-1-1-15,0-2 1 16,-3 0-2-16,-1-1 2 16,-4 1 0-16,0-1-2 15,-3-1 1-15,-3 1 1 16,-1-4-1-16,-3 0 1 15,-4-4-1-15,-1-4 1 0,-3-4 0 16,-3-3-1-16,-1-3 1 16,-6-4 0-16,0-4 0 15,-2-1 0-15,-9-2 0 16,-2 1-3-16,-11 0 1 16,-4 3 0-16,-4 1-2 0,-13 4 2 15,-8-1-1-15,-8 3 2 16,-9 4-2-16,-7 4-5 15,-9 4-21-15,-5 4-25 16,-2 4-35-16,-1 0-30 16,10-3-138-16</inkml:trace>
  <inkml:trace contextRef="#ctx0" brushRef="#br0" timeOffset="1808.51">21796 8872 141 0,'0'0'12'0,"0"0"21"15,0 0-15-15,0 0 13 0,0 0 6 16,0 0 4-16,0 0-3 16,0 0-10-16,0 0-5 15,0 0-7-15,-3-8-7 16,3 8-4-16,0 0 0 15,0 0-1-15,0 0-2 0,0 0 0 16,0 0-2-16,0 0 1 16,0 0 1-16,-4 2 5 15,-2 4 4-15,-1 0-1 16,-1 1-1-16,-3 0-1 16,-2 0-1-16,0 0 3 15,-1 0-2-15,-5-2 2 0,-2 0 0 16,-4 2-3-16,-4-4-1 15,-6 1-2-15,-6-1-3 16,-3 0 2-16,-3-1-3 16,-3-1 2-16,-3-1-2 15,0 1 0-15,1 0 0 0,-1-2 1 16,-1 1-1-16,2 0 0 16,-2 0 0-16,-2 0 0 15,0-2 1-15,-2-2-1 16,-1-1 0-16,0 0 1 15,1 1-1-15,-1-2 0 0,2 2 1 16,3 0-1-16,-1-2-1 16,4 2 2-16,4-1 0 15,4-1-1-15,2-2 1 16,2 1 0-16,5-3-1 16,-1 0 1-16,3-3-1 15,3-3 1-15,1-3-1 0,1-1 1 16,3-6-1-16,-1-2 0 15,2 0 1-15,0-2-1 16,2-3 0-16,1 3 0 16,1-1 0-16,5 3 0 0,0 0 0 15,5 1-1-15,1 3 2 16,1 2-1-16,1 4 0 16,1 2 0-16,-3 2-1 15,-1 3 1-15,-1 2-1 16,-3 1 1-16,-1 3 0 0,-1-1-2 15,0 2 1-15,-1 1 2 16,3 0-2-16,4 0 1 16,0 2 0-16,6-2 0 15,-1 1 1-15,1 1-1 16,2-1 0-16,-1 0 1 16,0-1-1-16,-1 0 2 0,2 1 0 15,0 1 2-15,0-1-2 16,0 1-1-16,0 0-1 15,0 1 0-15,1-1 0 16,-1 0 0-16,-1 1 0 16,2 0-1-16,0 0 1 0,-1 0 0 15,1 0-1-15,0 0 0 16,0 0 2-16,-1-1-1 16,1 1 0-16,0 0 0 15,0 0-1-15,0 0 0 16,0 0-2-16,0 7 3 0,0 1 0 15,2 3 0-15,1 3-1 16,-1 2-1-16,1 3 3 16,1 0-1-16,-2 1 0 15,0-2 0-15,-2-3 1 16,0-3-1-16,0-3 0 0,0-3 0 16,0-2 1-16,0-2 0 15,0-2 1-15,0 0 1 16,0 0 2-16,-1 0 13 15,-2 0-7-15,0-5-9 16,-1 0 0-16,2 1-1 16,1 0-1-16,-1 2 0 0,2 0 0 15,0 2-2-15,-2 0-32 16,-1 2-65-16,0 3 14 16,-5 0-46-16,0-2-47 15</inkml:trace>
  <inkml:trace contextRef="#ctx0" brushRef="#br0" timeOffset="2182.77">19627 8347 324 0,'6'0'1'0,"1"0"9"0,2-4 12 0,0 3-4 15,-1-1-4-15,0 2-4 16,-2-3 5-16,0 3 5 16,-2-3-7-16,2-1 2 15,2-2-4-15,1-1-7 0,2-3 0 16,1 0-3-16,0-3-1 16,1-2 0-16,2-1 0 15,-2-3-13-15,0-3-72 16,-3-5-145-16</inkml:trace>
  <inkml:trace contextRef="#ctx0" brushRef="#br0" timeOffset="4703.32">11225 8327 213 0,'0'0'13'0,"0"0"0"0,0 0-13 16,-4 36 0-16,0-12 1 15,-1 7 1-15,0 4 3 0,-2 7 10 16,1 8 4-16,4 6 1 16,-1 7 3-16,3 4 7 15,0 8-6-15,0 6-16 16,4 5-1-16,3 3 0 16,4 3-3-16,0 1 1 0,1 1-1 15,0 0 0-15,-2 0-4 16,0-1 1-16,-2-4 1 15,-2-1 2-15,-2-6 1 16,-2-2-3-16,0-6 2 16,0-6-2-16,-1-9 0 0,1-5 0 15,-2-7-2-15,1-6 1 16,-1-9 0-16,2-5-1 16,-1-7 0-16,2-5 1 15,0-3-1-15,0-4-29 16,-3-8-61-16,0 0-45 0</inkml:trace>
  <inkml:trace contextRef="#ctx0" brushRef="#br0" timeOffset="5000.88">11010 10384 367 0,'0'0'2'0,"32"26"0"0,-8-10-3 16,3 4 1-16,4 0 1 15,-1-2-2-15,-1-2 0 16,-1-2 0-16,-5-3 0 16,-2-4-22-16,-2-4 5 15,-4-3-89-15,-4 0-97 0</inkml:trace>
  <inkml:trace contextRef="#ctx0" brushRef="#br0" timeOffset="5213.49">11434 10332 512 0,'0'0'2'16,"0"0"15"-16,0 0-16 16,-6 28 0-16,-1-9 1 0,-3 5 8 15,-1 4 3-15,1 2-9 16,0 2-3-16,2 0-1 15,1 0-2-15,-2-3-92 16,-1-5-138-16</inkml:trace>
  <inkml:trace contextRef="#ctx0" brushRef="#br0" timeOffset="5883.13">10883 12202 402 0,'42'-1'4'0,"2"-2"-6"0,8 3 5 0,3 0-6 15,-4 5 3-15,-2 0-2 16,-3-3-1-16,-4-2-12 16,-8-2-5-16,-4-8-18 15,-6 0-10-15,-8-3-7 0,-8 0-14 16</inkml:trace>
  <inkml:trace contextRef="#ctx0" brushRef="#br0" timeOffset="6196.7">10762 12048 353 0,'0'0'26'0,"38"-23"3"0,-14 13-3 16,8 3-8-16,5 4-10 16,4 1-8-16,1 2 2 15,-2 0-4-15,-1 0 0 16,-2 1-19-16,-6-1-100 15,-4-6-80-15</inkml:trace>
  <inkml:trace contextRef="#ctx0" brushRef="#br0" timeOffset="16450.68">12451 12215 90 0,'-3'6'31'0,"0"-4"-12"0,0 0 15 16,3 0-24-16,-1-1-8 0,1-1 0 15,0 0-1-15,0 0 20 16,0 0 25-16,0-5 2 16,0-3-37-16,1-3-2 15,5-4 8-15,1-3 1 0,3-2-7 16,4-2-2-16,1 1-3 16,4-1 0-16,1 4-3 15,2 3-1-15,0 3-1 16,1 4 1-16,1 3-2 15,0 2 2-15,0 3-1 16,0 0 0-16,1 0-1 0,-1 0 1 16,0-2 1-16,1-3-1 15,2-5-1-15,-2-3 1 16,2-5 0-16,-1 0-1 16,0-3 1-16,0 1-1 15,-3 0 1-15,-1 6-1 0,-4 2 0 16,-4 8-2-16,-4 4-59 15,-9 0-77-15</inkml:trace>
  <inkml:trace contextRef="#ctx0" brushRef="#br0" timeOffset="16899.93">12463 12542 295 0,'0'0'4'0,"0"0"24"0,-20-30 13 0,16 15-18 16,3-2-10-16,1-4-5 16,0-3-2-16,6-1 2 15,8 1-2-15,1-2 1 0,5 5 0 16,4 4-2-16,2 6 0 16,1 4-1-16,3 7-2 15,1 0-2-15,0 0 1 16,3 5 0-16,-1-3-1 0,1-2 0 15,3-2 1-15,-2-9-1 16,5-8 1-16,-1-7-1 16,1-4 0-16,-4-5-4 15,-3-6-51-15,-7-5-120 16</inkml:trace>
  <inkml:trace contextRef="#ctx0" brushRef="#br0" timeOffset="17870">13382 8182 33 0,'0'0'9'0,"0"0"-2"0,0 32 28 0,0-25 0 16,0 0-6-16,0-2-4 16,0 0-3-16,0-4-7 15,0 1 9-15,0-2 10 0,0 0 24 16,0 0 10-16,2-10-27 15,2-3-27-15,-1-7-1 16,6-4-3-16,1-6 0 16,6-3-2-16,6-1-1 15,3 0 0-15,4 4-3 0,1 5 0 16,2 6 0-16,0 6-2 16,0 8-1-16,2 4 0 15,2 1 0-15,0 2-1 16,2 6 0-16,-6 0 0 15,0-1 0-15,-2 0-1 0,-3-3 1 16,-3-2-5-16,-1-2-23 16,-3 0-20-16,-2 0-47 15,-7-8-99-15</inkml:trace>
  <inkml:trace contextRef="#ctx0" brushRef="#br0" timeOffset="18290.13">13443 8520 372 0,'0'0'3'0,"0"0"-2"0,-7-29 0 0,7 12 0 16,0-3 0-16,8-5 1 16,3-4 10-16,6-3 5 0,3 1 0 15,5 1-5-15,4 2 1 16,2 7 0-16,1 4-4 15,1 7-2-15,3 8-5 16,-2 2 0-16,2 3-1 16,-1 5-1-16,-1-1 0 0,1-4 1 15,-1-3 0-15,-2-3-1 16,2-13 1-16,-1-4-1 16,0-6 1-16,-6-7-35 15,-7-8-181-15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0:56:17.385"/>
    </inkml:context>
    <inkml:brush xml:id="br0">
      <inkml:brushProperty name="width" value="0.05292" units="cm"/>
      <inkml:brushProperty name="height" value="0.05292" units="cm"/>
      <inkml:brushProperty name="color" value="#FF0000"/>
    </inkml:brush>
  </inkml:definitions>
  <inkml:trace contextRef="#ctx0" brushRef="#br0">12458 8334 153 0,'0'0'19'0,"0"0"-13"0,0 0-5 0,0 0 0 0,0 0-1 16,0 0-35-16</inkml:trace>
  <inkml:trace contextRef="#ctx0" brushRef="#br0" timeOffset="470.67">12508 8365 336 0,'0'0'2'0,"0"0"8"16,0 0-7-16,0 0 1 0,0 0-2 16,30-3 8-16,-13 4 2 15,0 3 5-15,4-1 4 16,3-1-1-16,6-1-2 15,2 0-2-15,3 0-5 16,0-1-4-16,-1 0-1 16,-3 0-4-16,-4 0 0 0,-3 0-1 15,-4-2 0-15,-5 1 1 16,-3 0-1-16,-7 0-1 16,-1 1 0-16,-4 0-5 15,-6 3-37-15,-7 2-26 16,-7-1-76-16</inkml:trace>
  <inkml:trace contextRef="#ctx0" brushRef="#br0" timeOffset="859.84">12472 8538 243 0,'0'0'9'0,"0"0"10"15,0 0-22-15,0 0 12 16,0 0 13-16,0 0 20 16,0 0 4-16,29 10-4 15,-7-8-9-15,7-1-8 16,5 0-5-16,7-1-3 0,3 0-2 15,4 0-5-15,-2 0 5 16,-3 0-6-16,-1 0-6 16,-5-1 2-16,-2-2-2 15,-6 0-1-15,-1 0-2 0,-7-1 1 16,-1 1 0-16,-4-1-1 16,-3 1 0-16,-3 0-3 15,0 2-15-15,-3 0-28 16,-4 0-28-16,-1-2-69 15,-2-3-161-15</inkml:trace>
  <inkml:trace contextRef="#ctx0" brushRef="#br0" timeOffset="3352.88">8061 8406 174 0,'0'0'19'0,"0"0"-11"0,0 0-4 0,-14 38 0 16,12-21 1-16,2 0 0 16,0 1 3-16,2-2 1 15,5 0-2-15,0-1 2 16,3-1-2-16,0-1 1 15,2-2-1-15,1-1-1 16,1-1-2-16,1-2 5 16,0-1 5-16,3-3 2 0,-1-1-4 15,1-2 1-15,1 0-2 16,2 0-4-16,-1 0-2 16,0-4-2-16,2 0 0 15,-2 0 0-15,1-2-1 0,0 0 1 16,0 0 2-16,-1 1 1 15,1-2 1-15,-1 1 2 16,1 0-1-16,1-1 1 16,0-1-1-16,1 1 3 15,2-1-3-15,0 1 1 0,2 0-4 16,3 2 2-16,0 0 0 16,0 2-2-16,2 1 1 15,-2 1-3-15,2 1 3 16,0 0-3-16,1 0 0 15,0 0-1-15,3 2 2 0,1 1 0 16,1 1 1-16,3-2 0 16,-1 0-1-16,3 0 1 15,-1-2-2-15,4 1 0 16,-1-1 1-16,1 0-2 0,-1-3-1 16,0 1 1-1,2-1 0-15,-3 0 1 0,3 1-1 16,-4 0 0-16,1 2-1 15,-4 0 0-15,0 0-1 16,-1 0 1-16,0 5 1 16,-1 2-1-16,-4 1 0 0,1 2 1 15,-4 0 0-15,1 2 0 16,-2-1-2-16,1 2 2 16,-3 0-2-16,0-1 1 15,-1-2 0-15,-3 3 0 16,-2-3-2-16,-2 0 2 0,-2 0 0 15,-4-2-2-15,-2 1 2 16,-2-3-1-16,-3 1 0 16,0-1 1-16,-3-3-2 15,-1-1 1-15,-1 0 1 16,0-1-1-16,-1-1 0 0,1 0 2 16,-2 0 1-16,0-3-2 15,0-2 0-15,0-4-1 16,1 0 0-16,-1-1 0 15,1-3 0-15,-1 2 0 16,3-3 0-16,0 1 1 16,0 0-2-16,4 0 0 0,0 1 1 15,0 0 0-15,3 1 0 16,3 1 0-16,4 2-1 16,0-1 2-16,3 1-2 15,3 0 2-15,4 0-1 0,0 1 0 16,4-1-1-16,4 1 2 15,1-1-2-15,3 3 1 16,3 1 1-16,1 0-1 16,0 2 0-16,3 2 0 15,-1 0 0-15,-1 0 0 0,3 3 1 16,-1 3-1-16,2-1 0 16,0 1 0-16,3-3 0 15,-2 2 1-15,3-3 0 16,3-1 2-16,0-1-2 15,2 0 4-15,0 0 1 16,-3 0-1-16,1 0 0 0,0 0 0 16,-1-1-4-16,1-1 4 15,-4 1-3-15,-1-1 0 16,-2 0 1-16,-4-3-1 16,-4 1 0-16,-5 0 0 15,-3-1 3-15,-5 0 2 0,-5-1 0 16,-3-1-2-16,-3 1-2 15,-3-2-1-15,-2-1 0 16,-2-3 1-16,0-1-1 16,-1-4 2-16,1-4-3 15,-1-1-1-15,1-2 1 0,0-4-1 16,-2 0 0-16,-2 1-4 16,-2 4-31-16,-4 2-32 15,-6 0-74-15,-14 3-212 16</inkml:trace>
  <inkml:trace contextRef="#ctx0" brushRef="#br0" timeOffset="4316.63">10531 8841 91 0,'2'-7'32'0,"-1"2"15"0,-1 0-13 16,1 0 2-16,-1 0-1 0,0 2-1 15,0 1-2-15,0 1-8 16,0 1-9-16,0 0-1 16,-2 0-1-16,-1 0-4 15,-2 6 1-15,1 4 11 0,-1 2 3 16,0 4-4-16,-1 4 1 16,2 3-3-16,0 3-1 15,-1 2-9-15,4 1-4 16,1-3-2-16,0-1 0 15,1-5-1-15,7-6 0 0,2-5 0 16,1-4-1-16,1-5 1 16,2 0-7-16,-1-3-43 15,-1-8-50-15,-2-6-57 16</inkml:trace>
  <inkml:trace contextRef="#ctx0" brushRef="#br0" timeOffset="4594.83">10504 8719 238 0,'0'0'39'0,"0"0"33"0,0 0-25 0,0-30-14 15,0 26-21-15,2 4-10 16,2 0-2-16,0 0-5 16,0 3-91-16,1-3-200 0</inkml:trace>
  <inkml:trace contextRef="#ctx0" brushRef="#br0" timeOffset="4896.77">10662 8936 378 0,'0'0'8'0,"0"0"-1"16,0 0 8-16,0 0 27 16,0 0 0-16,38-1-18 0,-22-3-10 15,0 1-8-15,2-1-4 16,1 0-1-16,2 1 0 15,-1-1-1-15,0 0 0 16,0 0-11-16,0-1-47 16,-3-1-56-16,-2-1-41 0</inkml:trace>
  <inkml:trace contextRef="#ctx0" brushRef="#br0" timeOffset="5110.88">11024 8776 327 0,'0'0'52'0,"0"0"15"15,0 0-28-15,0 0 2 16,0 0 11-16,11 30-14 0,-8-11-19 16,-2 5-10-16,2 3-5 15,-3 0-3-15,3 2 0 16,-3-3-3-16,0-8-77 15,0-8-143-15</inkml:trace>
  <inkml:trace contextRef="#ctx0" brushRef="#br0" timeOffset="7100.79">13492 8419 74 0,'0'0'58'0,"0"0"-3"0,0 0-7 0,0 0-16 15,0 0-7-15,0 0-4 16,0 0-17-16,0 0 1 16,0 0 5-16,0 0 0 0,0 0 3 15,5 30 2-15,3-17-3 16,2 1 0-16,2 2-5 15,0 2 0-15,3 0-4 16,-1 1 0-16,4 0-1 16,0 0 0-16,2-2-1 0,2 0 1 15,1-2 0-15,0 2 0 16,2-3 0-16,0 0 0 16,0-1 0-16,1-1-1 15,-2-2 0-15,3-4 0 16,-2-1 0-16,2-2 0 15,1-3 2-15,0 0 1 0,2-9 1 16,2-1 1-16,0-3 3 16,2-2-1-16,0 1-4 15,3-2-1-15,-2 1-3 16,2 0 2-16,-2 2-1 0,-1 1-1 16,2-1 1-16,-2 3-1 15,3 1 1-15,-2 0 0 16,3 1 2-16,0 1-1 15,2 1 4-15,-1 2 3 16,4 1 1-16,-1 1-3 0,3 2-2 16,-2 0-1-16,-1 0-2 15,0 7 0-15,-3 1-1 16,-4 5 0-16,-4 2-1 16,-3 0 0-16,-7 5 1 15,-2-2-1-15,-2 1 0 16,-2 0 1-16,-5-4-1 0,-2-1 1 15,-2-3-1-15,-2-3 0 16,-1-3 1-16,-2-2 0 16,-1-3-2-16,0 0 3 15,0 0 18-15,2 0 26 0,1-6-33 16,2-4-9-16,5 0-4 16,4-2 2-16,4-1-2 15,5 0 0-15,6 1 0 16,3-1 0-16,4 3 1 15,2 1-1-15,4 2 0 16,1 0 0-16,3 2 0 0,-1 0 2 16,3 4-1-16,0 0 3 15,0 1-2-15,0 0-1 16,-2 0 1-16,0 0-1 16,-3-3 0-16,-1-2 5 15,-5-1 0-15,-3-1 0 0,-4-1 0 16,-4-2 0-16,-5-2 0 15,-5-1 1-15,-5-4-1 16,-4-3-1-16,-7-3-1 16,0-3-3-16,-10-2-1 15,-7-2 0-15,-2 0-1 0,-2 3-1 16,-2 3-45-16,0 6-32 16,-3 3-39-16,0 4-119 15</inkml:trace>
  <inkml:trace contextRef="#ctx0" brushRef="#br0" timeOffset="7955.87">14305 8832 141 0,'2'-3'50'0,"-2"1"11"0,0 0-11 16,0 1 0-16,0 1-3 15,0 0-4-15,0 0-28 16,1 2-12-16,1 6-1 16,-1 0 5-16,2 5 7 15,0 2-2-15,0 0-3 0,-1 2 0 16,0-1-5-16,-1 1-1 15,1-3-1-15,-2 0-1 16,0-3 1-16,0-1-1 16,0-2 1-16,0-2-1 15,0-2-1-15,0-1 1 16,-2-1 0-16,1-2 1 0,1 0 2 16,0-3 13-16,0-5-8 15,0-2-5-15,0-3-3 16,3-3-1-16,2 0 1 15,3-1-1-15,-1 0 0 16,0 3 1-16,0 1-1 0,1 2 0 16,-1 0 0-16,0 2 0 15,0 4 0-15,-1 0-1 16,2 2 1-16,1 1-1 16,0 2 0-16,0 0 1 15,1 0 0-15,0 2 0 0,0 4 0 16,-2 3 0-16,0 2 0 15,0 1-1-15,0 1 2 16,-4 2-2-16,0 1 2 16,-1 2 0-16,-1 2-1 15,-2 0 0-15,0 0 1 0,0-1-1 16,0-2-16-16,0-1-36 16,0-5-33-16,0-3-54 15,0-5-125-15</inkml:trace>
  <inkml:trace contextRef="#ctx0" brushRef="#br0" timeOffset="8368.53">14681 9001 186 0,'0'0'22'0,"0"0"38"0,0 0-5 0,0 0-11 16,0 0 7-16,0 0-5 15,0 0-13-15,0 0-10 0,0 0-11 16,0 0-8-16,39-7-1 16,-18 4 0-16,3-1-1 15,6-1-1-15,0-1 0 16,1 1 0-16,-4 1 0 16,-2 1 0-16,-4 0 0 0,-5 3-2 15,-6 0-3-15,-6 0-51 16,-4-1-93-16,0-2-178 15</inkml:trace>
  <inkml:trace contextRef="#ctx0" brushRef="#br0" timeOffset="11100.9">15225 8936 2 0,'2'-3'97'0,"-2"0"-58"0,0-1-3 16,0-1-4-16,1 2 4 15,-1 0 5-15,0 0-4 0,0-2-4 16,0 4 4-16,0 0-2 16,0-1-7-16,0 2-5 15,0 0-8-15,0 0-5 16,0 0-2-16,0 0-4 16,0 2 0-16,-1 3 2 0,1 2 1 15,0 4 3-15,-2 2-5 16,1 4 11-16,-1 4-3 15,0 1-5-15,2 2-4 16,0-1-1-16,0-4-2 16,0-3 1-16,0-3 0 0,0-4-2 15,2-4 1-15,0 0 0 16,-1-3-1-16,1-1-1 16,-2-1-15-16,0 0-39 15,0 0-23-15,0-7-75 16</inkml:trace>
  <inkml:trace contextRef="#ctx0" brushRef="#br0" timeOffset="11408.74">15196 8851 167 0,'0'0'65'0,"0"0"21"0,0 0-4 16,-15-28 1-16,13 23-20 15,2 1-18-15,0 1-17 16,0 3-20-16,0 3-8 16,7 4 0-16,0-5-55 15,-1-3-300-15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0:57:05.485"/>
    </inkml:context>
    <inkml:brush xml:id="br0">
      <inkml:brushProperty name="width" value="0.05292" units="cm"/>
      <inkml:brushProperty name="height" value="0.05292" units="cm"/>
      <inkml:brushProperty name="color" value="#FF0000"/>
    </inkml:brush>
  </inkml:definitions>
  <inkml:trace contextRef="#ctx0" brushRef="#br0">20504 4135 135 0,'0'-8'121'0,"-1"4"-87"0,0 0 6 15,1 2-15-15,0 2-17 16,0 0-14-16,4 6 12 16,3 5 12-16,3 2-5 0,4 5 4 15,3 3 4-15,4 4-7 16,3 3-6-16,2 3 0 15,0 1-1-15,-1 1 0 16,-2 0-1-16,-2-2 5 16,-4-2-4-16,-4-5 0 15,-4-4-4-15,-1-5 0 0,-4-4-7 16,-3-4-31-16,-1-4-36 16,0-3-49-16,-7-3-126 15</inkml:trace>
  <inkml:trace contextRef="#ctx0" brushRef="#br0" timeOffset="295.39">20712 4093 295 0,'0'0'9'16,"0"0"0"-16,0 0-6 0,-23 47 14 15,9-19 4-15,-3 7-14 16,-3 3-4-16,-2 2-2 16,1 1 2-16,-1-2 0 15,3-2 0-15,2-4-1 16,4-7 0-16,6-4-5 0,3-6-11 15,4-5-29-15,0-5-120 16</inkml:trace>
  <inkml:trace contextRef="#ctx0" brushRef="#br0" timeOffset="573.34">20939 4439 367 0,'0'0'45'0,"0"0"-15"16,0 0-17-16,0 0 33 15,8 28-10-15,-7-13-19 0,-1 3-6 16,1-1-6-16,-1 4-2 15,0-3 0-15,0-1 0 16,0-2 0-16,0-2-2 16,0-5-15-16,0 0-31 15,0-4-38-15,0-4-51 16,-1-2-86-16</inkml:trace>
  <inkml:trace contextRef="#ctx0" brushRef="#br0" timeOffset="736.44">20958 4275 344 0,'0'0'4'0,"0"0"14"16,0 0-19-16,0 0 2 15,0 0-11-15,0 0-75 0</inkml:trace>
  <inkml:trace contextRef="#ctx0" brushRef="#br0" timeOffset="9145.1">21193 4269 33 0,'2'2'18'0,"-1"0"6"15,1-1-16-15,-1-1 102 16,2 0-84-16,-2 0-14 15,2 0 7-15,-1 0 2 16,1 0-4-16,0 0 3 0,2 0 10 16,-1 0-4-16,4 0-6 15,-1 0-5-15,3 0-2 16,3 0 1-16,1 0 1 16,4 0-5-16,2 0 1 0,3 0-2 15,2 0-2-15,1 3 0 16,0 0 0-16,1-1 0 15,-3 0-2-15,-3-2-2 16,-2 2-1-16,-3-1 0 16,-5-1-2-16,-3 1 1 0,-3 0-1 15,-2 0 0-15,-3-1-1 16,0 0 0-16,0 1-2 16,0 0-1-16,0 1 14 15,-2-1-9-15,2 0-17 16,0-1-73-16,0 0-69 15</inkml:trace>
  <inkml:trace contextRef="#ctx0" brushRef="#br0" timeOffset="11854.87">21992 4127 113 0,'3'18'13'0,"0"2"37"0,0 5-13 16,2 3-10-16,-4 3-2 16,1 3-5-16,0 1-6 0,-2 2-1 15,0-3-4-15,0 1-4 16,0-5-1-16,0-4-3 16,0-4 0-16,0-7 1 15,-2-4 0-15,1-6 2 16,-1-5 10-16,0 0 61 0,-2-3-3 15,1-10-58-15,1-6-11 16,1-7-3-16,1-7 1 16,0-6 0-16,8-6-1 15,1-5-1-15,1 1 0 16,-1 1-1-16,-1 3 2 16,-3 6 0-16,-1 7 0 0,-2 8 0 15,-1 6 1-15,-1 6-1 16,0 3 0-16,0 4 1 15,0 4-1-15,0 1 0 16,0 0-5-16,0 5 2 16,0 3 2-16,0 5 1 0,0 1 0 15,0 3-1-15,0 2 1 16,2 2 0-16,3 3 0 16,1 2-1-16,0 0 2 15,1-1-1-15,0-3 0 16,1-3 0-16,0-6 0 15,1-4 1-15,-2-5-1 0,1-4 1 16,0-2 1-16,2-11 0 16,0-6 0-16,1-3-1 15,-1-4-1-15,-1-2 0 16,-2 3 1-16,-3 4-1 0,-1 4 2 16,-2 6-1-16,0 3 9 15,-1 3 21-15,1 5-14 16,1 0-19-16,0 6-2 15,3 4 3-15,1 3 2 16,3 5 0-16,2-1-1 0,3 3 1 16,3-3-1-16,0 0 0 15,2-3 1-15,2-3 0 16,1-5-2-16,-1-5-16 16,1-1-28-16,0-5-49 15,-2-14-75-15</inkml:trace>
  <inkml:trace contextRef="#ctx0" brushRef="#br0" timeOffset="12166.32">22577 3924 350 0,'0'0'64'0,"0"0"-49"0,34 23-3 0,-19 1 23 16,0 6-13-16,-2 8-7 16,-1 5-8-16,-8 7-5 15,-4 7-2-15,-4-2 2 0,-13 3-1 16,-6-2-3-16,-7-8-67 15,-4-8-70-15,-2-8-85 16</inkml:trace>
  <inkml:trace contextRef="#ctx0" brushRef="#br0" timeOffset="12671.7">20420 3857 231 0,'0'0'-17'0,"-42"44"21"0,20-8 12 16,0 15 6-16,1 14 20 15,0 9-7-15,4 9-13 16,7 4-9-16,8-1-7 15,5-4-6-15,19-10 1 16,14-11-1-16,13-14 1 16,11-17-21-16,10-17-94 0</inkml:trace>
  <inkml:trace contextRef="#ctx0" brushRef="#br0" timeOffset="13309.03">22718 3737 231 0,'0'0'7'0,"0"0"67"0,20-33-26 15,-10 23-19-15,3 4-15 16,3 4-8-16,2 2-3 15,-1 3-3-15,1 7-1 0,-5 6 0 16,-4 4-1 0,-5 0 2-16,-4 3-1 0,0-1 1 15,-9-1 2-15,1-1-4 16,-1-4 1-16,0-4-5 16,4-4 4-16,1-3 2 0,4-4 0 15,0-1 2-15,11 0 2 16,8 0-1-16,4-4 3 15,11-1 5-15,8-1-3 16,8 0-6-16,-1 1-2 16,0-3-2-16,-7-3-212 0</inkml:trace>
  <inkml:trace contextRef="#ctx0" brushRef="#br0" timeOffset="14134.77">19938 3871 110 0,'0'0'27'0,"0"0"15"15,0 0-10-15,0 0 1 16,0 0 1-16,0 0-24 0,0 0-14 15,0 0 4-15,0 0 2 16,5 38 4-16,-2-12 0 16,-1 4 1-16,1 2-1 15,-3 2-4-15,0-2 0 16,1-2-1-16,-1-1-2 16,0-6 3-16,0-3-1 0,-3-4-3 15,-2-6-38-15,-2-8-41 16</inkml:trace>
  <inkml:trace contextRef="#ctx0" brushRef="#br0" timeOffset="14878.85">19937 4101 235 0,'0'0'14'0,"0"0"8"15,0 0-17-15,0 0-6 16,0 0-6-16,0 0 7 16,0 0 3-16,0 0 2 15,-40 31-1-15,23-18-1 16,-5 2-2-16,-2 0-3 0,-2 1 0 16,-2-2 11-16,2 0-8 15,2 0 0-15,2-1 0 16,8-2-1-16,2-2 0 15,7-1-1-15,4-1-1 16,1-1 2-16,6-1 0 0,7 0 1 16,2-2 0-16,5 1 1 15,2-1 2-15,2-1 14 16,0-1 11-16,-2 3-9 16,-2 0 0-16,-2 1-18 15,-7 0-2-15,-2 4 0 0,-8 2-1 16,-1 0 2-16,-9 5-1 15,-9 2 0-15,-6 5 8 16,-7 0-2-16,-4 2-5 16,-5 0-1-16,0-1 0 15,0-1 1-15,2-3-1 0,4-2 0 16,6-1 1-16,7-4-1 16,7-1 0-16,7-4-1 15,6 0 0-15,1-3-1 16,12-3 1-16,9-2 3 15,6 0-1-15,9 0 4 0,6-5 9 16,1-3 4-16,-1 4-1 16,-4-2-14-16,-4 4 1 15,-8 1-3-15,-7 1-1 16,-3 0 1-16,-7 0-1 16,-4 0 0-16,-1 0 0 0,-2 0-1 15,-2 0 1-15,0 0-1 16,0 1 2-16,0 1 1 15,-3 4 0-15,0 4-1 16,-1 0 0-16,1 5 1 16,0 3 1-16,2 4 12 15,1 1-9-15,0 2-5 0,0-1-1 16,0 0 0-16,0-1 1 16,0-3-1-16,0-4-8 15,0-6-127-15,-2-5-129 16</inkml:trace>
  <inkml:trace contextRef="#ctx0" brushRef="#br0" timeOffset="15188.52">19447 5098 403 0,'0'0'46'0,"0"0"-42"0,0 0-4 16,4 31 2-16,3-16-1 15,-3 2-1-15,2 1 1 16,-2 0-2-16,-3-3 2 0,-1 3-2 15,0-5-11-15,-1-3-81 16,-9-3-22-16,-1-4-114 16</inkml:trace>
  <inkml:trace contextRef="#ctx0" brushRef="#br0" timeOffset="15389.83">19468 4946 351 0,'0'0'-7'15,"0"0"34"-15,0 0 9 16,0 0-27-16,0 0-10 16,0 0-3-16,0 0 4 15,0 0-2-15,10 5-52 16,-8 3-35-16,0-1-96 0</inkml:trace>
  <inkml:trace contextRef="#ctx0" brushRef="#br0" timeOffset="15608.05">19566 5097 327 0,'0'0'18'0,"0"0"4"16,36-13 11-16,-21 7-8 0,4 1-15 16,-1 3-6-16,0 1-1 15,-3 1-3-15,-3 0 0 16,-4 5 0-16,-3 2-30 16,-5 1-74-16,0 0 6 15</inkml:trace>
  <inkml:trace contextRef="#ctx0" brushRef="#br0" timeOffset="15759.89">19613 5179 198 0,'0'0'26'15,"0"0"24"-15,0 0-42 0,0 0 4 16,0 0 27-16,0 0-11 16,45 5-19-16,-25-5-4 15,5-2-3-15,0-1-1 16,-1 0-7-16,0-3-76 15,-4-2-82-15</inkml:trace>
  <inkml:trace contextRef="#ctx0" brushRef="#br0" timeOffset="15955.36">19974 5045 431 0,'0'0'17'0,"0"0"31"15,0 0-49-15,0 0 4 16,11 28 2-16,-7-14-1 16,1 0-2-16,0 1-2 15,-2 1 2-15,0-2-3 0,-3-1-33 16,0-5-161-16</inkml:trace>
  <inkml:trace contextRef="#ctx0" brushRef="#br0" timeOffset="16630.52">19778 3536 228 0,'0'0'7'0,"0"0"26"0,0 0 4 0,0 0-34 15,0 0-2-15,0 0 1 16,0 0 0-16,18 39 1 15,-14-24-3-15,-1 0 1 16,0-2 0-16,-1-3 0 0,-1 0 0 16,-1-3 1-16,0-4-1 15,0 0 2-15,0-3 1 16,0 0 3-16,0 0 71 16,-1-3-55-16,-4-5-18 15,2-2-3-15,2-5 1 16,1-1 0-16,0-1 0 0,7 2-2 15,6 0-1-15,2 3 1 16,2 4 1-16,3 6 0 16,1 2 0-16,3 2-4 15,-2 8 2-15,1 4 0 16,0 2-2-16,-3 1 2 0,-2 1 0 16,-1 1 0-16,-3 3 0 15,-4-4-19-15,-3-2-140 16</inkml:trace>
  <inkml:trace contextRef="#ctx0" brushRef="#br0" timeOffset="17535.28">20272 5050 110 0,'0'0'31'0,"0"0"5"0,0 0-13 16,0 0-10-16,0 0-9 0,0 0-3 15,0 0 3-15,38-2 8 16,-10 4 9-16,12-2 3 16,13 0 1-16,16 0 11 15,19-6-4-15,16-3-14 16,13 1-9-16,11-2-1 0,8-3-3 15,9 1-1-15,2-4 0 16,1 1 6-16,-2-1 3 16,1-1-1-16,-7 2 6 15,-10 0-1-15,-12 2-9 16,-12 3-3-16,-15 2-4 16,-18 3 1-16,-18 0-2 0,-13 3 1 15,-17 2-1-15,-9 0 0 16,-12 0-1-16,-4 0-16 15,-12 2-30-15,-7-2-119 16</inkml:trace>
  <inkml:trace contextRef="#ctx0" brushRef="#br0" timeOffset="18387.57">21225 5367 265 0,'0'0'18'0,"0"0"25"0,0 0 10 0,0 0-7 15,0 0-11-15,0 0-5 16,0 0-7-16,0 0-10 15,0 0-5-15,0 0-5 0,10-32-1 16,0 26-1-16,2 1 0 16,2-1-1-16,0 4 1 15,0 2-2-15,0 0 2 16,-1 0-1-16,-1 2 0 16,0 7 0-16,-1 3 0 0,-1 3-1 15,-1 5 1-15,-2 0 0 16,-2 1-1-16,-2 2 2 15,-1-1-1-15,-2-1 0 16,0-4-1-16,0-1 2 16,0-4-1-16,-2-4 0 0,-1-5 1 15,0-2-1-15,1-1 4 16,-3-2 29-16,0-5-23 16,-1-4-4-16,1-4-2 15,4-3-1-15,1-6-2 16,4-4 0-16,12-1-1 0,3-1 0 15,3 2 0-15,1 3 0 16,-2 7 1-16,-2 8-1 16,-3 8 0-16,0 2-1 15,-4 7 0-15,3 6-1 16,-2 7 2-16,-1 0 1 16,-1 1-2-16,-2 4 2 0,-3 1-1 15,-2-1 0-15,-2 1-2 16,-1-4-4-16,-1-4-117 15,0-8-178-15</inkml:trace>
  <inkml:trace contextRef="#ctx0" brushRef="#br0" timeOffset="22309.58">20774 3877 34 0,'0'0'76'0,"0"0"-32"0,0 0-9 15,0 0-9-15,-7-28 0 0,2 22-3 16,1 1-6-16,-2-2-3 16,1 4 1-16,-1-2-2 15,0-1-5-15,-2 2-2 16,1 1 4-16,-1-1 19 15,1 0-9-15,-2 2-15 16,1 0-2-16,-1 2-1 0,0 0-1 16,-1 0-2-16,1 0 1 15,-1 4 0-15,2 1 0 16,-2 0 0-16,0 0 0 16,-2 2 0-16,2 0 0 0,-3 0 0 15,1 1 0-15,-1 3 0 16,0-2 1-16,0 4-1 15,0 0 0-15,1 2 0 16,-1 0-1-16,2 1 2 16,0 1-1-16,-1-1 0 15,4-1 1-15,-1 0 0 16,1 0 0-16,1 0 1 0,0 0 0 16,0 1 2-16,1 1-1 15,0 1 1-15,-1 0 0 16,2 1-3-16,-2 0 0 15,1 1 0-15,2 0 0 0,0 1 1 16,0-1-2-16,2 2 2 16,0-1 0-16,1 2 0 15,0 0 0-15,1 0 0 16,-1 0-1-16,1 1 0 16,0-1 1-16,0-1 1 15,0-1 5-15,1 0 2 0,3-1-5 16,-1-3 1-16,3-1-3 15,-1 1 2-15,1-3 5 16,1 0-1-16,-1-1-6 16,1 3 0-16,0-4-1 0,0 2-1 15,0 0-1-15,1 0 2 16,-2-2-2-16,1-1 1 16,1 2-1-16,-2-3 2 15,4 0 1-15,-2 0 2 16,1-2 12-16,2-1-3 15,1-1-13-15,3 1 14 0,-2-2 6 16,1-1-17-16,2 0-2 16,-1-1 2-16,0 0-2 15,-2-3-1-15,-1 2 2 16,0-2-3-16,-1 0 1 0,0 0 0 16,1 0 0-16,0 0 1 15,2 0-1-15,-1-2 4 16,3-1 10-16,1-2-8 15,-2 0-3-15,2 0-1 16,0-1-1-16,0 1 0 16,2-2 0-16,0 2 0 0,0-3 0 15,-1 1 1-15,-1-1 0 16,1 1-2-16,-1 0 0 16,-2 1 1-16,-1-1-1 15,-1 1 0-15,0 1 1 16,-1-2 1-16,-5 2 0 0,2 0 3 15,-1-1 1-15,-2 1 2 16,-1-2 0-16,2 2-1 16,-4-3-2-16,2 0-1 15,0 1-3-15,0-1 0 16,-2-2 0-16,0 0-1 0,1-1-1 16,-2-1 1-16,-1 0 0 15,-1-1 0-15,1 0-1 16,0 1 1-16,0-3-1 15,-1 1 1-15,0 0-1 16,0-2 0-16,0 1 1 16,0 2 0-16,0-2-1 0,0-1 0 15,-2 1 1-15,1 0-1 16,-2 0 0-16,0 0 0 16,1 0 0-16,0 0 0 15,1 1 0-15,-1-2 0 0,1 0 0 16,0 0 0-16,0-1 1 15,0 1-1-15,-1 0 0 16,1 1 0-16,0-1 0 16,-1 1 0-16,1 1 0 15,-2 0 0-15,1 0 0 0,0 2 0 16,0 0 0-16,-2 1-1 16,1-1 2-16,1 4-2 15,-1-2 1-15,0 2 1 16,0-2-2-16,1 3 1 15,-4-3 1-15,3 1-2 16,-1-1 0-16,-1 1 2 0,1-2-1 16,-2-1-1-16,2 2 1 15,-2-3 0-15,2 2 0 16,-2-1 0-16,3 2 0 16,-1 0 0-16,0 2 0 15,1 0 0-15,-2 1 0 0,1 1 0 16,-1 0 0-16,0 1 0 15,1-1 0-15,-3 2-1 16,2 0 2-16,0 0-2 16,-2-1 1-16,2 1 0 0,-3 1 0 15,2-1 0-15,0 2 0 16,-4-1-1-16,3 1 2 16,-1-1-1-16,-1 0 0 15,1 1 0-15,-1-1 0 16,2 0 0-16,0 0 0 15,0 1 0-15,1 0 0 0,2 0 0 16,-1 2 0-16,0-1 0 16,0 0-1-16,0 1 1 15,0 0 0-15,-1 0-1 16,-1 0 1-16,-1 0 0 16,-1 0 0-16,0 2-1 0,-1 1 2 15,-2 1-1-15,1 0 0 16,1 0-1-16,3 1 0 15,2-2-18-15,5-3-61 16,0-1-74-16,7-16-149 16</inkml:trace>
  <inkml:trace contextRef="#ctx0" brushRef="#br0" timeOffset="28143.9">22119 3889 117 0,'0'0'41'0,"0"0"-7"15,0 0-1-15,0 0 6 16,0 0-1-16,0 0-1 15,0 0 4-15,0 0-4 0,0 0-12 16,7-35-1-16,-7 26-5 16,0-1-7-16,0-2-1 15,-1-4-5-15,-2-1-2 16,0-3-1-16,-2-5-1 16,1-4 0-16,0 0-1 15,1-2-1-15,0-2 0 0,1 5 3 16,-1 2-4-16,3 5 1 15,0 5 0-15,0 3 0 16,0 3 0-16,0 3 0 16,0 2 0-16,0-1 0 15,0 4 1-15,3-3-1 0,0 1 0 16,4 0 0-16,3 1 0 16,4-3-1-16,8-1-1 15,9-2 4-15,10-3-2 16,8-2 1-16,10-6-1 15,7 0 2-15,2-2-3 0,-3 0 3 16,-3 3-1-16,-7 1 1 16,-9 4-1-16,-10 5 0 15,-7 1 0-15,-8 2-1 16,-4 2 0-16,-6 1 0 16,-4 1 0-16,-2 0-1 15,-3 1 1-15,-2 1-4 0,0 0-28 16,0-2-31-16,-5-3-92 15</inkml:trace>
  <inkml:trace contextRef="#ctx0" brushRef="#br0" timeOffset="28478.7">22802 3166 199 0,'0'0'3'0,"0"0"20"0,0 0 5 0,0 0 3 16,0 0 8-16,0 0-6 15,0 0-10-15,28-14-18 16,-18 14-3-16,3 0 3 16,3 1 0-16,1 3 1 0,2 0-1 15,0-1-2-15,-2 4 0 16,-1-1 0-16,-2 0-2 15,-2 1 0-15,-5 0-1 16,-4 3 0-16,-3-2 1 16,-1 4 1-16,-10 1 1 0,-6 2 0 15,-5 3-1-15,-1 1-2 16,-1 2-2-16,3-3-2 16,3-1-43-16,5-4-48 15,6-7-59-15</inkml:trace>
  <inkml:trace contextRef="#ctx0" brushRef="#br0" timeOffset="28806.73">23419 2863 316 0,'0'0'4'0,"0"0"3"16,0 0 13-16,0 0-20 15,0 0 1-15,7 38 3 16,1-5 40-16,2 8-8 16,0 7-15-16,2 5-9 15,0 4-8-15,1-1-4 0,-3-2 1 16,1-8-1-16,0-6 0 15,-3-7-1-15,-2-9 1 16,-2-7 0-16,-4-5-1 16,0-4-7-16,-5-6-108 15,-7-2-58-15</inkml:trace>
  <inkml:trace contextRef="#ctx0" brushRef="#br0" timeOffset="29157.69">23448 2992 241 0,'0'0'12'0,"9"-30"43"15,-2 17-15-15,4 4-8 16,5 3-12-16,0 2-10 15,3 4-6-15,1 0-2 16,1 5-2-16,-2 5 0 16,0 1 1-16,-5 5-1 0,-2-1 0 15,-4 0 1-15,-5 0-1 16,-3-1 0-16,0 1 0 16,-6-3-1-16,-7 1 0 15,-3-3 1-15,-2 0-2 16,-1-3-10-16,2-1-27 15,0-2-7-15,6-4 5 0,4 0-17 16,5-4-59-16</inkml:trace>
  <inkml:trace contextRef="#ctx0" brushRef="#br0" timeOffset="29560.84">23816 2921 236 0,'0'0'4'16,"0"0"9"-16,-30 5-7 0,18 3-1 15,4 2-1-15,1 2 4 16,1 1-2-16,5 2 0 16,1-2-2-16,2 2 1 15,7-3 4-15,5-2 7 16,3-2 1-16,4-4 7 0,2-3-11 15,3-1 0-15,-2-2-3 16,0-8-1-16,-1 0-3 16,-6-1-1-16,-3-4 3 15,-6 2-2-15,-4-1-2 16,-4 1-2-16,-1 1 0 0,-12-1-1 16,-4 3-1-16,-3 2 0 15,-2 1-1-15,-2 3 2 16,1 2-2-16,2 2-1 15,3 0 1-15,2 0 0 16,5 5-1-16,2 1-1 0,7 1-14 16,2 0-48-16,0-4-9 15,11 0-25-15</inkml:trace>
  <inkml:trace contextRef="#ctx0" brushRef="#br0" timeOffset="29837.18">24047 2809 386 0,'0'0'-3'0,"0"0"21"0,0 0-21 16,0 0 2-16,17 41 4 16,-8-16 3-16,1 5 9 15,2 6 11-15,-1 2-16 16,2 3-5-16,-1 2-4 15,-1-1 0-15,-2-3 0 16,-3-2-1-16,0-5-1 0,-2-8-1 16,-3-6 0-16,-1-4-20 15,0-8-64-15,-6-6-21 16</inkml:trace>
  <inkml:trace contextRef="#ctx0" brushRef="#br0" timeOffset="30137.37">24059 2948 311 0,'0'0'22'0,"20"-55"-19"0,-7 32-1 16,0 5 15-16,1 4-2 16,2 3 9-16,0 5 1 15,0 4-11-15,1 2-6 16,-1 0-5-16,1 9-2 15,-3 3 1-15,-2 3-1 0,-4 0 0 16,-2 2 0-16,-6-1-1 16,0-1 1-16,-2-2-1 15,-8 0 1-15,-5-1 0 16,-2-4-1-16,-6 0-2 0,0-4 1 16,-3-3-5-16,1-1-22 15,2 0-19-15,4 0-3 16,5-4 10-16,5-3-26 15,7-3-124-15</inkml:trace>
  <inkml:trace contextRef="#ctx0" brushRef="#br0" timeOffset="30489.65">24326 2609 371 0,'0'0'9'0,"0"0"45"0,0 0-38 0,0 0-17 0,0 0 2 16,17 32 1-16,-10-6 1 15,1 4 4-15,1 4-4 16,2 1-1-16,-3-2-2 0,1-5 0 16,0-5 1-16,-2-3-1 15,-2-7 0-15,1-3 0 16,-4 0-2-16,-2-4-14 16,0-2-110-16,0-4-44 15</inkml:trace>
  <inkml:trace contextRef="#ctx0" brushRef="#br0" timeOffset="30842.04">24498 2828 385 0,'0'0'4'0,"0"0"11"0,0 0-1 16,0 0-11-16,0 0 0 15,0 0 0-15,31 10 3 16,-27-1-1-16,0 4-1 15,1-3-3-15,0 0 0 16,-3 0 0-16,-1 0-1 0,-1-5 0 16,1 1 0-16,-1-4 0 15,0-2 0-15,0 0 2 16,-2-3 3-16,-1-6-4 16,-3-4 0-16,4 0 0 15,1-3-1-15,1-1 1 0,2-1 1 16,6 2 2-16,5 5 14 15,5 3-2-15,2 8-6 16,0 0-8-16,1 12 0 16,0 4-2-16,-1 3 0 0,-4 1 0 15,-2 1 1-15,-4-1-2 16,-4 0-1-16,-6-3-40 16,0-3-98-16</inkml:trace>
  <inkml:trace contextRef="#ctx0" brushRef="#br0" timeOffset="31576.26">23901 3548 492 0,'0'0'8'0,"0"0"12"0,0 0-24 0,0 0 5 15,21 34 0-15,-13-13-1 16,2 4 1-16,-1 1 0 0,-1-1-1 15,-2 0 1-15,-2-3-1 16,-2-3 0-16,-2-7 0 16,0-2 0-16,0-4 0 15,0-6 2-15,-2 0 4 16,0-6 0-16,-1-6-3 16,0-4-1-16,1-5 1 0,2 0-2 15,0-2-1-15,0 2 0 16,0 3 1-16,4 3-1 15,1 5 1-15,1 5-1 16,4 3 0-16,2 2-1 0,1 0 0 16,3 6 1-16,1 5 0 15,-1 1-1-15,-1 2 1 16,-1 1 0-16,-2-1 0 16,-1 0 0-16,-3-2 0 15,-1-3 0-15,-2-2 0 0,-2-2-1 16,-1-1 1-16,-2-4 0 15,0 0 1-15,0 0 3 16,-2-10-3-16,-3-2-1 16,1-5 1-16,0-5-2 15,2 0 1-15,2-1 0 0,0 2 0 16,1 4 1-16,5 5 3 16,0 4 17-16,1 3-12 15,0 5-8-15,4 0-3 16,-1 8 1-16,1 2 1 15,1 2 0-15,0 1 0 16,2 2 1-16,-1 0-1 0,0 0 0 16,-1 0-2-16,-2 1 0 15,-3-2-50-15,-2-3-94 16,-3-4-45-16</inkml:trace>
  <inkml:trace contextRef="#ctx0" brushRef="#br0" timeOffset="31966.12">24354 3663 392 0,'0'0'7'0,"0"0"33"0,35-37-11 16,-20 26-4-16,1-1-3 16,-1-1 2-16,-2 2-9 15,1-1-6-15,-4 2-4 16,-2 0-3-16,-3 2 0 15,-1-1 0-15,-3-1 1 0,-1 2 1 16,-1 0 3-16,-5 2-1 16,-3 0-4-16,-2 3 0 15,-2 3-2-15,-2 0 1 16,0 0-2-16,1 9 1 16,1 2 0-16,1 4-1 0,4 1 1 15,4 2 0-15,4 0 0 16,0 0 0-16,2 0 0 15,9-3 0-15,3-3 1 16,3-1-2-16,3-4 2 16,5-3-1-16,1-4 0 0,0 0-1 15,3-2-11-15,-1-9-27 16,1-1-37-16,-2-3-88 16,-2-1-111-16</inkml:trace>
  <inkml:trace contextRef="#ctx0" brushRef="#br0" timeOffset="32401.9">24747 3514 426 0,'0'0'20'16,"0"0"43"-16,-38-13-32 15,21 10-12-15,0 3 2 16,2 0 4-16,-1 1-10 16,1 6-8-16,5 1-7 0,0 2 1 15,4 2-1-15,2 1 0 16,4 0 0-16,0 0 0 15,1-2 0-15,6-1 0 16,4-1 0-16,2-6-1 16,-1-1-3-16,2-2-6 0,-1-1-1 15,-1-8 5-15,-3-1 0 16,-3-2 3-16,0 0 1 16,-4 1 2-16,-2 3 1 15,0-2 0-15,0 4 3 0,-2 2 3 16,1 0 2-16,1 2 0 15,-2 0 0-15,2 2 1 16,-1 0-8-16,1 0-3 16,0 7-1-16,2 1 2 15,3 3 1-15,2 1-1 0,3 1 0 16,-1-1 0-16,2-1 0 16,1 1-1-16,0-4-6 15,-1-1-52-15,0-4-25 16,-2-3-49-16,-2 0-30 15</inkml:trace>
  <inkml:trace contextRef="#ctx0" brushRef="#br0" timeOffset="32751.52">24805 3522 421 0,'0'0'47'0,"0"0"6"0,0 0-15 0,0 0-22 16,0 0-9-16,0 0-6 15,0 0-1-15,0 0 2 16,31 12-1-16,-20 1-1 16,-2 0 1-16,-1 0-1 15,-5 0 0-15,-1-3-1 0,0-1 0 16,-2-4-1-16,0-2 1 16,0-3 0-16,0 0 3 15,0-1 2-15,0-8-3 16,0-2 0-16,0-3-1 15,0-2 0-15,7-1-1 16,0 2-1-16,2 1 1 0,-1 2 1 16,6 6 0-16,-4 2 2 15,4 4 1-15,3 0-3 16,4 7 1-16,-1 6 2 16,1 0 0-16,0 4-1 0,-4 1-2 15,-7-1 0-15,-7-2-17 16,-3-4-181-16</inkml:trace>
  <inkml:trace contextRef="#ctx0" brushRef="#br0" timeOffset="34403.62">20699 4698 97 0,'0'0'45'0,"0"0"17"0,0 0-15 0,0 0-16 15,0 0 2-15,0 0-9 16,0 0 7-16,0 0-10 15,0 0-10-15,0 0-10 16,0 0-2-16,0 0 2 0,-4 37 3 16,4-1 1-16,0 7 12 15,5 12 8-15,1 8-5 16,3 6 1-16,-4 5-8 16,2 5 0-16,1 2-1 15,-3-5-2-15,2-2-5 16,-2-6-1-16,1-4-2 0,-3-7-1 15,1-6 2-15,-1-3-2 16,0-5-1-16,1-4 2 16,1-4-2-16,0-2 2 15,2-5 1-15,1-3 5 0,3 1 0 16,1-7-2-16,4-1 0 16,1-2 0-16,3-2-3 15,1-2 0-15,3-1-2 16,-1-2 0-16,1 1 1 15,1-3-2-15,-2 2 1 0,-2-1 0 16,-1 1-1-16,0-1 0 16,-5 1 1-16,2-1-1 15,-5-1 0-15,3-1 1 16,-1 1-1-16,-3-2 0 16,3 0 1-16,-4-2-2 0,3-1 2 15,-3 0-1-15,0-2-1 16,-2 0-5-16,-1 0-41 15,-3-1-32-15,-1-2-47 16,-3-2-38-16</inkml:trace>
  <inkml:trace contextRef="#ctx0" brushRef="#br0" timeOffset="34702.98">21258 6030 325 0,'0'0'44'0,"0"0"-6"0,0 0-6 16,0 0 1-16,0 0-7 16,30 8-6-16,-19 4-10 15,0 2 3-15,-1 2 10 16,-3 1-17-16,2 0-3 16,-5 1 0-16,-4 0 2 0,0 0-3 15,-1-1-1-15,-10 0 3 16,-4-2-1-16,-3-1 0 15,-3 1-2-15,-2-1 0 16,1-2-2-16,4-2-7 16,2-2-57-16,5-6-44 0,6-2-78 15</inkml:trace>
  <inkml:trace contextRef="#ctx0" brushRef="#br0" timeOffset="35320.9">21728 6077 360 0,'0'0'3'0,"0"0"-6"15,40-34 3-15,-29 27 3 16,-2 1 17-16,-5 2 23 0,-1 1 0 15,-3 3-1-15,0 1-15 16,-11 9-13-16,-3 5-5 16,-8 5-7-16,-2 5 0 15,-2 3-2-15,3-2 0 0,2-2 0 16,5-3 0-16,11-3 0 16,5-3 0-16,2-3 0 15,11-1 0-15,7 1 0 16,1 0 0-16,3 1 0 15,-2 0 0-15,0 2 1 16,-4 1-1-16,-4 1-1 16,-4-1 2-16,-5 1-3 0,-5-1 1 15,0 2 1-15,-11-1 2 16,-7 0 3-16,-7 2 9 16,-6 0 11-16,-6 2-5 15,-5-1-10-15,-3 1-6 0,-2-1-1 16,4-1-3-16,5-3 1 15,8-5-1-15,10-2 1 16,10-6-1-16,10-3-2 16,1 0-64-16,16-12-49 15,7-8-102-15</inkml:trace>
  <inkml:trace contextRef="#ctx0" brushRef="#br0" timeOffset="35816.99">22009 6306 356 0,'0'0'44'0,"-28"3"-9"0,11 0-8 0,3 2 0 15,-1 3-15-15,3 2-2 16,1-2 3-16,1 2 13 16,2 0-10-16,3 0-4 0,4-2-4 15,1-1-4-15,0 0-2 16,5-1 0-16,4-3-1 16,1-1-1-16,1-2 1 15,3 0 0-15,-1 0-1 16,1-5 1-16,-1-2-1 0,-1-1-1 15,0-1-2-15,0 2-1 16,-4-3 0-16,-1 3 2 16,-2-1 2-16,-1 3 0 15,-2 2 1-15,-2-1 1 16,1 4 13-16,-1 0 10 16,1 0-10-16,1 0-8 0,1 4-5 15,2 2 2-15,2 3-2 16,3-1-1-16,1 2-1 15,2-3 2-15,3 1-4 16,1-2-28-16,0-3 17 16,-2-1-85-16,0-2-97 15</inkml:trace>
  <inkml:trace contextRef="#ctx0" brushRef="#br0" timeOffset="36454.24">22220 6335 474 0,'0'0'37'0,"0"0"-2"0,0 0-32 0,0 0 3 16,0 0 14-16,0 0-4 0,0 0 7 15,22 35-7-15,-17-28-10 16,-1 1-3-16,1-2-2 15,-2-2 0-15,-1-1 0 16,-2-2-1-16,0-1 1 0,0 0 3 16,0-1 0-16,0-6-4 15,-2-3 1-15,1-4-1 16,1-3 0-16,0 0 0 16,6-2 0-16,2 1-1 15,1 4-1-15,1 3 2 0,0 4-1 16,0 4 1-16,-2 3 0 15,1 0-1-15,-1 3 1 16,-1 7 0-16,0 1 0 16,-1-1-1-16,-1 2 2 15,0-2-2-15,-2-2 1 16,-1 0 0-16,1-4 0 0,-1-2 0 16,-2-1 0-16,0-1-2 15,0 0 4-15,-1-3-1 16,-3-2-1-16,2-5-1 15,1 0 1-15,1 0 0 16,0-3 1-16,0 1-1 0,3-1-1 16,4 3 2-16,0 1-1 15,1 3 0-15,1 1 0 16,1 1 0-16,-1 2 0 16,0 2 0-16,1 0 0 15,-5 2 0-15,2 5 0 0,1 0 0 16,-3 3 0-16,1 0-1 15,-1 1 1-15,1-2 0 16,2-1-2-16,-3 0-18 16,3-3-27-16,1-3-34 15,-3-2-14-15,2 0-100 0</inkml:trace>
  <inkml:trace contextRef="#ctx0" brushRef="#br0" timeOffset="36994.91">22622 6213 476 0,'0'0'54'0,"0"0"-10"0,0 0-35 0,14 40 33 16,-6-21-17-16,2 4-9 16,2-1-4-16,0 1 37 0,2 0-31 15,3-3-9-15,0-2-2 16,0 0-4-16,2-3 5 15,-3-5-7-15,-1-2 0 16,-2-6-1-16,-3-1 0 16,-2-1 0-16,-2-3 1 0,-2-5-2 15,-3-5-1-15,-1-4-2 16,0-4-4-16,-2-2-3 16,-5-7-2-16,1-1-1 15,-3-3-4-15,0-2 7 16,1 2 5-16,1-1 5 15,1 5 1-15,2 5 0 0,1 6 0 16,3 5 0-16,0 6 0 16,0 5 0-16,1 3-1 15,5 0-1-15,0 6 1 16,-1 4 0-16,2 2 0 16,-4 3 1-16,0 0 0 0,-2 0 0 15,-1-1 0-15,0-2 0 16,0-3 0-16,-4-1 1 15,1-2-2-15,-3-3 0 16,1 2-13-16,-2-1 0 16,-1-1-1-16,-1 0-2 0,-1 2 2 15,0-1-9-15,1-1 3 16,2-1 0-16,-1 0 8 16,6-1 6-16,0-1-22 15,2 0-34-15,0-1-55 0,9-6-22 16</inkml:trace>
  <inkml:trace contextRef="#ctx0" brushRef="#br0" timeOffset="37228.69">22927 5930 471 0,'0'0'17'0,"0"0"-7"0,7 39-7 0,-1-16 27 0,1 5-7 0,1 1-3 16,0-1-3-16,0-1-8 15,-1-2-7-15,1-4-2 16,-1-3 2-16,2-6-8 16,-1-5-50-16,1-4-44 15,-2-3-93-15</inkml:trace>
  <inkml:trace contextRef="#ctx0" brushRef="#br0" timeOffset="37577.9">23121 6107 495 0,'0'0'21'16,"0"0"16"-16,34-28-8 15,-16 18-7-15,1 1-14 16,1 0-5-16,-2-1-1 15,-1 2 1-15,-3-2-1 16,0 2-2-16,-2-2 0 0,-4 0 1 16,-3 0-1-16,-5 2-2 15,0-1-1-15,-5 3 3 16,-8 3 0-16,-3 3-1 16,-3 1 2-16,0 9 0 15,-1 5 9-15,3 5 19 0,2 1-11 16,5 2-6-16,5 2-4 15,5-2-4-15,0-1-1 16,6-4-3-16,9-3 1 16,4-6-1-16,5-3-2 15,6-5-25-15,3-1-50 0,4-11-96 16,3-7-236-16</inkml:trace>
  <inkml:trace contextRef="#ctx0" brushRef="#br0" timeOffset="38185.56">23657 6009 436 0,'0'0'3'0,"0"0"-5"0,0 0-1 0,0 0 3 15,0 0 1-15,37-4 0 16,-26-6 0-16,3 0 0 16,-3-2 0-16,-1-1-1 0,0-2 0 15,-4 2 2-15,-2 2-2 16,-4 1 1-16,0 3 0 15,-9 3 1-15,-2 2 0 16,-3 2 9-16,-3 0 13 16,-1 6 6-16,1 7 0 0,2 4-6 15,3 1-5-15,2 5-3 16,8-1-8-16,2 1-4 16,2-4-1-16,11 0 0 15,4-3 0-15,1-3-1 0,2-3 1 16,1-3-3-16,0-1-6 15,-3-5-35-15,-2-1-39 16,-2 0-14-16,-4-10-94 16</inkml:trace>
  <inkml:trace contextRef="#ctx0" brushRef="#br0" timeOffset="38576.07">23887 5991 488 0,'0'0'25'0,"0"0"-7"0,0 30-13 16,0-15 25-16,0 2-12 15,1 1-2-15,1-2 2 16,-2-2-3-16,0-3-7 16,0-2-5-16,0-2 0 15,0-3-2-15,-3-4 1 0,-3 0 0 16,1 0 0-16,-1-7-1 15,0-6-1-15,5-5 0 16,1-4 0-16,0-4 0 16,1-1 0-16,8 0-1 15,-2 5 1-15,3 4 0 0,0 9-1 16,-1 5 1-16,1 4-1 16,-2 7 0-16,1 7 1 15,-2 3 0-15,0 3-1 16,-2 1 2-16,0-3-1 15,-1 0-1-15,0-3 0 0,0-3-25 16,2-4-23-16,-3-2-37 16,1-4-25-16,-2-2-64 15</inkml:trace>
  <inkml:trace contextRef="#ctx0" brushRef="#br0" timeOffset="38843.85">24099 5643 483 0,'0'0'23'0,"0"0"35"0,0 0-45 15,0 0-7-15,5 41 30 16,2-9-9-16,-3 5 0 0,2 4-6 15,-1 3-9-15,1-2-8 16,0-2-4-16,1-6 1 16,-1-5-2-16,-3-9-5 15,0-4-28-15,-3-6-15 16,0-5-32-16,-2-3-29 0,-4-2-22 16,-2 0 4-16</inkml:trace>
  <inkml:trace contextRef="#ctx0" brushRef="#br0" timeOffset="39093.03">24106 6021 167 0,'0'0'97'15,"0"0"-16"-15,0 0-20 16,-11-29-2-16,14 20-9 16,10-3-7-16,2 0-10 0,4-1-6 15,1 1-12-15,0 2-4 16,0 3-1-16,-5 1-4 16,0 3-2-16,-5 2 0 15,-2 1-2-15,-2 0 1 0,-2 4 2 16,-1 5 5-16,-2 2 2 15,-1 3-1-15,0 3-5 16,0 0-6-16,0 0 1 16,0 0-1-16,0-3-9 15,1-3-28-15,1-3-21 16,-3-2-55-16,1-5-56 0</inkml:trace>
  <inkml:trace contextRef="#ctx0" brushRef="#br0" timeOffset="39235.6">24247 5768 546 0,'0'0'2'0,"0"0"-1"16,0 0-20-16,0 0-56 15,0 0-17-15,32-24-75 0</inkml:trace>
  <inkml:trace contextRef="#ctx0" brushRef="#br0" timeOffset="39469.67">24454 5633 588 0,'0'0'2'16,"-3"51"17"-16,3-18 10 15,0 5-3-15,0-1-21 16,2-3-4-16,2-2 0 0,-1-7-1 16,-1-2 1-16,-1-7-6 15,0-1-18-15,-1-6-18 16,0-3-39-16,-6-1-18 16,-4-5-65-16,0 0-93 0</inkml:trace>
  <inkml:trace contextRef="#ctx0" brushRef="#br0" timeOffset="39949.76">24374 5898 302 0,'0'0'32'0,"0"0"26"0,22-30-19 15,-4 20 2-15,3 0 0 16,1 0-8-16,1 3-7 16,-1 1-8-16,-4 2-9 15,-2 1-3-15,-3 3 2 16,-2 0 0-16,-3 0-2 15,-3 0-1-15,0 5-1 0,-4 2 0 16,0 0 4-16,-1 1 1 16,0 2-2-16,0-1-2 15,0 1-4-15,0-2-1 16,0-1 1-16,5-2-1 16,2-1 0-16,5-3-1 0,3-1-3 15,3-3-2-15,1-4 1 16,-1-3-7-16,1 0-3 15,-3 0 5-15,-5 4 9 16,-1 2 2-16,-2 3 8 16,-2 1 12-16,1 5 1 0,2 7 5 15,-2 7 2-15,3 5-1 16,-2 7 2-16,-1 3-6 16,-1 4-12-16,-2 3 15 15,-4-2-9-15,0 0-11 16,-5-4-5-16,-4-4 0 0,-1-6-1 15,-4-5 0-15,-3-4 1 16,-4-7-4-16,-3-4-24 16,-7-5-23-16,0-2-19 15,-4-11-12-15,3-10-38 16,2-10-69-16</inkml:trace>
  <inkml:trace contextRef="#ctx0" brushRef="#br0" timeOffset="40985.62">24012 3968 270 0,'0'0'4'0,"0"0"19"0,0 0-4 16,0 0 9-16,0 0-24 15,0 0-1-15,49-11 13 16,-12 4 10-16,10-2-7 0,13-2-1 16,11-2 4-16,10 0 7 15,5-4-6-15,4 1 1 16,3-2-1-16,-3 0-1 15,-4 0-7-15,-7 1-2 16,-9 2-5-16,-9 2 0 0,-13 3-4 16,-10 2-3-16,-10 3 0 15,-7 4-2-15,-9 0 0 16,-4 1-3-16,-5 0-12 16,-3 1-50-16,-12 5-4 15,-10-3 5-15,-5 0-116 0</inkml:trace>
  <inkml:trace contextRef="#ctx0" brushRef="#br0" timeOffset="41408.87">24101 4189 285 0,'0'0'92'0,"31"-9"-56"0,1-6-18 16,13-2 7-16,13-2 11 15,13-3-7-15,10 2 1 0,6-1-5 16,3 4-6-16,0 1-6 16,-5 2-7-16,-6 3-6 15,-10 4 1-15,-10 1-1 16,-9 2-2-16,-13 1-8 15,-6 1-38-15,-10-3-42 0,-9-6-94 16</inkml:trace>
  <inkml:trace contextRef="#ctx0" brushRef="#br0" timeOffset="53946.44">22378 3828 166 0,'0'0'5'0,"0"0"17"0,0 0 1 15,-34-34-7-15,27 27 4 16,-1 0-4-16,-2 1-4 15,2 2 0-15,-4-1-6 16,1 3 3-16,-3-1 29 16,-5 3-18-16,-2 0-11 0,-3 5-8 15,-2 7 0-15,-4 3-1 16,-2 3-1-16,0 6 0 16,-1 4 1-16,-1 2 0 15,-1 3-2-15,1 5 1 0,0 5 1 16,4 5-1-16,1 5 2 15,5 5 3-15,6 3 2 16,6 2 14-16,8 1-17 16,4-3-3-16,9-4 0 15,11-5 2-15,6-4 0 0,8-7 0 16,4-6 1-16,7-7 1 16,4-8 3-16,5-10 3 15,0-8 6-15,2-2 10 16,-2-13-2-16,-5-4-1 15,-7-2-8-15,-7-2-4 16,-5 0-4-16,-10-1-2 0,-3-2 12 16,-2-6 4-16,-7-5-4 15,-2-3-13-15,-4-5-2 16,-2-6 1-16,-9-6-1 16,-6-1-1-16,-7-5-1 15,-5 3-1-15,-5 2 1 0,-3 6-3 16,-2 8 1-16,0 9-1 15,2 9 0-15,3 10-3 16,7 10-3-16,5 4-46 16,3 8-64-16,9 2-70 15</inkml:trace>
  <inkml:trace contextRef="#ctx0" brushRef="#br0" timeOffset="54353.06">22891 4434 498 0,'0'0'6'0,"0"0"2"0,0 0-5 0,0 0-8 16,35 23 6-16,-7 0 1 15,8 4-1-15,7 3-1 16,2 6 1-16,3 2 1 0,0 5 0 15,-3 3-1-15,0 2-2 16,-7 0 2-16,-4 0-1 16,-4-6 0-16,-5-4 0 15,-5-6-1-15,-4-9 1 16,-3-3-5-16,-3-9-27 16,-4-6-24-16,-5-5-47 0,-1-11-70 15</inkml:trace>
  <inkml:trace contextRef="#ctx0" brushRef="#br0" timeOffset="54612.63">23399 4414 363 0,'0'0'-7'0,"0"0"14"0,0 0 0 15,-36-18 4-15,17 36-6 16,-7 12 2-16,-11 11 18 16,-10 10 17-16,-11 13-13 15,-6 6 13-15,-4 6-35 16,0 4-5-16,4 2-4 0,6-9-2 16,11-14-97-16,10-15-305 15</inkml:trace>
  <inkml:trace contextRef="#ctx0" brushRef="#br0" timeOffset="56204.61">17434 5959 135 0,'0'0'7'0,"0"0"35"16,0 0-34-16,0 0-7 0,0 0 1 15,0 0 2-15,0 0 7 16,0 0 17-16,0 0-7 15,33-5-6-15,-21 2-5 16,1-1 5-16,3 2 2 16,3-2-3-16,2-1-4 0,3 0 0 15,3 0-4-15,0 0 3 16,-1-2-2-16,-2 3 5 16,1-2-5-16,-3 1-2 15,-2 2-1-15,-3-2-1 16,-1 0-2-16,-1 2 1 0,-3-1-1 15,-2 1-2-15,-3 1 1 16,-2 1 0-16,-3 1 0 16,0 0-2-16,-2 0-6 15,0 0-48-15,-2 3 13 16,-5 1-30-16,-1-1-135 0</inkml:trace>
  <inkml:trace contextRef="#ctx0" brushRef="#br0" timeOffset="56588.9">17500 6041 113 0,'0'0'52'0,"0"0"-47"0,0 0-2 16,0 0 8-16,0 0 40 15,0 0-15-15,31 2 8 16,-13-7-3-16,7-3-22 15,4-1-9-15,2-1-4 0,6-3-4 16,-2 0-1-16,0 1-1 16,-3 0 2-16,-4 2-2 15,-4 2 0-15,-4 2-2 16,-3 1-13-16,-4 0-92 16,-5 0-83-16</inkml:trace>
  <inkml:trace contextRef="#ctx0" brushRef="#br0" timeOffset="58888.74">16189 5926 41 0,'0'0'5'0,"2"-2"-2"0,0 2-5 0,-1-3 3 16,1 2-2-16,-1 0 1 15,0 1-1-15,-1-2 2 16,0 2 21-16,0 0 18 0,0 0-17 15,0 0-3-15,0 0-1 16,-2 0-6-16,0 0-2 16,-3 0 0-16,3 2 4 15,1-1-5-15,-1 1 6 16,2-2-1-16,0 0 0 0,-2 0 3 16,2 2-3-16,0-2-10 15,0 1-5-15,0 2-2 16,0 1 0-16,0-4-3 15,0 0-83-15</inkml:trace>
  <inkml:trace contextRef="#ctx0" brushRef="#br0" timeOffset="59764.53">17175 5093 171 0,'0'0'14'0,"0"0"29"0,0 0-7 0,-29-17-9 15,26 9-3-15,1-1-1 16,1 0 6-16,1-2-3 0,-1-1-9 16,0-3 2-16,-1 1-5 15,-2-2-3-15,0-2-1 16,-1 0-1-16,-5-2-1 16,-2-1-1-16,-3-4 0 15,-1-2-7-15,-3-1 1 0,-5-1 1 16,0 2-1-16,-6 2 0 15,-5 3 0-15,-5 5 1 16,-3 7-2-16,-6 5 0 16,0 3 0-16,-2 2 0 15,0 4 1-15,2 4 1 0,-1 5-2 16,1-1 0-16,-1 5 0 16,3-1 0-16,1 4 0 15,4 1 2-15,2-1-1 16,6 1-1-16,0 1 0 15,7-1 0-15,4 1 0 0,4-1 0 16,4-1 0-16,3 0-1 16,6-2 0-16,0-1 0 15,5-3-1-15,1-2 2 16,0 0-1-16,0-4-1 16,4-1 2-16,2-2-1 0,1 1-1 15,-2-2 0-15,2 0-1 16,-4-2-13-16,-1-2-106 15,-2-2-27-15</inkml:trace>
  <inkml:trace contextRef="#ctx0" brushRef="#br0" timeOffset="60325.09">16045 4825 208 0,'0'0'1'0,"0"0"2"0,0 0 1 16,0 0-1-16,-4-31 0 15,0 29-1-15,1 1 2 16,0 1 2-16,-3 0 3 16,1 0 6-16,-2 2 3 0,0 7-11 15,1 4-4-15,-3 4 1 16,0 2-3-16,-1 4 0 16,2 1 1-16,-1 3 29 15,2-1-9-15,0 2-12 16,0-2-4-16,3-1-2 0,0-2 3 15,2-3 0-15,1-2 2 16,1-4-6-16,0-3 0 16,0-4 1-16,6-2 0 15,1-4 7-15,3-1 26 16,3 0-11-16,2-9-9 0,4-3-4 16,3-3-7-16,3 0 0 15,-1-1-1-15,1 1-4 16,2 2 1-16,1 4-2 15,-2 3 0-15,4 3 0 16,0 3 0-16,-1 1-2 16,-4 8-1-16,-8-2-21 0,-13-6-176 15</inkml:trace>
  <inkml:trace contextRef="#ctx0" brushRef="#br0" timeOffset="67890.98">17971 6064 0 0,'0'0'2'0,"0"0"-2"0,1 0 0 15,0 0-2-15</inkml:trace>
  <inkml:trace contextRef="#ctx0" brushRef="#br0" timeOffset="69087.03">17949 5943 24 0</inkml:trace>
  <inkml:trace contextRef="#ctx0" brushRef="#br0" timeOffset="69375.5">18003 5930 145 0,'0'0'-6'0,"0"0"-43"16,0 0 30-16,0 0-52 0</inkml:trace>
  <inkml:trace contextRef="#ctx0" brushRef="#br0" timeOffset="75917.74">8532 6112 31 0,'10'-5'11'0,"-3"-1"11"0,-2 1 9 15,0 1-6-15,-2 1 7 16,-3 1-6-16,1-1-1 0,-1 1 17 16,0-1-7-16,0 1-7 15,0 1-3-15,0 1-6 16,-1 0-7-16,-4 0-7 16,-3 0-4-16,-6 4 0 15,-3 5 0-15,-6 1-1 16,-7 3 2-16,-7 3-2 0,-5 3 1 15,-8 2-2-15,-4 2 1 16,-7 2 0-16,-2 0 1 16,-1-2-1-16,2-1-1 15,5-3 2-15,6-2-1 0,9-2 0 16,8-4 0-16,7-1 0 16,9-3-1-16,5-3 1 15,7-2-2-15,5-1 2 16,1-1 0-16,4 0-3 15,8-2-3-15,0-5-69 0,2-4-87 16</inkml:trace>
  <inkml:trace contextRef="#ctx0" brushRef="#br0" timeOffset="76354.86">7808 6104 178 0,'0'0'8'0,"0"0"10"0,0 0-3 0,-34-14 1 0,24 14-2 0,-5 2 4 15,0 10-3-15,-2 3 2 0,-4 8 0 16,-2 3 0-16,0 2-3 16,-4 4-1-16,2 3-2 15,-2-1-1-15,4-1-2 16,0 0-3-16,4-2-2 0,3-4-1 16,6-1-1-16,3-4 0 15,3-4 1-15,4-3-2 16,0-4 1-16,2-3 2 15,8-3-2-15,5-2 1 16,7-2-1-16,3-1 1 16,9-3 1-16,6-4 2 0,5-3 3 15,5 2-3-15,-3 1-4 16,-2 6 0-16,-4 1-1 16,-6 1 0-16,-11 4-17 15,-8-1-166-15</inkml:trace>
  <inkml:trace contextRef="#ctx0" brushRef="#br0" timeOffset="77319.64">4479 5902 154 0,'0'0'4'0,"-29"-3"18"0,11 3-2 15,-3 7-8-15,0 6-1 16,-5 3 4-16,1 4 3 15,-2 5 19-15,1 1-23 0,-3 2-8 16,4 2 0-16,2-2-1 16,6 1 1-16,5-3-3 15,7-3 0-15,5-2-2 16,9-4 0-16,11-4 6 16,5-4-4-16,6-3 0 0,8-3-1 15,3-1 1-15,2 1 0 16,1 0-1-16,-3 1 0 15,-5 1-2-15,-4 3 0 16,-6 2 1-16,-9 1-1 16,-4 1 0-16,-4 1 1 15,-8 2-1-15,-2 0 1 0,-2 2 3 16,-11 2 2-16,-8 3 4 16,-3 4-4-16,-11 2-2 15,-3 1-3-15,-3 0 0 16,-3-1-2-16,0-4 0 0,2-1 3 15,3-6-4-15,5-5 0 16,6-2 0-16,7-5-24 16,9-5-37-16,7 0-42 15</inkml:trace>
  <inkml:trace contextRef="#ctx0" brushRef="#br0" timeOffset="77851.83">4804 6110 171 0,'0'0'5'0,"1"-31"33"0,-1 21 6 0,-8-1 4 15,-4 4-6-15,-1 1-9 0,-4 4-12 16,-1 2-6-16,1 0 5 15,-2 3-7-15,1 7-7 16,2 4 0-16,0 3-4 16,4 4-1-16,4 1 0 15,3 2-1-15,5 0 2 16,0 0-2-16,5-2 0 0,5-2-1 16,4-3 2-16,2-4-1 15,1-3 1-15,2-4-1 16,-1-4 1-16,0-2 0 15,-1-5-1-15,-4-5 1 16,-2-5 0-16,-4-3-1 0,-4-1 1 16,-3 0-2-16,0-1 1 15,-9 3 0-15,-3 3 0 16,1 2 0-16,-1 4 1 16,2 2-1-16,2 4 3 15,2 0 11-15,5 2 3 0,1 2-15 16,0 3-3-16,8 5 1 15,5 0 1-15,6 1-1 16,0-2 1-16,4 0 0 16,1-3 0-16,-1-2-2 15,-1-2-4-15,-2-2-22 0,-1 0-22 16,-6 0-43-16,-3-10-67 16</inkml:trace>
  <inkml:trace contextRef="#ctx0" brushRef="#br0" timeOffset="78488.5">4911 6023 304 0,'0'0'4'0,"0"0"4"0,0 0 7 16,0 0 1-16,0 0-9 0,0 0-4 15,0 0 4-15,0 0 3 16,0 0 0-16,35 21-2 15,-19-6-4-15,0 3-2 16,-1 0-1-16,-4 1-1 16,0-4 1-16,-3-1-1 15,-2-2-1-15,-5-5 1 0,-1-1 1 16,0-4 0-16,0-2 1 16,-7 0 3-16,-3-4-3 15,0-7 0-15,1-1-1 16,0-3-1-16,1-2 0 15,2 0 1-15,3 2-1 0,3 3 0 16,0 0 0-16,3 3 2 16,7 4-1-16,0 3 0 15,3 1 0-15,1 1 0 16,1 0 0-16,1 1 2 16,-3 6-1-16,0 0-1 0,1 1 1 15,-4 0-2-15,-2 0 0 16,-1 1 0-16,-3-2 0 15,-1 0 0-15,-3-2 0 16,0 0 0-16,0-3 0 16,-4 0 2-16,-2-2-1 0,-1 0 0 15,-2-3 0-15,3-7-1 16,1-2 1-16,1-1-1 16,3-4 0-16,1 3 1 15,1-1 0-15,6 3 4 16,2 2 5-16,2 3-6 15,1 2-2-15,-2 4 0 0,2 1-2 16,0 0 2-16,-1 0-4 16,1 3 4-16,-1 4-2 15,1 3 0-15,-3 1 0 16,-1 1-2-16,-2 2-4 16,-3-2-58-16,-2 1-38 0,-1-4-58 15</inkml:trace>
  <inkml:trace contextRef="#ctx0" brushRef="#br0" timeOffset="79934.95">5239 5852 124 0,'-4'-7'79'0,"-2"0"-43"0,2 0 6 0,-2 4-6 15,3 1 3-15,2 2-3 16,1 0-21-16,0 8-11 16,4 4 2-16,6 8 10 15,4 5 19-15,1 5-11 0,2 3-10 16,2 3-11-16,0 1-1 16,0 0-1-16,-1-2-1 15,-1-2 0-15,-2-2 1 16,-3-3-1-16,-2-6 0 15,-3-2-1-15,-3-6 1 16,-1-5-1-16,-3-4-1 0,0-5-17 16,0-1-22-16,-6-13-93 15,-2-8-121-15</inkml:trace>
  <inkml:trace contextRef="#ctx0" brushRef="#br0" timeOffset="80326.85">5216 5878 83 0,'0'0'75'0,"0"0"-54"15,-17-27 16-15,17 16-9 16,0-1-10-16,1-1-5 15,8 0-2-15,4-1 2 0,1 2 3 16,5 1 2-16,3 3-2 16,-1 3-2-16,1 3-8 15,-2 2-3-15,-1 2-1 16,-6 6-2-16,-5 5 0 16,-3 1 1-16,-3 2 1 0,-2 3 2 15,-3 2 1-15,-8 0 0 16,-2 1-3-16,-3 1-2 15,-1-2 0-15,0-1-1 16,1-5-1-16,2-2-16 16,4-4-50-16,1-6-2 0,4-3-55 15</inkml:trace>
  <inkml:trace contextRef="#ctx0" brushRef="#br0" timeOffset="80605.1">5363 5531 248 0,'0'0'20'16,"0"0"22"-16,0 0-31 0,0 0 2 15,22 28 33-15,-6-8 3 16,2 4-13-16,0 1-17 15,2 3-12-15,-1-1-3 16,-2-1-4-16,-1-3 0 16,-3-3 0-16,-2-1 0 0,-5-3 0 15,0-2-3-15,-3-3-4 16,-1-3-79-16,-2-6-63 16</inkml:trace>
  <inkml:trace contextRef="#ctx0" brushRef="#br0" timeOffset="81024">5643 5693 185 0,'0'0'18'0,"0"0"29"15,0 0-5-15,0 0 5 16,27-35 6-16,-15 28-26 15,0-3-12-15,3 1-7 16,0-1-5-16,-2-1-2 0,3 0 1 16,-5-2-1-16,-1 1 0 15,-1-1-1-15,-5 1 2 16,-1 1 0-16,-3 1 2 16,-2 2 7-16,-9 1 0 15,-5 4-6-15,-4 3-1 0,-4 0-1 16,-1 5 1-16,-1 7 1 15,3 4 1-15,2 4-2 16,7 4 0-16,4 3 2 16,5 1 3-16,5 3 0 15,0-1-1-15,11-2-3 0,5-5-2 16,6-4 0-16,3-5-2 16,6-7 1-16,2-5-2 15,4-2 0-15,1-2 0 16,-1-8-45-16,-7-5-124 0</inkml:trace>
  <inkml:trace contextRef="#ctx0" brushRef="#br0" timeOffset="81598.58">4842 6722 254 0,'0'0'7'0,"0"0"12"0,0 0-9 0,0 0-1 15,28 39 24-15,3-22 2 16,4 4-11-16,7 1-3 16,3 4-9-16,1 0-7 0,-3 1-5 15,-1 1 1-15,-6-5 0 16,-7-4 0-16,-5-5 0 16,-7-4 0-16,-9-5 0 15,-4-5 0-15,-4 0 6 0,0-12 61 16,-7-6-58-16,-6-6-8 15,-1-8-1-15,-1-7-1 16,-2-6 0-16,1-8-1 16,3 2 0-16,3 3-7 15,4 5-42-15,4 10-7 16,2 9 5-16,0 8-32 0,8 8-85 16</inkml:trace>
  <inkml:trace contextRef="#ctx0" brushRef="#br0" timeOffset="82091.14">5535 6629 219 0,'0'0'3'15,"0"0"15"-15,3-37 24 0,-6 28 2 16,-9 0 1-16,-2 3-5 15,-2 4-17-15,-4 2-3 16,-2 0 1-16,0 8-6 16,1 3-2-16,2 3-4 15,5 2-4-15,2 1-3 16,6 2-1-16,5-3-1 0,1 2 0 16,3-1 0-16,7-3 1 15,3-1-1-15,1-2-1 16,2-3 2-16,0-4-2 15,-2-4 0-15,1 0 1 0,-5-6-1 16,-1-7 1-16,-4-2 0 16,-3-2 0-16,-2 1-1 15,0 1 2-15,-6 2-1 16,-3 2 1-16,1 4-1 16,-1 2 0-16,-1 2 1 15,3 1 1-15,1 2-1 0,3 0 2 16,3 4 0-16,0 4-2 15,7 0-1-15,5 0 0 16,2 2 0-16,5-3 0 16,2-1 0-16,1-1 0 0,1-3 0 15,-1 0-2-15,0-2-28 16,-5 0-37-16,-4-4-55 16,-3-6-1-16</inkml:trace>
  <inkml:trace contextRef="#ctx0" brushRef="#br0" timeOffset="82512.75">5583 6548 323 0,'0'0'-3'0,"0"0"13"16,0 0 4-16,0 0-5 16,0 0-6-16,42-23 2 0,-25 28 2 15,1 5 4-15,-1 0-4 16,-2 2-2-16,1 0-3 15,-5 0-1-15,1-2 1 16,-4 0-2-16,-3-2 0 16,-1-3 0-16,-3-4 0 0,-1-1 0 15,0 0 5-15,-7-4-3 16,0-6 1-16,-2-2-2 16,4-4 1-16,-1-1-2 15,5-2 1-15,1 0 0 16,0 2 2-16,4 4 28 0,5 2-16 15,3 6-12-15,3 3-1 16,1 2-1-16,0 1-1 16,2 7 1-16,0 2-1 15,-1 0 1-15,-1 3-1 16,-1-2-1-16,0 1 1 0,-3-1-1 16,-4-2-3-16,-3-3-54 15,-5-1-82-15,0-4-84 16</inkml:trace>
  <inkml:trace contextRef="#ctx0" brushRef="#br0" timeOffset="82667.03">5716 6360 247 0,'0'0'154'0,"0"0"-152"0,-11-30-1 0,11 25-1 16,9 2-2-16,4 3-4 15,2-2-85-15,3 1-29 16</inkml:trace>
  <inkml:trace contextRef="#ctx0" brushRef="#br0" timeOffset="83102.44">5994 6274 369 0,'0'0'-10'0,"0"0"14"0,0 0 15 16,-40 7 14-16,25-1 3 16,1 4-4-16,0 2-11 15,3 1-8-15,5 0-7 16,2 2-4-16,4 0-2 16,0 0 1-16,10-1-2 0,0-2 2 15,2 0-1-15,1-3 0 16,1-3-1-16,-1-6 1 15,-1 0-1-15,-1-9 1 16,-2-7 0-16,-1-3 0 16,-4-1-1-16,-2 1 0 15,-2 4 2-15,0 0-1 0,-4 7 0 16,-3 2 1-16,1 5 0 16,-1 1 0-16,2 0-1 15,3 2 0-15,2 6-1 16,0 2 1-16,3 0 1 15,8 1-1-15,2-1 0 0,5-1 0 16,2-4 0-16,4-2 0 16,0-3 0-16,1 0 0 15,-1 0-10-15,-4-7-61 16,-4-5-69-16,-6-3-32 16</inkml:trace>
  <inkml:trace contextRef="#ctx0" brushRef="#br0" timeOffset="83492.12">6113 6213 264 0,'0'0'123'0,"0"0"-119"0,0 0-4 0,0 0 2 0,0 0 1 16,35 23-3-16,-20-14 3 15,-1 0-2-15,-3 0 0 16,1 1 0-16,-4-2 0 0,-1 0-1 15,-2-2 0-15,-4-2 0 16,-1-3 0-16,0-1 3 16,-3-1-2-16,-4-8 0 15,0-4 0-15,-3-3-1 16,1-4 1-16,2 0-1 16,1-1 0-16,4 2 1 0,2 1 0 15,0 4 2-15,11 4 8 16,6 4-4-16,3 5-6 15,4 1 0-15,1 4 0 16,0 5 0-16,2 0-1 16,-4 0 0-16,0 1-1 0,-1-2 1 15,-3-1 0-15,-2-2-2 16,-2-2-13-16,-4-3-71 16,-1 0-19-16,-3-7-46 15</inkml:trace>
  <inkml:trace contextRef="#ctx0" brushRef="#br0" timeOffset="83893.62">6465 5970 301 0,'0'0'12'0,"0"0"46"16,-38-9-9-16,29 16-26 0,2 5-4 16,2 3 9-16,3 1-5 15,2 0-4-15,2-2-8 16,8-1-4-16,4-1-4 15,2-2-1-15,3-3-1 16,3-3 1-16,-1-4-1 0,1 0-1 16,2-9 2-16,1-5-2 15,0-6 0-15,0-5 0 16,0-3 0-16,-5-2 0 16,-3 3-2-16,-8 0-7 15,-5 6 4-15,-4 7 5 0,-9 8-1 16,-8 6-1-16,-5 3 1 15,0 10 0-15,-1 6 1 16,1 2 0-16,6 0 0 16,7 0 0-16,8-4 0 15,1-3 1-15,7-6 0 0,12-3 0 16,4-5 1-16,9 0 1 16,4-8-2-16,6-7-1 15,1-5 0-15,-1-6-3 16,-2-7-109-16,-7-7-264 15</inkml:trace>
  <inkml:trace contextRef="#ctx0" brushRef="#br0" timeOffset="84609.87">6815 5305 271 0,'0'0'46'0,"0"0"-39"16,0 0 11-16,0 0-12 0,0 0 2 15,44 29 12-15,-17-4 0 16,3 4-8-16,3 3-5 16,1 3-3-16,-2-1-2 15,-2-2 0-15,-3-3-1 16,-5-3-1-16,-8-4 0 15,-3-5 0-15,-5-4 0 0,-4-4 1 16,-2-3-1-16,-3-4 1 16,-6-2 2-16,-2-2-2 15,-4-9-1-15,1-4 1 16,2-3 0-16,1-4-1 0,5-1 0 16,5 0 0-16,1 0 1 15,3 3-1-15,11 3 2 16,1 5-1-16,5 1 1 15,4 4 1-15,1 4-1 16,-2 3 0-16,-1 0-1 16,-1 0-1-16,0 8 0 0,-1 1 0 15,0 1 0-15,0 1-1 16,0 1 1-16,-1 0-4 16,-2-1-48-16,-4-4-90 15</inkml:trace>
  <inkml:trace contextRef="#ctx0" brushRef="#br0" timeOffset="85230.59">7608 5270 293 0,'0'0'4'0,"-27"-22"19"0,7 16 43 0,-3 4-23 16,-4 2-7-16,5 4-4 15,-1 7-5-15,4 2-10 16,4 2-10-16,5 2-4 0,6 1-1 16,4-1-1-16,0 0-1 15,9 0 0-15,3-2 0 16,3-4 0-16,1-2-1 16,1-5 0-16,0-4 0 15,0 0 1-15,-2-10-1 0,-5-4-1 16,0-2 2-16,-5 0-2 15,-5 1 1-15,0 2 0 16,0 3 0-16,-8 2 2 16,1 3-2-16,0 2 2 15,0 2 0-15,3 1 1 0,1 0-1 16,1 1 1-16,2 5-1 16,3 1 0-16,6 1 0 15,5 2 0-15,3 0 0 16,2-2-1-16,1-1 1 15,0-3-1-15,-2-3-1 0,-1-1 1 16,-2-5 1-16,-3-5-1 16,-2-6 2-16,-2-3-2 15,-2-4 1-15,-5-3-1 16,2 1 0-16,0-1 0 16,1 4 0-16,1 3 0 0,3 5 0 15,4 6 0-15,4 8 0 16,1 0 0-16,6 5 0 15,0 8 0-15,-1 1-1 16,-2 0 2-16,-5 2-1 16,-4-1 0-16,-5 0-1 0,-6 2 1 15,-5 1-3-15,-12-2-8 16,-10-2-81-16,-6-3-162 16</inkml:trace>
  <inkml:trace contextRef="#ctx0" brushRef="#br0" timeOffset="86335.08">5337 7493 202 0,'-13'-5'29'0,"2"-3"35"15,-1 0 5-15,2-1-25 16,3 1-10-16,3 0-9 15,2-2-3-15,2 2-5 16,0-2-11-16,12 1-3 0,2-1-1 16,5 2-1-16,1 1 0 15,1 3-1-15,1 2 0 16,-3 2 0-16,0 0 0 16,-4 5 0-16,2 3 0 15,-2 4 1-15,-2 1-1 0,-1 2 0 16,-2 3 0-16,0 0 0 15,-3 0 0-15,-1 1 0 16,-2 0 1-16,-2 0-1 16,-1-2 0-16,-1 0 0 15,0-4 0-15,-6-3 1 0,-2-2 0 16,-3-3 2-16,-2-5 8 16,-2 0 16-16,-1-13-11 15,2-5-8-15,0-5-5 16,4-7 0-16,5-4-1 15,5-1 0-15,1-2 0 0,9 3-1 16,3 2 0-16,2 6 0 16,0 8 0-16,1 3-1 15,-1 5 0-15,-1 5 1 16,1 4-1-16,-3 1 0 16,3 1 1-16,-3 8-1 0,1 4 0 15,-1 1 0-15,1 4 0 16,1-1 1-16,-1 3-2 15,-1-2 2-15,1 0-1 16,-1-1-1-16,-2-1 0 16,0-2 0-16,-1 0-8 0,-2-3-50 15,-1-2-26-15,-3-7-87 16</inkml:trace>
  <inkml:trace contextRef="#ctx0" brushRef="#br0" timeOffset="86579.48">5776 7326 235 0,'0'0'85'0,"0"0"-57"0,0 0 32 0,0 0-8 16,0 0-11-16,20-31-9 15,-8 22-15-15,5-1-6 16,3-1-7-16,0-1-3 15,3 1-1-15,-1-1 1 16,-2-1-3-16,0 0-2 16,-1-3-31-16,-6-1-64 0,-3-6-109 15</inkml:trace>
  <inkml:trace contextRef="#ctx0" brushRef="#br0" timeOffset="86783.6">6074 6900 383 0,'0'0'7'16,"0"0"32"-16,0 0-38 15,0 0 18-15,32 22 35 0,-19-7-28 16,3 2-13-16,-1 2-5 16,3 2-6-16,-2-1-1 15,-2 3-1-15,-1-4-1 16,0 0 0-16,-5-4-3 15,-3-4-71-15,-5-4-85 16</inkml:trace>
  <inkml:trace contextRef="#ctx0" brushRef="#br0" timeOffset="87454.99">6428 7670 216 0,'0'0'10'0,"0"0"33"16,0 0-6-16,-27-12 14 16,12 12-6-16,-5 10-1 15,0 2-17-15,-1 4-4 0,2 4-7 16,2 3-8-16,4 0-5 15,4 2-2-15,5-2 0 16,4-1 0-16,0-3-1 16,7-4-1-16,3-5 1 0,3-3 0 15,2-7 0-15,-1 0 1 16,0-10-1-16,1-3 2 16,-3-7-2-16,-4-2 0 15,-2-3 0-15,-5-5 0 16,-2-6 0-16,-2-5 0 15,-8-2-2-15,-4-3 1 0,-4 1-3 16,-2 4 1-16,-1 6 1 16,-1 8 2-16,2 7 0 15,4 8 1-15,3 5 3 16,5 6 7-16,7 1 4 16,2 8-10-16,2 8-3 0,13 4-1 15,3 5 2-15,6 5 0 16,3 1-1-16,3 0-1 15,3 0 0-15,-1-1 0 16,0-1-1-16,-3-3-1 0,-5-2 1 16,-3-3-3-16,-7-2-36 15,-4-5-64-15,-4-8-72 16</inkml:trace>
  <inkml:trace contextRef="#ctx0" brushRef="#br0" timeOffset="87906.53">6628 7450 389 0,'0'0'0'0,"0"0"41"15,-32 11-13-15,23 4 9 16,2 4-7-16,4 2-3 0,3 2-10 16,0-2-8-16,7-1-7 15,5-1 2-15,4-3-3 16,1-4-1-16,2-6 1 16,-2-4 0-16,2-2-1 15,-2-5 0-15,-2-10 0 0,-5-1-2 16,-3-4 0-16,-5-2-1 15,-2 1 2-15,-5 1-1 16,-9 2 0-16,-2 1 0 16,-3 4 1-16,-4 3 0 15,-1 5 0-15,2 2 1 0,2 1-1 16,1 2 0-16,6 0 0 16,3 0-2-16,6 0-3 15,4 0-17-15,0 0-13 16,8 0-5-16,7 0-24 15,2-8-54-15,3-4-31 16</inkml:trace>
  <inkml:trace contextRef="#ctx0" brushRef="#br0" timeOffset="88197.77">6874 7120 381 0,'0'0'5'16,"0"0"38"-16,-37-23-6 15,25 23-13-15,2 3-3 16,2 8 3-16,2 5-4 16,7 4-5-16,-1 4-6 15,13 4 2-15,7 5 3 0,5 3-2 16,4 4-3-16,1 1-2 16,2 5-4-16,-3-1-2 15,-5 3 1-15,-5-2-2 16,-4 0 0-16,-6-6 0 15,-7-2 1-15,-2-5-1 0,-4-7 0 16,-8-4 0-16,-1-4-1 16,-4-6-3-16,-2-4-19 15,0-5-41-15,0-3-31 16,-1-5-99-16</inkml:trace>
  <inkml:trace contextRef="#ctx0" brushRef="#br0" timeOffset="88374.75">6849 7523 530 0,'0'0'22'15,"2"-36"3"-15,11 17-6 16,4 1-10-16,4-1-6 16,2 0-2-16,-2-5-1 15,-4-6-64-15,-9-8-391 16</inkml:trace>
  <inkml:trace contextRef="#ctx0" brushRef="#br0" timeOffset="93009.52">12983 4802 192 0,'0'0'8'0,"0"0"27"0,0 0-23 0,-19-30 9 15,15 24-1-15,1-1 5 16,0 2 9-16,-3-1-9 16,2-1 0-16,-2 1-8 15,-1 1-1-15,1-1-4 0,-2 2-5 16,-2 2-4-16,-4 2-1 16,-1 0 0-16,-1 0-1 15,-5 0 0-15,0 5 1 16,-1 2-2-16,-4-1 2 0,3 4-1 15,-3-1 0-15,2 2-2 16,-1-1 4 0,-1 3-3-16,2 0 1 0,-3 1-1 15,-1 0 0-15,0 1 0 16,0 0 1-16,-2 2-1 0,0-1 0 16,0 2 1-16,0-1-1 15,1 1 1-15,2 2-1 16,0 0 0-16,3 1 1 15,3 2 0-15,-1 0 0 16,3 2-2-16,0-1 3 16,4 0-3-16,-1 1 2 0,3 0-1 15,-1 1 0-15,2 2 0 16,-1 0 0-16,0 2 1 16,1 0-1-16,1 0 0 15,1-2 0-15,3-2 0 16,2-1 0-16,3 0 0 0,2-1 0 15,0-1 2-15,5 1 1 16,4 2 0-16,2 1-1 16,2 2 1-16,1 1 0 15,3-1 1-15,-3 0-3 16,2 1 1-16,-2 0-1 0,1-1 1 16,0 1-2-16,0-2 3 15,1-2-1-15,1-1 1 16,-1-5 2-16,3 0 0 15,0-2 0-15,1-4 0 16,1 0 1-16,2-3 2 0,2-1 0 16,0-3 2-16,0-1-4 15,2-1-3-15,1-3-1 16,1-1 0-16,0-1 0 16,0 0 0-16,0 0 2 15,-1-1-2-15,-2-4 4 16,0 1 0-16,0-2-2 0,0-2 0 15,-1-2-2-15,2-2 1 16,2-2-2-16,-2-4 1 16,2-1 0-16,2-2 0 15,-1-3 2-15,0 0 0 0,0-1 1 16,-3 0-2-16,0 0-2 16,-5 0 1-16,-1 1-1 15,-2-3-1-15,-2-1 1 16,-2-2 0-16,-2-1 0 15,1 0-1-15,-3-2 1 16,1 1-1-16,-1-1 0 0,-1 1 1 16,-1-1-1-16,0-1 0 15,-4 1 0-15,0-1 0 16,-4 1 0-16,1 1 0 16,-2 1 1-16,0 0-2 15,0-1 2-15,-3 1-2 0,-3-2 1 16,2 1 0-16,-3-1-1 15,-1 0 1-15,-3 0 0 16,-1 3-1-16,-2 1 0 16,-3 4 1-16,-4 0-1 15,-2 3 1-15,0 3-1 0,-4 1-1 16,-1 3 1-16,-1 2 1 16,-3 3-5-16,-1 3 1 15,2 1 2-15,1 2-19 16,5-1-37-16,5 0-19 15,10-8-78-15</inkml:trace>
  <inkml:trace contextRef="#ctx0" brushRef="#br0" timeOffset="94219.25">11026 4281 282 0,'-5'-7'3'0,"1"0"6"15,1-1 3-15,3 1 1 0,0-2-2 16,0 0-7-16,0-2 9 15,4 1 10-15,2-2 3 16,1 2-8-16,2 2-7 16,2 2-5-16,1 2-3 15,3 2-2-15,0 2 0 16,2 0 0-16,0 7 0 0,0 6-1 16,1 2 1-16,-4 3 2 15,0 5 1-15,-2 2 24 16,-2 2-15-16,-1 1-10 15,-4 1-2-15,0-2-1 16,-2 0 0-16,-2-3 1 0,-1-1 0 16,0-6 1-16,0-5-2 15,0-4 1-15,0-4 1 16,-3-4-1-16,-1 0 13 16,0-7 23-16,-1-7-32 0,0-4-1 15,2-4-2-15,-1-5-2 16,4-2 0-16,0-2 0 15,4-1 0-15,4 4 0 16,-1 0 0-16,3 5 0 16,0 4 0-16,-1 5-2 0,0 4 2 15,0 5 0-15,-2 2-1 16,0 3-2-16,2 0 2 16,-1 2 1-16,-1 7 0 15,2 1-2-15,-1 4 2 16,2 2-1-16,-2 1 2 15,-1 1-1-15,0 3 1 0,1-1-1 16,-3 3 0-16,0 2 0 16,-1 0 0-16,0 0 0 15,0 2-1-15,1-3-10 16,-3-4-45-16,1-4-25 0,-1-7-49 16,1-9-92-16</inkml:trace>
  <inkml:trace contextRef="#ctx0" brushRef="#br0" timeOffset="94613.84">11802 4198 292 0,'0'0'6'0,"0"0"14"0,0 31-8 16,2-14 6-16,1 3-10 0,2 1-3 16,-2 0-3-16,1-2-1 15,-1-1 0-15,-1-3 0 16,1-2-2-16,-3-3-8 16,0-5-98-16,-2-5-106 15</inkml:trace>
  <inkml:trace contextRef="#ctx0" brushRef="#br0" timeOffset="94802.07">11748 4053 336 0,'0'0'0'0,"0"0"6"16,0 0 5-16,0 0-9 15,0 0-2-15,0 0-2 0,0 0-21 16,0 0-89-16,14-1-71 16</inkml:trace>
  <inkml:trace contextRef="#ctx0" brushRef="#br0" timeOffset="95267.18">11879 4191 294 0,'0'0'8'0,"0"0"-1"0,0 0 0 16,0 0-2-16,0 0 1 16,22 32 0-16,-16-21-1 15,-2 2 2-15,-1 1-3 16,0 0 0-16,-1 1-1 15,0-4-2-15,-2 0 1 0,0-1-2 16,0-4 1-16,0-2 0 16,0-3-1-16,-3-1 4 15,1-1-2-15,-1-6-1 16,0-5 0-16,1-2 0 16,2-4-1-16,0-1 0 0,0 0 0 15,5-1 0-15,-1 1 0 16,3 4 1-16,0 1 6 15,0 6 12-15,1 2-4 16,-1 3-9-16,-2 3-4 16,2 0 2-16,-2 5-2 0,1 4 2 15,-2 2 0-15,1 2-2 16,-2 2-1-16,-1 2-1 16,1 1 1-16,-1-2-2 15,0 2 0-15,-1-3-28 16,1-2-71-16,2-6-74 0</inkml:trace>
  <inkml:trace contextRef="#ctx0" brushRef="#br0" timeOffset="96040.77">12272 4145 104 0,'0'0'31'0,"0"0"1"16,0 0-4-16,0 0 2 15,0 0 2-15,0 0 3 0,-34-25-4 16,27 22-5-16,-1 3-7 15,-1-1-4-15,-1 1-2 16,0 0-5-16,0 1-1 16,-2 5-4-16,2 1-1 15,0 5 0-15,1 1-1 0,1 0 0 16,2 2 0-16,1 2 1 16,3-1 0-16,1 1-1 15,1-1-1-15,0-3 0 16,1-1-1-16,5-2 5 15,1-4-3-15,1-1 0 16,1-3 0-16,0 0 0 0,-1-2 0 16,-1 0 0-16,1 0-1 15,-2-2 1-15,-2-1 1 16,2-1-2-16,-3-1 1 16,0 1 1-16,0-1-2 15,1 0 1-15,-2-2-1 0,0 2 0 16,2 0 1-16,-2 1-1 15,0 0 0-15,0-1 0 16,-1 3 1-16,0-1-1 16,0 1 0-16,0 1 0 15,-1 0 0-15,0 0 0 0,2-1 0 16,-2-3 0-16,3 0 1 16,-1-5 0-16,1-3 0 15,1-5 0-15,-2-3-1 16,1-6 1-16,-1-1-1 15,-2-5-1-15,0-4 0 16,-3-2 0-16,-3-1-1 0,-1 2-1 16,-4 2 1-16,0 8 2 15,1 6-1-15,0 9 0 16,2 10 2-16,1 3-2 16,3 14 1-16,3 10 0 0,1 7 2 15,0 6 0-15,7 2 1 16,3 1-1-16,2 1-1 15,2-1 0-15,0 0 0 16,0-1 0-16,-6-6-30 16,-4-8-207-16</inkml:trace>
  <inkml:trace contextRef="#ctx0" brushRef="#br0" timeOffset="96529.33">11395 4417 190 0,'0'0'6'0,"0"0"-3"0,0 0 4 0,0 0 4 16,0 0 0-16,0 0 1 16,0 0 6-16,0 0-1 15,0 0 5-15,0 0-3 16,32-3-10-16,-19 0-4 0,2 2-5 16,0-1 1-16,1 0 0 15,-2 0 0-15,-2-1-7 16,-2-1-60-16,-5-2-124 15</inkml:trace>
  <inkml:trace contextRef="#ctx0" brushRef="#br0" timeOffset="96732.71">11514 4256 318 0,'0'0'8'0,"0"0"-7"16,0 0 2-16,0 0 1 15,25 36 1-15,-18-18 3 0,2 2-4 16,-2 3-2-16,0 2-1 16,0 3 0-16,0-5-7 15,-4-6-107-15</inkml:trace>
  <inkml:trace contextRef="#ctx0" brushRef="#br0" timeOffset="97865.89">12337 4152 216 0,'0'0'0'0,"0"0"2"0,0 0-2 0,0 0 6 0,0 0 1 16,0 0 20-16,0 0 5 15,0 0-3-15,34-12-4 16,-19 2-13-16,0 0-5 15,-1 0-4-15,0 0 0 16,-4-1-2-16,-1 0 1 0,-5 0 0 16,-3 2-1-16,-1 0 1 15,0 2-1-15,-8 3 5 16,-4 0 9-16,-4 4-6 16,-2 0-1-16,-1 4 6 15,-1 4 3-15,4 2-6 0,2 2-2 16,5 2-2-16,6 0-3 15,3 0 1-15,3 3-2 16,11-3-3-16,3-2 2 16,5 0 0-16,4-4 0 15,2-4 1-15,-1-3-2 0,-1-1-8 16,-2 0-26-16,-1-7-20 16,-5-6-26-16,-2-3-57 15</inkml:trace>
  <inkml:trace contextRef="#ctx0" brushRef="#br0" timeOffset="98296.74">12587 4015 412 0,'0'0'17'0,"0"0"-17"16,-1 31 0-16,5-11 4 0,5 6 0 16,2 4 3-16,1 1-4 15,1 1-1-15,-1 0 0 16,0 0 0-16,-2-4 1 15,-3-6-3-15,-2-3 2 16,0-7-2-16,-4-4 4 16,-1-6-4-16,0-2 4 0,-5-6 0 15,-5-8-4-15,0-6 0 16,-1-6 0-16,-2-5-2 16,2-6 1-16,1-2-1 15,2-1 0-15,2 5 2 16,2 4-1-16,2 6 1 0,2 5 0 15,0 9 2-15,0 4 0 16,6 4 6-16,5 3-7 16,0 0 1-16,1 8-1 15,0 2-2-15,-2 1 2 16,-3 0-1-16,-4 2 0 0,-2 0 0 16,-1 0 2-16,0 0-1 15,-6 0-2-15,-3-1-1 16,-1-1-6-16,-1-4-13 15,-2 0-19-15,2-2-17 16,1-3 0-16,3-1-25 16,1-1 22-16,4 0-14 0</inkml:trace>
  <inkml:trace contextRef="#ctx0" brushRef="#br0" timeOffset="98432.85">12830 4050 294 0,'0'0'0'0,"0"0"-24"15,0 0-217-15</inkml:trace>
  <inkml:trace contextRef="#ctx0" brushRef="#br0" timeOffset="98609.8">13105 3960 356 0,'0'0'-2'15,"0"0"-17"-15,0 0-76 0</inkml:trace>
  <inkml:trace contextRef="#ctx0" brushRef="#br0" timeOffset="99827.92">13320 3835 209 0,'0'0'35'16,"0"0"-31"-16,-33 0 6 0,20 0-6 15,-3 1-1-15,0 3 0 16,-1 0 17-16,-1 1 9 15,3 3 1-15,0 0-5 16,5 3-8-16,3 2-9 16,2 2-3-16,3 1 1 15,2 1-1-15,0-1-2 0,5-1 2 16,3-2 1-16,3-2-4 16,1-4 0-16,1-3-1 15,0-4 2-15,-1 0-2 16,-1-5 2-16,0-8 3 15,-1-7-4-15,-2-1 0 0,-3-7-1 16,-1-2-1-16,-3-3 1 16,0 0-2-16,-1-2 1 15,0 2-1-15,-7 0 1 16,-2 6 1-16,-1 4-3 0,-1 4 4 16,0 5 10-16,0 8 0 15,4 6-3-15,0 0-7 16,1 13-1-16,4 7 0 15,2 3 0-15,0 5-1 16,3 3 3-16,7 1-1 16,4 1 2-16,0 0-3 0,3-1 1 15,4-2-2-15,-1-3 3 16,1-4-3-16,2-6 1 16,2-7-1-16,1-7-3 15,1-3-2-15,-1-3-7 16,0-11-8-16,-2-6 0 0,-1-4 8 15,-2-4-4-15,-5-2-11 16,-2 0-1-16,-5 2 27 16,-3 3 2-16,-5 5 1 15,-1 2 4-15,-5 4 17 16,-5 5 14-16,-5 3-13 0,-3 6-9 16,-1 0-8-16,1 10-2 15,2 4 0-15,3 3 0 16,5 3-3-16,5 0 1 15,3 0-2-15,3-1 0 16,7 1 0-16,5-4 5 0,5-1 0 16,5-4-5-16,-2-4 3 15,2-3-3-15,1-4 0 16,-5 0-1-16,0-3 0 16,-5-7-4-16,-1-3 3 15,-4-1 0-15,-1-1 0 0,-3-1 1 16,-4 3 0-16,-1 1 0 15,0-1 1-15,-2 3 0 16,0 3 2-16,0 1 5 16,0 2 13-16,0 3 4 15,0 1-18-15,0 0-9 0,0 7 4 16,0 2-2-16,0 1 0 16,4 3 0-16,1-1-1 15,3 1 1-15,1 0 1 16,3-1-1-16,0-2 0 15,3-3-1-15,-1-3 0 0,0-4-1 16,0 0 2-16,-1-3 1 16,-2-7 0-16,-1-1-1 15,-3-1 0-15,0-1 0 16,-2 1 0-16,-1 1 0 16,-3 2 0-16,3 2 1 15,-3 3-1-15,-1 0 0 0,2 3 1 16,-1 1-1-16,2 0-1 15,1 5 0-15,2 5 1 16,1 0 0-16,2 3-1 16,1 0 2-16,0 2-1 0,-1 0-1 15,-4-2-19-15,1-3-79 16,-4-7-114-16</inkml:trace>
  <inkml:trace contextRef="#ctx0" brushRef="#br0" timeOffset="99985.37">13845 3641 519 0,'0'0'-20'0,"3"0"-5"0,7 0-122 0</inkml:trace>
  <inkml:trace contextRef="#ctx0" brushRef="#br0" timeOffset="100456.6">14165 3716 435 0,'0'0'6'0,"0"0"-11"16,-38 6 7-16,23 1-1 15,-1 3-1-15,0 1 2 16,1-1-2-16,5 3-2 0,2 1 2 16,2-1 0-16,3 1-1 15,3-1-1-15,0-2 4 16,4-1-3-16,6-4-1 15,0-6-7-15,2 0 2 16,1-6 8-16,2-7 3 0,-2-1-2 16,-2-1-1-16,-1 2 1 15,-2 0-1-15,-4 5 5 16,-1 1 10-16,-3 2 6 16,1 2-1-16,-1 3-10 15,0 0-11-15,0 2-3 16,0 5 4-16,3 3 1 0,0 3-2 15,1 1 1-15,3 1 0 16,0 0-1-16,3-2 1 16,0 1-1-16,0-5-19 15,0-4-72-15,-2-5-143 16</inkml:trace>
  <inkml:trace contextRef="#ctx0" brushRef="#br0" timeOffset="100839.45">14292 3540 495 0,'0'0'8'0,"0"0"-11"0,-9 32 0 0,9-8 4 0,0 5 0 15,5 2 0-15,2 1-1 0,1-3 1 16,0-1 2-16,1-3 1 15,-1-1-3-15,-1-4-1 16,-1-3 1-16,0-4 0 16,-2-4-1-16,0-5 1 15,1-4-4-15,0-3 8 0,2-7-2 16,3-3-2-16,0 0-1 16,1-2 1-16,2 2-2 15,-2 5-1-15,1 1 2 16,-3 5-3-16,1 2 2 15,3 0 2-15,-3 5 1 0,2 5-2 16,-1 0-2-16,-2 4 3 16,1 2-1-16,-5 0 0 15,3 2 0-15,-5-1-1 16,-1-1-26-16,-2-4-104 16,0-4-102-16</inkml:trace>
  <inkml:trace contextRef="#ctx0" brushRef="#br0" timeOffset="101030.87">14451 3661 522 0,'0'0'10'15,"0"0"-7"-15,0 0-3 16,0 0-4-16,0 0-14 15,0 0-33-15,0 0-19 0,30-2-63 16,-17 4-126-16</inkml:trace>
  <inkml:trace contextRef="#ctx0" brushRef="#br0" timeOffset="101953.25">14687 3768 453 0,'0'0'11'0,"0"0"-24"16,2 30 16-16,2-18-1 15,3 1 0-15,-1-1-2 0,2-3-2 16,0 1 2-16,1-3 0 16,1-2-1-16,0-2 1 15,0-1-2-15,1-2 0 16,1-5-7-16,-1-4 9 0,0-5-1 15,-2-1 1-15,0 0 1 16,-6-1 0-16,-2 3-1 16,-1 2 0-16,-1 3 0 15,-9 0-1-15,-3 4 9 16,-3 1-7-16,0 2-3 16,-1 1 5-16,1 0-1 0,2 0-1 15,3 0 0-15,4 0-1 16,2 0 1-16,3 0 0 15,1 0 1-15,1 0 3 16,0 0-3-16,0 0 1 16,1 0-1-16,4 0-1 0,2 0 0 15,1 0 0-15,4-3-2 16,1-1 3-16,3 1-3 16,1-1 4-16,6-1-1 15,0 2 4-15,4 1 4 0,1 1 3 16,1 1-4-16,1 0-3 15,-3 3 0-15,-2 2 2 16,-3 3-4-16,-2 0-3 16,-3 1 0-16,-5-1-2 15,-2-3 2-15,-4 2-1 16,-1-4 0-16,-2 0 1 0,-2-1-1 16,0-2 1-16,0 0 3 15,0 0 1-15,3-1 9 16,-1-6 4-16,5-3-15 15,1-2-3-15,2-3 0 16,2 0 1-16,0 0-2 0,0 2 0 16,-1 2 1-16,-2 3-1 15,0 4 0-15,-4 4-1 16,1 0 0-16,0 5-1 16,-2 5 1-16,0 2 0 15,1 1 2-15,0-2 1 0,-2 1 0 16,2-1-1-16,-1-2 0 15,1-1 1-15,-1-3-1 16,1-1 1-16,4-3-2 16,1-1 2-16,3-1 1 15,5-8 1-15,2-2-3 0,1-4 2 16,3-2-1-16,-3-1-1 16,-1 2 1-16,0 1-1 15,-7 3 0-15,0 7 1 16,-4 5-2-16,-3 0 0 15,-2 7-2-15,-5 6 2 16,0 5-1-16,-4 2 0 0,-8 1 3 16,-7 0-4-16,-4 0 0 15,-4-7-9-15,-2-7-113 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02:40.187"/>
    </inkml:context>
    <inkml:brush xml:id="br0">
      <inkml:brushProperty name="width" value="0.05292" units="cm"/>
      <inkml:brushProperty name="height" value="0.05292" units="cm"/>
      <inkml:brushProperty name="color" value="#FF0000"/>
    </inkml:brush>
  </inkml:definitions>
  <inkml:trace contextRef="#ctx0" brushRef="#br0">20096 7196 231 0,'0'0'48'0,"0"0"-18"0,0 0-14 0,0 0 24 0,0 0 20 0,0 0-25 16,0 0-8-16,0 0-5 15,0 0-11-15,0 0 2 16,0 0 0-16,0 0-1 16,10-29-4-16,0 21-2 0,2-2-1 15,2-1-2-15,2 2 1 16,1 0-2-16,0 1 0 15,0 2 0-15,-3 2 0 16,-1 3 2-16,-2 1-1 0,-2 2-2 16,0 8 0-16,-1 2 0 15,-3 4 0-15,-1 2 0 16,-3 5 0-16,-1 1 0 16,0 0-1-16,0 1 1 15,-4 0 0-15,0-1 0 16,0-3 0-16,-2-3 3 0,3-4 1 15,-1-4 1-15,0-3-2 16,2-4 0-16,-2-3-1 16,3 0 17-16,0-10 3 15,0-5-20-15,1-6-2 16,0-5-1-16,7 0 2 0,3-3-2 16,1 3-1-16,2 2 1 15,-1 5 0-15,-1 4 1 16,1 3 0-16,0 4-1 15,-2 0 0-15,1 4 0 16,0 3 0-16,1 1 0 0,-2 0 0 16,0 1-1-16,-1 6 1 15,-2 3 0-15,0 4-1 16,0 2 2-16,-5 2-1 16,-1 2 0-16,-1 3 0 0,0-1 0 15,0-1 0-15,0 0 0 16,0-2 0-16,0-3 0 15,-1-1 0-15,1-4 0 16,0-2 0-16,0-3-1 16,0 0 1-16,0-5-3 15,0 1-15-15,0-2-45 0,3 0-18 16,2-7-96-16</inkml:trace>
  <inkml:trace contextRef="#ctx0" brushRef="#br0" timeOffset="463.74">20571 7281 267 0,'0'0'70'0,"0"0"-8"16,0 0-52-16,0 0-5 16,0 0 36-16,0 0 3 15,35 2-18-15,-17-5-9 16,3-1-5-16,2-1 0 16,1 0-3-16,0-1-2 0,-3 1-5 15,-1 2 0-15,-5-2-2 16,-2 3 0-16,-4 0 1 15,-1 2-4-15,-4 0-26 16,0-3-31-16,-2 1-59 16,-1-1-59-16</inkml:trace>
  <inkml:trace contextRef="#ctx0" brushRef="#br0" timeOffset="856.6">21049 7064 283 0,'0'0'64'16,"0"0"6"-16,0 0-38 0,0 0-25 16,0 0 14-16,0 0 28 15,0 0-16-15,0 39-6 16,0-21 0-16,0 5-11 16,0-1-4-16,0-1 0 15,-2 1-5-15,2-3-6 0,-3-2-1 16,0-3 1-16,2-3 0 15,0-2-1-15,0-5 1 16,0 0-1-16,1-1-1 16,-2-3-4-16,0 0-70 15,-1-5-60-15</inkml:trace>
  <inkml:trace contextRef="#ctx0" brushRef="#br0" timeOffset="1360.24">21401 7082 228 0,'0'0'41'16,"0"0"-31"-16,0 0-8 15,0 0 3-15,0 0 41 16,0 0-10-16,0 0-1 16,0 0-2-16,0 0-13 0,33 3 5 15,-15-3-6-15,1 1-4 16,0-2-5-16,2-2-1 15,-4 0-3-15,-1 2-4 16,-3 1-1-16,-3 0-1 16,-4 0 0-16,-4 0-15 0,-2 2-56 15,-2 3-76-15</inkml:trace>
  <inkml:trace contextRef="#ctx0" brushRef="#br0" timeOffset="1598.76">21388 7199 215 0,'0'0'80'15,"0"0"-55"-15,0 0 62 16,0 0-18-16,0 0-19 0,36 5-15 16,-20-5-11-16,3 0-7 15,0-3-7-15,1-1-5 16,-2 2-3-16,-2 0-1 15,-1 1-1-15,-6 0-3 16,-4-1-107-16,-4 0-206 0</inkml:trace>
  <inkml:trace contextRef="#ctx0" brushRef="#br0" timeOffset="3160.66">21892 7011 121 0,'0'1'49'0,"0"-1"-10"16,0 0-11-16,0 0 14 15,0 0 13-15,0 0 5 16,0 0-22-16,0 0-14 0,0 0-5 16,0 0 5-16,0 0 1 15,0 0 1-15,0-1 4 16,2-3-11-16,4-1-10 15,3-3-1-15,1 1-2 16,1-3-1-16,3 2-4 16,-1 0 1-16,1 1-1 0,-1 3 0 15,1 0 0-15,-3 4-1 16,2 0 0-16,-2 0 0 16,-1 4 0-16,-3 5 0 15,0 3 1-15,0 4-1 16,-3 2 0-16,-4 4 0 0,0 1 0 15,0 1 0-15,0-1 0 16,0-3 0-16,-4-2 0 16,2-4 0-16,-1-4 0 15,1-2 0-15,0-4 1 0,0-1 0 16,-1-3 0-16,1 0 3 16,0 0 28-16,-2-4-21 15,2-8-6-15,2-3-1 16,0-5-3-16,6-4 0 15,5 0 0-15,3-2 0 16,3 3-1-16,-3 2 0 0,2 6 0 16,-2 4 0-16,-1 3 0 15,0 4 0-15,-1 2 1 16,0 2-2-16,-2 0 1 16,0 6 0-16,-3 5 0 15,-2 1 1-15,0 3-1 0,-1 0 0 16,-1 3 1-16,-2-2 0 15,0 1 0-15,-1 0 0 16,0-1-1-16,0-1 0 16,0-2 0-16,0-1 0 15,0-2 0-15,0-2 0 0,0-3-2 16,0 0-18-16,0-2-40 16,0-3-32-16,0 0-81 15</inkml:trace>
  <inkml:trace contextRef="#ctx0" brushRef="#br0" timeOffset="3655.65">22364 7097 172 0,'0'0'54'0,"0"0"-23"0,0 0 16 0,0 0 19 16,0 0 2-16,0 0-20 15,0 0-30-15,29-4-6 16,-13 1 3-16,4-1 0 0,-1 1-3 16,1 0-3-16,-3 2-6 15,0 0-2-15,-4 1 0 16,-2 0-2-16,-2 0-9 16,-1 0-65-16,-2-2-94 15</inkml:trace>
  <inkml:trace contextRef="#ctx0" brushRef="#br0" timeOffset="3998.5">22780 6883 340 0,'0'0'89'0,"0"0"-26"16,0 0-49-16,0 0-4 15,0 40 24-15,0-12 10 16,0 7-4-16,-3 3-14 16,-2 1-15-16,1 1-8 0,0-5-3 15,1-2 1-15,1-8-1 16,1-6 1-16,-1-2-1 15,1-6 0-15,0-2 0 16,1-4 0-16,-3-2-1 16,2-3-4-16,-1 0-35 15,1-6-35-15,-2-3-141 0</inkml:trace>
  <inkml:trace contextRef="#ctx0" brushRef="#br0" timeOffset="4291.93">22790 6959 323 0,'0'0'38'16,"0"0"53"-16,32-34-53 0,-18 28-5 15,2 3 2-15,-2 3-6 16,-2 0-6-16,-1 7-11 15,-2 5-6-15,-5 1-3 16,-2 2-2-16,-2 1 0 16,0-1 0-16,-9-1 0 0,-4 0-1 15,-1-2 0-15,-2-2 1 16,-3-2-2-16,2-2-1 16,1-2-17-16,1-1-20 15,5-3-16-15,3 0-40 16,3-3-75-16</inkml:trace>
  <inkml:trace contextRef="#ctx0" brushRef="#br0" timeOffset="4634.62">23040 6789 377 0,'0'0'85'0,"0"0"-37"16,35-6-23-16,-22 19-4 15,-2 5 2-15,-3 5 12 16,-3 2-16-16,-1 6-4 0,-4 2-9 15,0 3-4-15,-11 0-1 16,-2 1-1-16,-7-2-1 16,-2-3-1-16,-6-5-47 15,-2-3-56-15,-5-6-156 16</inkml:trace>
  <inkml:trace contextRef="#ctx0" brushRef="#br0" timeOffset="5117.58">21926 6780 245 0,'0'0'21'0,"-38"23"25"0,18-2 17 15,2 8-15-15,-2 6-9 16,4 7-6-16,3 10 3 16,5 3-9-16,5 3-9 15,3-2-8-15,6-2-6 0,11-7-3 16,7-11-1-16,4-5 1 15,4-9-1-15,4-7 2 16,-1-9-5-16,3-6-47 16,-6-10-83-16,-1-11-264 15</inkml:trace>
  <inkml:trace contextRef="#ctx0" brushRef="#br0" timeOffset="5636.51">22341 6154 292 0,'0'0'7'15,"11"-32"35"-15,3 21-19 16,4 2-10-16,3 1-4 0,3 3 2 15,1 5-1-15,-2 0-4 16,-2 2-3-16,-3 7-3 16,-5 3 1-16,-5 4-1 15,-6 1 0-15,-2 3 0 16,-6 1 1-16,-8 1-1 0,-3 0 2 16,-4-1-1-16,0 1 3 15,1-3 0-15,0 1 3 16,5 0 15-16,4-2 0 15,3 1-12-15,5-2-2 16,3 0-5-16,0 0 2 0,9-1-3 16,2-1-1-16,4-1-1 15,-2-2 1-15,2-2-1 16,-1-1 0-16,-3-3-35 16,-2-4-139-16</inkml:trace>
  <inkml:trace contextRef="#ctx0" brushRef="#br0" timeOffset="5865.77">22495 6663 288 0,'0'0'216'16,"0"0"-137"-16,0 0-40 15,0 0-30-15,0 0-6 16,0 0-3-16,0 0 0 0,0 0-7 16,0 0-100-16,5-1-314 15</inkml:trace>
  <inkml:trace contextRef="#ctx0" brushRef="#br0" timeOffset="7498.75">23272 7045 173 0,'0'0'26'0,"0"0"6"16,0 0-19-16,0 0 21 16,0 0 33-16,34 1-18 0,-11-1-14 15,5-1-8-15,3-2 0 16,2 0-2-16,-1 1-1 16,-4-1-6-16,-3 1-9 15,-5 1-6-15,-6 1-1 16,-4 0-2-16,-2 0 1 0,-2 0-1 15,-3 0-1-15,-2 0-2 16,-1 0-30-16,-2 0-25 16,-6 0-76-16,-1-2-154 15</inkml:trace>
  <inkml:trace contextRef="#ctx0" brushRef="#br0" timeOffset="7827.56">23443 6919 243 0,'0'0'41'15,"0"0"26"-15,0 0-8 16,0 0-13-16,0 0-7 0,0 0-21 15,0 0-13-15,0 0 2 16,0 0 16-16,8 31 6 16,-6-10-8-16,-1 6-7 15,-1 1-8-15,0 0-3 16,0-2-1-16,0-3-2 0,0-3 1 16,0-2-1-16,0-5 0 15,0-3-3-15,0-3-54 16,-1-4-54-16,-1-3-154 15</inkml:trace>
  <inkml:trace contextRef="#ctx0" brushRef="#br0" timeOffset="9808.61">23956 6687 127 0,'0'-1'30'16,"0"0"-9"-16,0 0 5 0,0 0-9 15,0 1 3-15,0 0-3 16,-1 0-3-16,1 0 2 15,-2 0-5-15,1 0 3 16,1 0 8-16,-2 0-4 0,2 0-1 16,0 0 2-16,0 0-1 15,0 0 4-15,0 1-5 16,0 2-9-16,0 0-4 16,0 4 4-16,0 4 14 15,0 6 2-15,0 6 2 0,0 5 4 16,0 8 0-16,0 2-10 15,-3 5-4-15,-2 0-6 16,0 0-4-16,0-1-4 16,-1-4 0-16,1-6 0 15,0-5 0-15,2-7 0 16,0-5-1-16,2-7 0 0,1-1-1 16,-1-4 1-16,0-1-1 15,1-2-1-15,0 0 1 16,0 0-9-16,0-7-88 15,0-2-110-15</inkml:trace>
  <inkml:trace contextRef="#ctx0" brushRef="#br0" timeOffset="10463.87">23959 6964 200 0,'0'0'35'0,"0"0"13"16,0 0-12-16,0 0 15 16,0 0-8-16,13-34-11 0,-5 27-7 15,4-1-9-15,0 3-6 16,2-1 2-16,1 0-3 15,-1 3 0-15,1 3-1 16,-2 0-5-16,-1 0 0 16,-3 1-3-16,-1 7 0 15,-3 0 0-15,-2 2 0 0,-3-1 0 16,0 3 0-16,-5 1 0 16,-5-1 0-16,-3 0 0 15,-4 0 0-15,-1 0-1 16,-2 1 2-16,-1-1-2 15,1-2 2-15,2 0-1 0,1-2 0 16,4-1 0-16,4-2 1 16,3-1-1-16,2 1-1 15,3-4 1-15,1 0 0 16,0-1 0-16,1 2 0 0,3-2 0 16,1 0 0-16,1 0 0 15,-3 0-1-15,3 0-2 16,-2 0-23-16,0 0 1 15,-1 0-10-15,1 0-19 16,-2 0-31-16,0 0 3 16,-2-2-103-16</inkml:trace>
  <inkml:trace contextRef="#ctx0" brushRef="#br0" timeOffset="10732.92">23951 7078 256 0,'0'0'45'0,"0"0"37"16,0 0-27-16,0 0-4 15,40 0-5-15,-24 4-9 16,1 4-7-16,2 0-8 0,-1 4-6 16,1-1-5-16,-1 2-4 15,-1-1-2-15,-1 0-2 16,-2-2 0-16,-2-2-3 15,-1-1 1-15,-3-3-1 16,-1-1 1-16,-3-1-2 0,-3 0-2 16,-1-2-50-16,-2 0-63 15,-9-2-126-15</inkml:trace>
  <inkml:trace contextRef="#ctx0" brushRef="#br0" timeOffset="14487.6">20066 6994 114 0,'0'0'73'0,"0"0"-23"16,0 0-13-16,0 0-18 16,0 0-3-16,0 0 5 0,-35 38 21 15,25-12-10-15,-2 4-3 16,2 7-2-16,0 5-2 16,5 3-9-16,3 3-8 15,2 0-6-15,3-2-1 16,10-4-1-16,5-6 0 0,5-7 0 15,6-7-1-15,4-6 2 16,6-6-1-16,5-8-5 16,3-2-94-16,5-9-97 15</inkml:trace>
  <inkml:trace contextRef="#ctx0" brushRef="#br0" timeOffset="15106.6">21094 6977 167 0,'0'0'15'0,"0"0"30"15,0 0-15-15,0 0-3 16,0 0 9-16,0 0-5 16,0 0 3-16,0 0-9 15,0 0 0-15,0 0-3 0,0 0-1 16,37-14-1-16,-19 27 0 16,-1 8 4-16,0 6-1 15,1 8-4-15,-7 7-8 16,-7 6-6-16,-4 4-4 15,-4 1-1-15,-13-2-2 0,-7-2-3 16,-6-7-45-16,-2-8-112 16</inkml:trace>
  <inkml:trace contextRef="#ctx0" brushRef="#br0" timeOffset="16343.72">20516 6979 173 0,'0'0'39'0,"0"0"5"15,0 0-29-15,0 0-11 16,0 0 12-16,-45 53 35 16,19-20 1-16,-6 9-3 0,-6 8-21 15,-7 8-4-15,-2 3-11 16,1-1-9-16,3-1-4 15,5-4 0-15,9-4 0 16,6-8 0-16,9-7-2 0,5-9-35 16,5-9-120-16</inkml:trace>
  <inkml:trace contextRef="#ctx0" brushRef="#br0" timeOffset="17169.43">22331 6948 99 0,'0'0'107'0,"0"0"-51"0,0 0-7 16,0 0-19-16,0 0 3 15,0 0-9-15,0 0-4 16,0 0-5-16,5-28-3 15,-5 27-4-15,-2 0 1 0,0 1-4 16,-1 0 3-16,-3 2-3 16,-5 8-2-16,-6 10 9 15,-9 7 24-15,-8 10-12 16,-9 9-3-16,-9 10-13 16,-2 5-8-16,-2-1-1 0,2-7-67 15</inkml:trace>
  <inkml:trace contextRef="#ctx0" brushRef="#br0" timeOffset="20948.66">21121 8254 141 0,'2'14'19'0,"-1"3"24"0,2 7 24 16,-1 2-6-16,0 6-23 15,1 5-8-15,-3 3 0 16,1 3-15-16,-1-2 12 16,0-1-12-16,0-5-12 15,0-6-1-15,0-7-1 16,0-3 0-16,0-7-1 0,0-2 2 16,-1-5-2-16,-2-2-2 15,1-3-7-15,-4 0-27 16,-1 0-62-16,0-4-81 15</inkml:trace>
  <inkml:trace contextRef="#ctx0" brushRef="#br0" timeOffset="21283.2">21098 8350 319 0,'0'0'8'15,"0"0"48"-15,0 0-22 0,16-35-5 16,-4 27-7-16,1 3 0 16,1 0 0-16,2 2-2 15,0 2-12-15,1 1-4 16,-3 0-3-16,0 6 0 15,-3 4-1-15,-4 1 0 0,-2-1 1 16,-5 3-1-16,0 0 0 16,-6-1 0-16,-6 1 1 15,0-1-1-15,-5 1 1 16,2-1-1-16,-2-2-7 16,2 0-36-16,-1-2-14 15,3-2-39-15,3-4-72 0</inkml:trace>
  <inkml:trace contextRef="#ctx0" brushRef="#br0" timeOffset="21582.95">21495 8309 203 0,'0'0'178'15,"0"0"-124"-15,0 0-23 16,0 0-14-16,42-10 6 16,-25 6 2-16,2 1-15 0,-3 2-7 15,0 1-2-15,-4 0 0 16,-2 0-3-16,-4 1-25 15,-4 3-58-15,-2 0-80 16</inkml:trace>
  <inkml:trace contextRef="#ctx0" brushRef="#br0" timeOffset="21730.42">21499 8399 214 0,'0'0'9'0,"0"0"11"16,0 0 32-16,0 0-3 0,38 7-23 15,-18-7-12-15,5-5-8 16,-1-2-5-16,3-1 0 16,0-1-3-16,-3-1-40 15,-1-1-117-15</inkml:trace>
  <inkml:trace contextRef="#ctx0" brushRef="#br0" timeOffset="22410.86">22050 7951 455 0,'0'0'9'0,"0"0"-9"0,5 43 2 15,-2-16 18-15,0 5 8 16,0 4 3-16,1 2-15 16,-4 5-10-16,0-3-4 15,0-3-1-15,0-5 0 16,0-4-1-16,-6-8 1 0,2-5-1 16,-1-7 0-16,0-2 0 15,0-6-1-15,-1 0-1 16,2 0-4-16,-3-6-17 15,4-1-9-15,-2-1 17 16,3 0 7-16,2-3 4 0,0 0 4 16,0-5 0-16,7-1 2 15,3-2 1-15,4-3 6 16,3-2 7-16,1 1 1 16,2 2-3-16,0 3 5 15,-2 4-7-15,-1 4 3 0,-4 5-2 16,-3 5-11-16,-6 0-1 15,-3 6-1-15,-1 7 0 16,-4 1 0-16,-6 3 0 16,0 1-1-16,-1-1 1 15,-2-1-2-15,1-2-7 0,2-4-7 16,-2 0 1-16,3-5-6 16,0 0-2-16,2-2 10 15,3-2 10-15,3-1 3 16,1 1 2-16,5-1-2 15,5 1 1-15,4 1-1 0,2 2 4 16,0 2-2-16,0-1 2 16,1 3-3-16,-2 0 0 15,-3 1 0-15,0 1-1 16,-2-3-3-16,-3 0-59 16,2-3-79-16,-4-2-153 0</inkml:trace>
  <inkml:trace contextRef="#ctx0" brushRef="#br0" timeOffset="22701.02">22444 8261 444 0,'0'0'29'0,"0"0"37"0,31-17-35 16,-14 11 5-16,4 1-9 16,6 0-2-16,1-2-9 15,3 0-8-15,0 1-5 16,-2 0-2-16,-2 1-1 0,-3 1 0 16,-5 1 1-16,-3 0-7 15,-5 0-48-15,-6-1-30 16,-4-1-36-16,-1 0-110 15</inkml:trace>
  <inkml:trace contextRef="#ctx0" brushRef="#br0" timeOffset="22919.21">22619 8132 354 0,'0'0'32'0,"0"0"39"16,0 0-33-16,0 0-18 0,0 0 14 15,0 0 7-15,-3 31-10 16,5-14-13-16,0 3-8 16,2 3-6-16,-3 0-2 15,0 0-2-15,-1-1 1 16,0-3-3-16,0-2-10 0,0-4-66 16,0-3-30-16,0-6-107 15</inkml:trace>
  <inkml:trace contextRef="#ctx0" brushRef="#br0" timeOffset="23200.14">22990 7930 530 0,'0'0'7'0,"0"0"27"16,0 0-31-16,6 47 22 15,-6-18 6-15,0 3-7 16,0 1-5-16,0 2-10 0,0 1-7 16,0-3-1-16,0-2-1 15,1-6-1-15,1-5-22 16,-1-9-65-16,0-9-94 15</inkml:trace>
  <inkml:trace contextRef="#ctx0" brushRef="#br0" timeOffset="25186.44">22437 8872 259 0,'1'-5'2'0,"1"3"4"16,-2 2-1-16,0 0 0 0,2 9 20 16,0 4 24-16,-1 7-11 15,1 6-7-15,-2 8 5 16,0 7-1-16,0 6 5 15,0 5-12-15,-3 2 2 16,-1 4-6-16,2-2 0 0,-3-3-6 16,2-2-7-16,1-5-3 15,-3-6-5-15,2-7-1 16,1-7-1-16,-1-6-1 16,0-6 0-16,2-5 1 15,0-6-1-15,0-3-1 16,1-3-13-16,0-7-53 0,-1-5-62 15,1-6-67-15</inkml:trace>
  <inkml:trace contextRef="#ctx0" brushRef="#br0" timeOffset="25841.59">22413 9067 173 0,'0'0'67'0,"0"0"-26"16,-13-28 12-16,11 18-9 0,2-3-6 15,0 3 1-15,1-1-6 16,5 0-6-16,5 0-9 16,2 2-2-16,3 1 1 15,2 2-4-15,1 3-2 16,1 2-3-16,0 1-4 0,-4 3-3 16,0 6 0-16,-6 2 0 15,0 1-2-15,-5 4 2 16,-3-1-1-16,-2 2 0 15,0-2 0-15,-7 0 0 0,-6-1 0 16,-1-2 0-16,-1-2 0 16,-2-1 0-16,4-3-1 15,2 0 1-15,3-2 1 16,5-1-2-16,3-2 0 16,0-1 2-16,11 0-1 15,4 0 0-15,3 0 0 0,2 0 0 16,4 0-1-16,-4 0 2 15,0 2-1-15,-3 5 0 16,-4-2 0-16,-4 3 0 16,-3 1 1-16,-3 0-1 0,-3 1 1 15,0-1-1-15,-6 1 0 16,-4-1 1-16,-4 1 0 16,-2-3-1-16,-2 3 0 15,-2-4 1-15,-4 2-1 16,2-4 0-16,0 2 1 15,3-2-2-15,4-1 1 0,3 0 0 16,5-1-35-16,6-1-62 16,1-1-85-16</inkml:trace>
  <inkml:trace contextRef="#ctx0" brushRef="#br0" timeOffset="26845.59">22804 9234 189 0,'0'0'16'0,"0"0"-8"0,0 0-5 16,0 0 2-16,0 0 2 16,0 0 3-16,0 0 0 15,0 0 6-15,0 0 44 16,0 0 2-16,0 0-6 0,0 0-29 15,0 0-13-15,-4 0 10 16,-2 0-5-16,-1 3-9 16,0 1-1-16,-3 4 5 15,-1 0 3-15,0 3 2 0,2 2-7 16,0 1 1-16,2 2-4 16,4-1-4-16,2 0-1 15,1-2-4-15,0-1 2 16,4-2-1-16,3-3 0 15,3-3 0-15,2-1 2 0,-1-2-1 16,0-1 2-16,0 0-1 16,-1 0 2-16,-3 0-1 15,1-2 0-15,-5-1 2 16,0 1 1-16,0 2-1 16,-2-2-2-16,-1 2 1 15,0-1 3-15,0 0-1 0,0 0-5 16,0-1 0-16,-3 1-2 15,1 1 1-15,-1-1 0 16,2 1-1-16,0-1 1 16,0 0-1-16,-1 0 1 0,1 1-1 15,1-1 0-15,-1 1 0 16,1 0 1-16,-1-2-1 16,1 2 0-16,-1 0 1 15,1-1-1-15,-1-1 0 16,1 2 0-16,0-2 0 15,0 0 0-15,0 0 0 0,0-1 0 16,0 0 1-16,0 1-2 16,0-2 2-16,0-1-1 15,0-2 0-15,0-1-1 16,0 0 1-16,0-1 0 16,0-1-1-16,0 1 0 0,0 2 1 15,0 0 0-15,0 1-1 16,-5 2 1-16,-2 2-1 15,-3 0-1-15,-4 2 1 16,2 0-3-16,0 0-42 16,2 2-62-16,3-2-153 0</inkml:trace>
  <inkml:trace contextRef="#ctx0" brushRef="#br0" timeOffset="27856.4">22386 8740 177 0,'2'-5'23'16,"-2"3"60"-16,0 0 15 15,0 2-41-15,0 0-46 0,0 4-9 16,0 4 4-16,-5 2 26 16,0 4-13-16,-2 1-9 15,2 0-3-15,-3-1 0 16,2-1-3-16,1-3-1 16,-1-2-2-16,2-1 0 0,0-4 0 15,1 0 0-15,1-3 0 16,1 0 1-16,1-1 0 15,0-9-1-15,0-2-1 16,5-5 1-16,3-1-2 16,0-2 1-16,1 1 1 0,0 3-1 15,-4 5 0-15,0 2 1 16,-3 5 33-16,1 4-8 16,-2 0-21-16,2 1-4 15,1 7 1-15,2 2 1 16,1 1 2-16,3 2-2 0,1-1-2 15,6 3 1-15,-1-2-1 16,5 0-2-16,-1 0 2 16,2-2-18-16,1-2-107 15,-4-5-170-15</inkml:trace>
  <inkml:trace contextRef="#ctx0" brushRef="#br0" timeOffset="28354.6">22919 9260 130 0,'0'0'273'15,"0"0"-201"-15,0 0-16 0,0 0-14 16,0 0-17-16,0 0-6 15,18 42-7-15,-18-20-8 16,-5-1-2-16,-3 1-1 16,-2 0-2-16,-2-4-35 15,0-5-110-15</inkml:trace>
  <inkml:trace contextRef="#ctx0" brushRef="#br0" timeOffset="28686.78">23271 8834 48 0,'0'0'377'16,"0"0"-373"-16,0 0 2 16,17 44 46-16,-10-20 1 0,0 5-3 15,0 6-12-15,-3 5-19 16,0-1-12-16,-2 4-5 16,-2-4 0-16,0-2-2 15,0-5 0-15,-3-7 2 16,-4-3-6-16,1-7-34 0,-2-6-66 15,0-8-79-15</inkml:trace>
  <inkml:trace contextRef="#ctx0" brushRef="#br0" timeOffset="29268.46">23265 8907 318 0,'0'0'9'0,"8"-42"51"15,-1 24-1-15,0 3-21 16,2 1-1-16,2 4-10 16,-1 3-9-16,3 3-9 15,-1 4-3-15,3 0-2 16,-4 4-2-16,0 6-1 0,-1 0-1 15,-3 3 1-15,-1-1-1 16,-5 0 0-16,-1-1 1 16,0-1-2-16,-4 0 1 15,-5-1 1-15,-2-2-2 16,-1-2 2-16,0 1-1 0,0-2 0 16,5-1-1-16,1-2 1 15,2 1 0-15,4-1 0 16,2-1-1-16,9 1 0 15,7-1 1-15,1 2 0 16,4 1 0-16,-1 1 0 0,-2 2 0 16,-4 1 1-16,-2 1-1 15,-7 1 0-15,-2 0 0 16,-5 2 1-16,0-1-1 16,-1 0 1-16,-8-1-1 0,-2-1 1 15,-4 0 0-15,0-1-1 16,-3-1 2-16,-2-1-2 15,0-1-2-15,3 0 2 16,2-1 2-16,4-1-4 16,3 0 1-16,7 0-21 15,1-2-61-15,4 0-23 0,6 0-87 16</inkml:trace>
  <inkml:trace contextRef="#ctx0" brushRef="#br0" timeOffset="30279.23">23361 8587 218 0,'0'0'67'0,"0"0"-62"15,0 0 20-15,0 0-17 16,0 0 6-16,0 0 0 16,0 0-6-16,-30 27-4 0,27-17-3 15,0-1-1-15,0-1 1 16,0 0-1-16,0-3 1 16,0 0-1-16,0-2 0 15,2 1 0-15,-1-3 0 16,1 1 0-16,1-1 0 0,0-1 0 15,0 0 0-15,0 0 0 16,0 0 1-16,4-1-1 16,0-4 1-16,0 1-1 15,0 0 0-15,-1-1 1 16,-2 1 0-16,0 1-1 0,-1 0 4 16,1 1 6-16,-1 0 15 15,0-1-15-15,0 3-5 16,0-1-3-16,0 1-1 15,0 0-1-15,0-1 2 16,0 1-2-16,0-1 0 0,0-1 1 16,0 1-1-16,0-1 1 15,0 0 0-15,0-1 1 16,-1 1 0-16,0-1 3 16,1 3 3-16,0-2 1 15,-1 1-1-15,0-1 1 16,1 0 7-16,-1 2-4 0,1-1-4 15,0-1-1-15,0 2 0 16,0-1 1-16,0 1-2 16,0-1-2-16,0 1-2 15,0 0 1-15,0 0-1 16,0 0-2-16,0 0 0 0,0 0 1 16,0 2-1-16,3 7 0 15,3 2 1-15,2 2 2 16,2 2 6-16,1 2 3 15,1-2-3-15,3-2-3 16,-1-2-1-16,0-3-4 0,0-1 0 16,-3-4 1-16,-2-1-2 15,-3-2 0-15,-1 0-2 16,-5-5-92-16,0-5-134 16</inkml:trace>
  <inkml:trace contextRef="#ctx0" brushRef="#br0" timeOffset="30653.94">23570 9100 436 0,'0'0'51'0,"0"0"-2"0,0 0-31 0,0 0 1 16,0 0 8-16,15 28-9 15,-15-12-6-15,0 1-8 0,0 0-3 16,0-1 0-16,0 1-1 16,-4-4-5-16,1-3-74 15,-1-5-81-15</inkml:trace>
  <inkml:trace contextRef="#ctx0" brushRef="#br0" timeOffset="31073.66">23714 8997 301 0,'0'0'24'0,"0"0"37"15,0 0-12-15,0 0-13 16,0 0-10-16,0 0 9 0,8 29-4 16,-8-15-11-16,-3 2-9 15,-4 1-6-15,2-2-4 16,-3 0-1-16,1-1 1 15,-1-3-3-15,-2-3-74 16,1-3-100-16</inkml:trace>
  <inkml:trace contextRef="#ctx0" brushRef="#br0" timeOffset="31342.91">23850 8963 425 0,'0'0'17'16,"0"0"3"-16,0 0-18 15,0 0-2-15,0 0 1 0,0 0-1 16,0 0-5-16,0 0-98 16,0 0-191-16</inkml:trace>
  <inkml:trace contextRef="#ctx0" brushRef="#br0" timeOffset="31542.27">23987 8935 402 0,'0'0'74'15,"0"0"8"-15,0 0-39 0,0 0-23 16,0 0-12-16,0 0-7 16,0 0-2-16,0 0-3 15,10 1-52-15,-10 1-69 16,0-2-167-16</inkml:trace>
  <inkml:trace contextRef="#ctx0" brushRef="#br0" timeOffset="31713.9">24106 8933 497 0,'0'0'38'15,"0"0"-28"-15,0 0-7 16,0 0-3-16,0 0-1 16,0 0-86-16</inkml:trace>
  <inkml:trace contextRef="#ctx0" brushRef="#br0" timeOffset="32442.55">24367 8673 348 0,'0'0'8'0,"0"0"57"16,0 0-34-16,0 0-27 15,0 0 35-15,11 52 16 16,-6-21-19-16,2 6-7 16,-1 4-11-16,-1 4-5 0,-2 3-8 15,-2-1-4-15,-1-4 0 16,0-2-1-16,0-8-1 16,-3-6 2-16,-2-6-7 15,-1-7-39-15,-1-6-45 16,0-5-52-16,0-3-228 0</inkml:trace>
  <inkml:trace contextRef="#ctx0" brushRef="#br0" timeOffset="32987.4">24330 8794 289 0,'0'0'5'0,"0"-36"52"0,1 17-6 15,5 2-8-15,4 0-11 16,1 2 2-16,3 4-5 16,2 1-14-16,-2 5-6 15,2 2-4-15,-2 3-4 16,-4 0 1-16,0 3-2 0,-5 7 0 15,-2 0 0-15,-2 1 0 16,-1 2 0-16,-2-1 0 16,-5 0 0-16,1-2 0 15,-2-1 0-15,1-2 0 16,0-2-1-16,2-2 0 16,2 1 1-16,3-3 0 0,0 1-2 15,3-2 2-15,8 3 1 16,5-1-1-16,2 2 0 15,4 2 0-15,-1 1 1 16,-1 2-1-16,-2 2 0 16,-3 1-1-16,-5 0 1 0,-4-2 1 15,-4 1-1-15,-2-2 1 16,-2-1-1-16,-9-1 1 16,-4 0 0-16,-3-3 0 15,-4 0-1-15,0-1 1 16,-2-1-1-16,2-1 0 0,2 0 0 15,3-1-2-15,6 0-6 16,3 0-36-16,8 0-9 16,0 0-47-16,9 0-113 15</inkml:trace>
  <inkml:trace contextRef="#ctx0" brushRef="#br0" timeOffset="33595.29">24633 8852 397 0,'0'0'28'0,"0"0"1"0,0 0-2 16,20 33 23-16,-14-14-9 15,1 4-8-15,-3 4-6 0,-1 5-10 16,-3 1-6-16,0 0-7 15,0-3-2-15,0-4-1 16,0-3-1-16,0-9 1 16,0-4 0-16,0-4-1 15,0-4 0-15,-2-2 2 0,1 0 1 16,-2-4 1-16,2-4-2 16,-1-7-2-16,2-5 0 15,0-3 0-15,0-7 0 16,0-2 0-16,7-1 0 15,0 3-1-15,3 4 1 0,0 4 0 16,1 9 0-16,-1 5 0 16,1 4-2-16,-1 4 3 15,-2 1-3-15,0 8 1 16,-4 4 0-16,0 2 0 16,-4 1 1-16,0 1 0 0,-4 0-1 15,-1-2-1-15,-3-2-3 16,1-3-9-16,-3-4 1 15,3-1 2-15,2-2-1 16,0-1 5-16,3-2 5 16,1 0 2-16,1 0 1 0,5 0-1 15,5 0 0-15,6 2 1 16,3 1-1-16,5 2 0 16,-2 2 2-16,1 1-1 15,-3 0 0-15,-4 2 0 16,-5 0-1-16,-5-1 0 0,-3-2-18 15,-3-3-110-15,-3-3-164 16</inkml:trace>
  <inkml:trace contextRef="#ctx0" brushRef="#br0" timeOffset="34152.56">24348 8438 266 0,'0'0'28'0,"0"0"22"16,0 0-38-16,0 0 7 15,-36 21 10-15,29-6-8 16,0-2-12-16,1 2-5 0,2-3-1 16,0-1-2-16,1-4 0 15,0-1-1-15,3-2 1 16,-2-3 0-16,2-1-1 16,0 0 4-16,0-5 0 15,0-5-3-15,2-3 0 0,4-2 0 16,-1 0-1-16,2 2 1 15,-1 2 4-15,0 3 33 16,-2 4-4-16,3 4-14 16,1 0-13-16,2 8-4 15,3 4 0-15,1 1 0 0,5 2-1 16,1 1-1-16,0-2-2 16,0-3-3-16,-1-6-120 15,-3-3-294-15</inkml:trace>
  <inkml:trace contextRef="#ctx0" brushRef="#br0" timeOffset="34944.58">24736 8294 208 0,'0'0'42'0,"0"0"-6"0,0 0 31 15,0 0-23-15,0 0-12 16,10-28-10-16,-10 26-4 16,0 1-6-16,0 0-7 15,0 1-3-15,1 0-1 16,-1 0 0-16,1-1-1 16,-1 1 0-16,0 0 0 0,0 0 0 15,0 0 1-15,0 0-1 16,0 0 0-16,0-2 0 15,0 2 1-15,0-1-1 16,0-1 0-16,0 2 0 0,0-1 1 16,0 0-1-16,0 1 2 15,0-1-2-15,0-1 0 16,0 2 0-16,0 0 0 16,0 0 1-16,0 0 2 15,0 0 1-15,0-1 3 0,0 0 0 16,0 0-3-16,0 1-2 15,-1-1 0-15,1 0 1 16,0 0 0-16,0 0 0 16,-2 1-1-16,2 0-1 15,0 0 0-15,0 0 0 16,0 0-1-16,0 0 0 0,-1 0 0 16,1 0 0-16,0 0 0 15,0-1 0-15,0 1 0 16,0 0 0-16,0 0-1 15,0 0 0-15,-1 0-1 16,1 0 1-16,0 0 1 0,0 0-2 16,0 1 1-16,0 0 1 15,0-1 0-15,0 0 0 16,0 0 1-16,-1 0-1 16,0 0 0-16,1 0 1 15,0 2-2-15,0 0 0 0,0 3 0 16,0-3-29-16,0 0-107 15</inkml:trace>
  <inkml:trace contextRef="#ctx0" brushRef="#br0" timeOffset="36889.44">22471 9769 77 0,'0'0'34'0,"0"0"20"16,0 0-18-16,0 0-5 16,0 0-4-16,0 0-6 0,0 0-12 15,0 0-6-15,0 0 2 16,0 0 4-16,-14 9 17 15,14 0 5-15,0 2-9 16,4 1-5-16,0 1 0 16,2 0-4-16,1-1-4 15,2 1-2-15,1-3 0 0,2 0 3 16,1 0-3-16,-1-5-2 16,1 0 4-16,2 0 2 15,-2-3-2-15,0-1-5 16,-2-1-2-16,1 0 0 0,0 0 0 15,-1 0-1-15,1-3 1 16,0-2 0-16,1 0 0 16,2-2-1-16,0-1 1 15,2 0 1-15,-2-1-2 16,2 0 0-16,1 0-1 16,-1-1 0-16,0 1 1 0,1 1-1 15,-1 1 0-15,1 0 0 16,0-1 1-16,1 1 0 15,-2-1-1-15,2 0 1 16,1 1-1-16,3-2-1 16,-1 1 2-16,2 1 0 0,-1 1-1 15,2 0 1-15,-1 2 1 16,-1 1 2-16,-1 0 0 16,0 1-2-16,1 1 1 15,0 1-1-15,-2 0 0 16,2 0 3-16,-1 0-4 15,-2 0 2-15,1 0 1 0,-1 0 2 16,-2 3 0-16,-3 1-1 16,1 2-3-16,-3 1-1 15,0-1 0-15,-1 2 0 16,-1-1 2-16,-2 3-2 16,-1 0-1-16,0 0 0 0,-3 0 1 15,-1 1-1-15,-1-1 0 16,-1-2 0-16,0 2 1 15,1-5-1-15,-3 2 1 16,1-4-1-16,0 1 0 0,-1-1 0 16,0-3 1-16,0 0-1 15,0 0 2-15,0 0 27 16,0 0 1-16,0-4-25 16,0-4-4-16,0 1 0 15,0-4 0-15,0 0-1 16,1-3 0-16,2 0 1 0,2-2-2 15,4 0 0-15,1-1 1 16,4 2 0-16,1 1-1 16,5 0 1-16,1 1 0 15,5 2 0-15,4-1 0 16,2 2 0-16,4 0 0 0,2 2 1 16,3 1-1-16,1 1 0 15,1 2 0-15,3 3 0 16,-2-1 1-16,-1 2 0 15,-2 0 1-15,0 0 3 16,-4 2-2-16,-3 1 1 0,-2 0-3 16,-2-1 1-16,-1-2-1 15,-1 0 1-15,0 0-1 16,2-6 4-16,-1-3 7 16,3-1 0-16,1-2-4 15,0-2-3-15,-2-1 1 0,0-2 1 16,-5 1-1-16,-3-2-5 15,-6 1 1-15,-6 1-1 16,-4-1 0-16,-6 1-1 16,-1 1 0-16,-4 3 0 15,-7 2-2-15,0 2-6 16,-3 2-28-16,-1 3-36 0,0-1-82 16,-2-2-315-16</inkml:trace>
  <inkml:trace contextRef="#ctx0" brushRef="#br0" timeOffset="38297.69">23161 10129 234 0,'-3'0'19'15,"2"0"44"-15,1 0-39 16,0 0-12-16,0 3-1 0,0 4 17 16,0 3 13-16,2 3-8 15,2 5 0-15,1 2 8 16,-1 5-5-16,-1 2-8 15,0 1-8-15,-1 2-9 16,0-1-4-16,-2-3 0 16,0-1-3-16,0-5-1 0,0-1-1 15,0-6-1-15,0-3 1 16,0-5-2-16,0-1 0 16,0-2-3-16,0-2-37 15,0 0-35-15,0-6-81 16</inkml:trace>
  <inkml:trace contextRef="#ctx0" brushRef="#br0" timeOffset="38670.01">23388 10357 353 0,'0'0'13'0,"0"0"-8"16,0 0 8-16,0 0 34 15,0 0-3-15,0 0-6 0,33 0-9 16,-13-5-12-16,4 0-4 15,4-5 5-15,4 2 3 16,-1-4-5-16,0 4-4 16,-2-2-5-16,-5 3-4 15,-3 1-3-15,-4 3 1 0,-4 1-1 16,-5 1-2-16,-3 0-17 16,-3 1-20-16,-2 0-21 15,-1 0-3-15,-6 0-44 16,-4 0-145-16</inkml:trace>
  <inkml:trace contextRef="#ctx0" brushRef="#br0" timeOffset="39055.62">23521 10194 224 0,'0'0'23'16,"0"0"36"-16,0 0-18 16,0 0-12-16,0 0-16 15,0 0 27-15,0 0-6 16,0 0-6-16,8 36 3 0,-6-20 5 15,1 4-7-15,0 0 0 16,3 4-9-16,-5 1-6 16,2 2-7-16,0-1-4 15,-3-1-3-15,3-2 0 16,-3-2 0-16,0-6 1 16,0-3-1-16,0-3-4 0,0-5-47 15,0-4-59-15,0 0-108 16</inkml:trace>
  <inkml:trace contextRef="#ctx0" brushRef="#br0" timeOffset="40035.44">24046 10140 299 0,'0'0'7'0,"0"0"35"16,0 0 2-16,23-31-7 15,-12 26-11-15,2 0-4 16,0 2-4-16,0 1-10 16,-1 2-7-16,-5 0 1 0,-2 0-2 15,-3 5 1-15,-2 0-2 16,0 0-1-16,-4 2-12 16,-5-4-41-16,-2 0-78 15</inkml:trace>
  <inkml:trace contextRef="#ctx0" brushRef="#br0" timeOffset="40906.35">24024 9985 177 0,'0'0'32'0,"0"0"-1"0,0 0 12 15,0 0-1-15,0 0-19 0,0 0-6 16,0 0 8-16,0 0 4 16,0 0-9-16,0 0-1 15,0 0 0-15,0 0-4 16,-15 0-8-16,14 10 3 16,0 5 3-16,1 5 11 0,0 5 4 15,0 5-10-15,0 6-1 16,0 0-5-16,4 2-2 15,0 1-3-15,0-4-3 16,0-2-2-16,-1-3 0 16,-1-4-1-16,0-3-1 0,-1-3 0 15,1-5 1-15,-2-5-2 16,0-3-10-16,0-4-61 16,0-3-30-16,-3-5-81 15</inkml:trace>
  <inkml:trace contextRef="#ctx0" brushRef="#br0" timeOffset="41482.83">24063 10235 180 0,'0'0'33'0,"0"0"-10"0,0 0 33 0,0-30-4 16,0 20-24-16,0 0 7 16,1-2-6-16,4 0-9 15,5 1-7-15,2 0-6 0,2 1-1 16,3 3-1-16,2 2 1 15,-2 4-2-15,2 1 0 16,-3 0-1-16,-2 7-1 16,-3 4-1-16,-3-1-1 15,-5 3 1-15,-3 1-1 16,0-2 0-16,-9 0 0 0,-3-2 0 16,-3 0 0-16,-1-2 1 15,-3 0-1-15,2-3-1 16,-1 0 2-16,1-3-2 15,4 1 2-15,1-1-1 16,5-1 0-16,2-1 1 0,3 0-2 16,2 0 2-16,2 0-1 15,8 2 0-15,4-1 0 16,2 3 3-16,3 2 7 16,3 2 6-16,1 3 3 0,-1 0-6 15,4 1-2-15,-2 1-5 16,-1-3-3-16,-2 0-2 15,-2-3 1-15,-5-1-2 16,-3-1 0-16,-3-3-52 16,-3-2-84-16,-3 0-242 15</inkml:trace>
  <inkml:trace contextRef="#ctx0" brushRef="#br0" timeOffset="42435.35">22426 10533 274 0,'0'0'45'0,"0"0"14"0,0 0-4 16,0 0-26-16,0 0-2 15,46-24 3-15,-23 16-7 16,4 0-10-16,0 0-6 16,-1 2-4-16,-2 1-1 0,-4 2-2 15,-5 2 2-15,-6 1-4 16,-4 0-19-16,-5 1-79 15,0 4-119-15</inkml:trace>
  <inkml:trace contextRef="#ctx0" brushRef="#br0" timeOffset="42640.41">22424 10635 248 0,'0'0'16'0,"0"0"24"16,0 0 12-16,0 0 22 0,0 0-15 15,48 4-5-15,-18-10-23 16,1-1-19-16,2-2-8 16,-2 3-2-16,-4 1 0 15,-5 2-2-15,-10 0-17 16,-6-1-112-16,-6-1-292 0</inkml:trace>
  <inkml:trace contextRef="#ctx0" brushRef="#br0" timeOffset="43075.59">21836 10448 408 0,'0'0'4'0,"0"0"0"16,-6 51 17-16,8-18 30 15,7 8 12-15,4 10-13 16,0 4-17-16,0 5-14 16,-1 3-11-16,-2 1-4 0,-3-2-1 15,-1-7-2-15,-4-9-1 16,0-5 1-16,-2-12 0 16,0-8-1-16,0-8 1 15,-2-5-1-15,1-5 1 0,-2-3-1 16,2 0-4-16,-2-4-38 15,3-8-40-15,0-1-44 16,0-5-95-16</inkml:trace>
  <inkml:trace contextRef="#ctx0" brushRef="#br0" timeOffset="43432.06">21876 10662 208 0,'0'0'4'16,"0"0"43"-16,-8-35 19 15,8 24-19-15,0-2-10 16,6 3 2-16,5 0-11 16,7 5-11-16,1 5-2 0,3 1-8 15,-1 8-1-15,-1 8-2 16,-6 4 1-16,-5 2-3 16,-6 2-1-16,-3 0 0 15,-12 0 0-15,-6-2 0 16,-5-3-5-16,-4-6-61 15,-2-6-180-15</inkml:trace>
  <inkml:trace contextRef="#ctx0" brushRef="#br0" timeOffset="102211.61">19574 1012 135 0,'0'0'61'16,"0"0"-31"-16,0 0-17 16,0 0 3-16,-21 28 10 15,19-15 1-15,-1 0 9 0,0 5 2 16,2 4-3-16,0 4-3 15,0 7-16-15,-1 5 0 16,2 4-7-16,-3 7-4 16,0 1-2-16,-1 3 0 0,-1 1 0 15,0-1-1-15,-2-3-1 16,2-5 0-16,-1-5-1 16,2-5 1-16,-2-8 1 15,3-4-1-15,2-7 0 16,-1-6-3-16,2-3-59 15,0-5-88-15,-1-2-25 0</inkml:trace>
  <inkml:trace contextRef="#ctx0" brushRef="#br0" timeOffset="102881.41">19470 1202 215 0,'0'0'29'0,"0"0"-23"15,4-34 18-15,0 23-5 16,0 1-9-16,2 1 2 16,1-1 9-16,2 0 6 15,3 1-10-15,2 0-1 16,4 0-3-16,2 3-1 0,2 2-4 16,0 3-6-16,-1 1-2 15,-5 1 1-15,-1 6-2 16,-5 3 2-16,-5 1-2 15,-2 1 1-15,-3 1 1 16,-1-2 1-16,-8 1 0 0,-5 0 0 16,-2 1 3-16,-2-1-1 15,-1-2-2-15,1-1-1 16,2-2 0-16,5 0-1 16,2-3 0-16,5-1 0 15,4-1-1-15,0-1-3 0,5 0 0 16,8-1 9-16,5 2 10 15,3 1-9-15,2-1-3 16,2 3 2-16,-3 1-3 16,-4 3-3-16,-2 0 1 15,-6 1 0-15,-2 2-1 16,-6 0 0-16,-2-1 2 0,-1 3 3 16,-9 0-1-16,-1-1 1 15,-6-1-1-15,0 0-1 16,-1-1 1-16,-2-1-2 15,1-3 0-15,1-1 0 16,3-1-1-16,3-3-1 0,3 1-11 16,4-3-26-16,3 0-48 15,2 0-26-15,0-3-110 16</inkml:trace>
  <inkml:trace contextRef="#ctx0" brushRef="#br0" timeOffset="103236.72">19794 1410 285 0,'0'0'57'0,"0"0"-14"0,0 0-26 15,0 0-1-15,0 0 7 16,0 0 8-16,-14 28-12 15,12-18-7-15,2 0-5 0,0 1-4 16,0-1-2-16,5 0 0 16,4-3-1-16,1-1 1 15,1-5-1-15,1-1 4 16,1 0-1-16,-1-3 6 16,-2-5-5-16,-3-2 0 0,-3 0-1 15,-2-1 1-15,-2-1-1 16,-2 1-1-16,-7 1 0 15,-3 0-1-15,-5 4 0 16,0-1-12-16,-1 2-42 16,0-1-55-16,1-2-99 0</inkml:trace>
  <inkml:trace contextRef="#ctx0" brushRef="#br0" timeOffset="103784.1">19628 751 320 0,'0'0'3'16,"0"0"-3"-16,0 0 2 15,0 0-2-15,-28 27 1 16,22-15 0-16,0 0-1 0,0-2 3 15,1 0-6-15,0-2 6 16,1-2-3-16,0-2 1 16,1-2 1-16,-1-2 2 15,2 0 9-15,1-2 12 16,1-6-10-16,0-5-11 0,1 0-1 16,5-3-3-16,3 2 3 15,-4 0 6-15,2 3 11 16,1 6 9-16,-2 2-12 15,0 3-11-15,-1 3-5 16,2 7 2-16,2 2 2 0,0 2 2 16,3 1 0-16,-2 0-3 15,4 0-2-15,2 0-2 16,-1 0 4-16,2-2-2 16,-2-2-29-16,-2-2-145 15</inkml:trace>
  <inkml:trace contextRef="#ctx0" brushRef="#br0" timeOffset="104088.66">20014 1156 147 0,'0'0'201'0,"0"0"-177"16,0 0-20-16,37 1 21 0,-13-1 13 15,-1 0-14-15,2-3-13 16,0 3-7-16,-3 0-2 15,-3 0-2-15,-5 0-5 16,-2 0-39-16,-6 0-67 16,-4 0-24-16</inkml:trace>
  <inkml:trace contextRef="#ctx0" brushRef="#br0" timeOffset="104298.58">20116 1096 264 0,'0'0'137'0,"0"0"-112"0,0 0 9 16,0 0-32-16,0 0-6 16,0 0 8-16,0 0-3 15,2 38 1-15,0-19-1 16,1 3 0-16,-1 0 1 16,-2 1-3-16,0-3-145 0,0-4-130 15</inkml:trace>
  <inkml:trace contextRef="#ctx0" brushRef="#br0" timeOffset="104580.8">20692 918 513 0,'0'0'-7'0,"0"36"8"15,0-5-1-15,-2 7 1 16,-3 5 9-16,0 2 2 0,0 3-8 16,0 3-3-16,1-3 0 15,1 0 1-15,0-1-2 16,-2-3 0-16,0-3-25 15,0-10-82-15,0-11-43 16</inkml:trace>
  <inkml:trace contextRef="#ctx0" brushRef="#br0" timeOffset="105122.85">20656 1072 336 0,'0'0'2'15,"-11"-32"23"-15,9 19 26 0,2 1-12 16,0 2-5-16,0 1-8 16,5 0-8-16,8 2-8 15,4 1-7-15,2 1 0 16,1 3-2-16,3 2-2 15,-3 0 1-15,-2 0-1 0,-4 2 0 16,-2 6 0-16,-3 0 0 16,-2 1 0-16,-4 1 1 15,-3 1-1-15,0-1 2 16,-3 0 0-16,-8 0 1 16,-1 0 0-16,-3 0 0 15,2-2-1-15,2-1 0 0,3-2-1 16,2 1 0-16,4-3-2 15,2 1-2-15,2 0 0 16,9 0 1-16,5 1-2 16,2 0 4-16,4 0 1 0,0 2 1 15,-2-1-1-15,-2 2 1 16,-7-3-2-16,-2 3 0 16,-7-1-1-16,-2 0 1 15,0 0 2-15,-5 1 1 16,-7-2 3-16,-3 3 1 15,-3-3-1-15,-4 2-2 0,0-2 0 16,0 1-2-16,2 0-1 16,0 0-2-16,5-2-31 15,4 2-55-15,5-4-101 16</inkml:trace>
  <inkml:trace contextRef="#ctx0" brushRef="#br0" timeOffset="106059.48">21005 1261 173 0,'0'-3'58'15,"0"1"-6"-15,0 1-3 16,0 1 0-16,0 0-15 0,0 0-2 15,0 0-14-15,0 0-15 16,0 3-3-16,0 5 1 16,0 4 5-16,1 4 10 15,-1 2 9-15,1 4-8 16,-1 0-8-16,1-1-5 16,0 1-2-16,-1-5-1 0,0-2 0 15,0-4 0-15,0-3 1 16,0-5-2-16,0-3-86 15,0-4-198-15</inkml:trace>
  <inkml:trace contextRef="#ctx0" brushRef="#br0" timeOffset="106663.81">20823 660 330 0,'0'0'6'0,"0"0"49"0,0 0-29 16,0 0-26-16,0 0 0 15,0 0 2-15,-24 28 3 16,16-10 0-16,1-1-3 16,1-2-1-16,-1 0 1 15,3-4-1-15,-1-3 1 16,2-3-1-16,1-3 2 0,-1-2 2 16,3-2 1-16,0-7 2 15,0-3 4-15,0-4-8 16,7-1-2-16,0 0-2 15,0 1 2-15,1 4 0 16,0 4 6-16,0 7 2 0,-1 1-6 16,3 6-8-16,3 7 2 15,-1 4 2-15,4 3 1 16,2 1 0-16,2-1 0 16,3-4 4-16,0-4-43 15,1-7-199-15</inkml:trace>
  <inkml:trace contextRef="#ctx0" brushRef="#br0" timeOffset="107059.61">21288 893 401 0,'0'0'7'0,"0"0"14"16,0 0-25-16,0 0 3 16,0 0 4-16,37 42 8 0,-20-20 14 15,2 2-12-15,-1 2-6 16,1 0-4-16,-3 1-1 16,0-3 0-16,-4-3-1 15,-2-5-1-15,-1-3-35 16,-1-3-44-16,-2-7-29 0,-3-3-64 15</inkml:trace>
  <inkml:trace contextRef="#ctx0" brushRef="#br0" timeOffset="107345.55">21415 903 350 0,'0'0'13'0,"0"0"37"16,0 0-49-16,0 0-4 16,0 0 12-16,-22 45 24 15,11-21-8-15,-3 3-13 0,-2 1-7 16,0 2-3-16,-3-1 1 15,1-1 1-15,1-3-18 16,2-5-143-16,3-7-124 16</inkml:trace>
  <inkml:trace contextRef="#ctx0" brushRef="#br0" timeOffset="107746.7">21699 1135 248 0,'0'0'100'0,"0"0"-33"15,0 0-53-15,0 0-16 0,0 0 4 16,0 27 0-16,-1-8 9 16,-1 2-2-16,0 0-6 15,0 1 0-15,-1-1 2 16,2-6-57-16</inkml:trace>
  <inkml:trace contextRef="#ctx0" brushRef="#br0" timeOffset="108530.12">23330 596 292 0,'0'0'55'0,"0"0"-37"16,5 28-27-16,-3-2 6 16,1 12 15-16,0 7 24 0,-2 9-1 15,-1 4-9-15,0 3-2 16,-1-1-15-16,-4-4-4 15,-1-5-1-15,-1-8-4 16,1-7 0-16,1-6 0 16,0-9 0-16,2-6 3 0,-3-7-1 15,1-4-1-15,-5-4-36 16,2-3-60-16,0-12-87 16</inkml:trace>
  <inkml:trace contextRef="#ctx0" brushRef="#br0" timeOffset="108904.44">23343 675 320 0,'0'0'2'16,"0"0"1"-16,25-35 27 0,-12 27-6 16,5 3-10-16,-1 2 2 15,3 3-6-15,-1 2-5 16,0 7-3-16,-1 6-1 16,-4 3-1-16,-3 1 0 15,-5 2 0-15,-3 0 0 0,-3-1 0 16,-2-2 2-16,-10-3 1 15,-3-1 3-15,-4-3 2 16,-4-1-2-16,-1-5-3 16,2 0-1-16,1-2-2 15,4 0 1-15,3-2-4 0,7 0-17 16,4 0-19-16,3 0-19 16,10-1-26-16,6 0 25 15,6 0-132-15</inkml:trace>
  <inkml:trace contextRef="#ctx0" brushRef="#br0" timeOffset="109132.95">23793 741 406 0,'0'0'3'0,"0"0"9"0,42-21 14 16,-24 17-11-16,-2 3-7 15,3 1-4-15,0 0-4 16,0 0 1-16,-2 3 0 16,-1 4-1-16,-5-1-14 0,-3 2-61 15,-8-2-64-15,0 0-69 16</inkml:trace>
  <inkml:trace contextRef="#ctx0" brushRef="#br0" timeOffset="109266.58">23805 830 228 0,'0'0'4'16,"0"0"8"-16,0 0 36 16,0 0 10-16,28 8 10 15,-6-8-38-15,6 1-21 16,4-1-4-16,1 0-5 0,0 0-10 16,0-7-151-16</inkml:trace>
  <inkml:trace contextRef="#ctx0" brushRef="#br0" timeOffset="109750.29">24316 713 513 0,'0'0'2'0,"0"0"6"16,13-35 27-16,-8 25-22 16,3 1-9-16,1 2-2 15,0 0 0-15,2 3-2 16,1 2-1-16,1 2-2 0,1 0 3 16,-1 0-1-16,-1 6 0 15,0 4-1-15,-5 0 1 16,-1 3-2-16,-4 2 1 15,-2 2-1-15,-3 2 2 16,-8 0 1-16,-4 1 0 0,-4 0 1 16,0-1 0-16,0-4 0 15,2-1-1-15,5-2 1 16,3-3-2-16,4-3 0 16,5-1-3-16,0 0 0 15,7-3 1-15,10 0 3 0,7-1 18 16,8-1-5-16,6 0-8 15,3 0-2-15,-1 0 0 16,-5-2-3-16,-7 1 1 16,-9-1 1-16,-7 2-1 15,-9 0-1-15,-3 0-29 0,-12 0-71 16,-6 0-198-16</inkml:trace>
  <inkml:trace contextRef="#ctx0" brushRef="#br0" timeOffset="110738.45">23719 1164 166 0,'0'0'123'15,"0"0"-97"-15,0 5-29 16,0 3 3-16,0 5 9 16,-2 5 19-16,2 4 15 15,0 4-14-15,0 3-5 0,0 3 0 16,0 1-13-16,0-2-7 16,0-2-1-16,0-4 0 15,0-5-2-15,0-5-1 16,0-3 4-16,-2-4-3 15,-1-2 3-15,0-3 2 16,-1 0-2-16,0-3-2 0,1 0-19 16,0-1-92-16,3-8-109 15</inkml:trace>
  <inkml:trace contextRef="#ctx0" brushRef="#br0" timeOffset="111199.16">23949 1400 291 0,'0'0'24'0,"0"0"14"0,0 0-4 16,0 0-6-16,0 0 3 16,0 0-9-16,0 0-4 0,0 0-5 15,0 0-3-15,28-8-6 16,-11 6 2-16,7-1 5 15,5-1 1-15,5-2 4 16,1 1 2-16,2-2-4 16,-5 3-2-16,-3-1-6 0,-6 2-5 15,-5 2 0-15,-7 1-1 16,-2-2 1-16,-6 2-2 16,-1 0 1-16,-2 0-4 15,0 0-15-15,-5 0-17 16,-5 0-24-16,-2 0-31 0,-2 0-69 15</inkml:trace>
  <inkml:trace contextRef="#ctx0" brushRef="#br0" timeOffset="111543.62">24119 1225 264 0,'0'0'11'0,"0"0"46"16,0 0-8-16,0 0-9 15,0 0-9-15,0 0-10 0,0 0-10 16,0 0-8-16,0 0-3 15,0 8 1-15,0 10 6 16,2 8 7-16,1 3 0 16,-1 6 3-16,-1 1-11 15,0-1-4-15,-1-2-1 0,0-4 0 16,0-4-1-16,0-4 0 16,-1-4 0-16,1-4-5 15,0-3-54-15,0-6-79 16,0-4-109-16</inkml:trace>
  <inkml:trace contextRef="#ctx0" brushRef="#br0" timeOffset="112140.19">24626 1113 264 0,'0'0'6'15,"0"0"23"-15,0 0 22 16,0 0-20-16,0 0-11 16,0 0-6-16,0 0-4 0,0 0-6 15,0 0 0-15,0 0 9 16,2 16 9-16,-2 1 5 16,0 5 1-16,0 4-7 15,0 8-3-15,0 1 5 16,0 3-6-16,0-3-9 0,1-4-5 15,1-4-1-15,0-6 0 16,-1-6 0-16,1-5-1 16,-1-4 1-16,-1-1-1 15,0-3 0-15,0-2 2 16,0 0 0-16,0 0-1 0,0-5-51 16,0-7-142-16</inkml:trace>
  <inkml:trace contextRef="#ctx0" brushRef="#br0" timeOffset="114066.26">19230 2391 224 0,'0'0'35'16,"0"0"-1"-16,0 0 18 16,0 0-26-16,0 0-22 15,0 0-3-15,-10 32 0 0,10-8 9 16,0 7 12-16,0 6-4 15,0 6-7-15,0 7 6 16,0 5-4-16,3 3-9 16,0 0-2-16,1-1 1 15,-3-3 0-15,2-3-1 0,-1-8-1 16,-1-3 1-16,-1-4-1 16,0-8 1-16,0-5 0 15,0-6 1-15,-4-8-14 16,-2-8-51-16,-1-3-47 15,-1-18-130-15</inkml:trace>
  <inkml:trace contextRef="#ctx0" brushRef="#br0" timeOffset="114654.35">19203 2500 309 0,'0'0'6'16,"0"0"9"-16,0 0 33 15,0-34-23-15,0 27 1 16,0 0-4-16,5-1-1 0,5 2-13 15,2 0-5-15,1 3-2 16,1 1-1-16,1 2 0 16,-2 0-1-16,-1 7-1 15,-2 3-1-15,-2 3 1 16,-4 0 1-16,-1-1 3 0,-3 4-1 16,0-2 3-16,-6 0 0 15,-4-2-2-15,-1 0 0 16,-2-2-3-16,3-2 0 15,0-2-5-15,3-1-1 16,3-4 6-16,4 0 0 0,0-1 0 16,5 0-7-16,9-1 4 15,1-3 2-15,4 1 6 16,2 1-6-16,0 2 4 16,-2 0-2-16,-3 0 0 15,-1 5 0-15,-5 1-2 0,-3 1 0 16,-4 3 2-16,0-2 0 15,-3 2 0-15,0 0 6 16,-8-2 0-16,-4 2-1 16,-1-2 1-16,-4 1-1 15,-1-2-2-15,-1-1 0 0,-1-1-2 16,2 1-1-16,2-3-31 16,5-2-16-16,2-1-48 15,5 0-116-15</inkml:trace>
  <inkml:trace contextRef="#ctx0" brushRef="#br0" timeOffset="115203.04">19523 2680 219 0,'0'0'62'0,"0"0"-8"0,0 0-15 0,0 0-11 16,0 0-1-16,0 0-12 15,0 0-8-15,0 0-5 0,0 0-2 16,0 0 0-16,0 0 0 16,-8-5 0-16,8 5 0 15,-2 0 0-15,2 0 0 16,-1 0 0-16,-1 0 1 16,1 2 0-16,-2 3 1 0,0 1 3 15,1 2-1-15,0 2 0 16,1 0-2-16,1 3 1 15,0 1 0-15,0-2 0 16,0-1-1-16,5 0-4 16,1-4 5-16,5-2-3 15,-3-3 26-15,2-2 1 0,0 0-6 16,-2-7-13-16,0-3-4 16,-1-1 0-16,-4-4-1 15,-2 0 2-15,-1-2-3 16,0 0 0-16,-5 1 0 0,-5 3-11 15,-2 2-41-15,-2 2-48 16,0 3-97-16</inkml:trace>
  <inkml:trace contextRef="#ctx0" brushRef="#br0" timeOffset="115740.26">19220 2123 355 0,'0'0'5'0,"0"0"16"16,0 0 9-16,0 0-25 15,0 0-4-15,-31 22 1 16,30-5-1-16,-2 2-1 0,1-1 0 16,1 0 1-16,1-3 1 15,0-2-1-15,0-5 0 16,-1-4-1-16,0-2 2 15,1-2 2-15,-1 0 4 16,0-5-3-16,1-6-2 0,0-3 0 16,0-4-2-16,0 0-3 15,0-1 3-15,3 3 0 16,1 5 10-16,0 2 5 16,1 8-7-16,2 1-5 0,1 3-5 15,1 8 0 1,1 3 5-16,2 3-1 0,0 0 0 15,1 1-3-15,2-1 1 16,1-2 0-16,0 0 2 16,-3-6-29-16,-1-5-171 15</inkml:trace>
  <inkml:trace contextRef="#ctx0" brushRef="#br0" timeOffset="116091.94">19634 2442 396 0,'0'0'29'15,"0"0"2"-15,0 0-3 0,34-2-8 16,-18-1-5-16,2 1-2 16,3-1-5-16,0 1-2 15,1 1-1-15,-2-1-3 16,-1-1-1-16,-4 3-1 0,-1 0 0 15,-4-1-4-15,-3-1-39 16,-3-1-27-16,-4-2-28 16,0-2-122-16</inkml:trace>
  <inkml:trace contextRef="#ctx0" brushRef="#br0" timeOffset="116277.49">19792 2332 375 0,'0'0'28'16,"0"0"19"-16,0 0-13 16,0 0-29-16,0 0-6 0,0 0 2 15,0 0 3-15,6 44-1 16,-2-23-2-16,0 4 1 16,-2 3-1-16,-2-3-17 15,0-1-138-15</inkml:trace>
  <inkml:trace contextRef="#ctx0" brushRef="#br0" timeOffset="116838.2">20207 2130 54 0,'0'0'350'0,"0"0"-348"0,0 0-12 16,0 43 10-16,0-10 11 16,3 10 13-16,1 5 1 15,0 7 4-15,1 2-11 16,-2 4-7-16,-1-1-5 16,0 1-5-16,-2-3 1 15,0-6 0-15,0-7-1 0,0-6 2 16,0-9-2-16,-3-9 0 15,1-7-1-15,-1-9-5 16,1-5-49-16,0-5 9 16,0-11-112-16</inkml:trace>
  <inkml:trace contextRef="#ctx0" brushRef="#br0" timeOffset="117420.78">20158 2320 359 0,'0'0'4'15,"0"0"-1"-15,0 0 27 16,-8-36-9-16,8 29-4 15,2-1-4-15,5-1 2 16,4 1-8-16,1 1-2 16,2 1-1-16,3 3-7 0,-2 3 6 15,-1 0-3-15,-2 0-1 16,-2 6 0-16,-2 3 0 16,-3-1 2-16,-4 0-1 15,-1 4 1-15,0-1 2 16,-7 2-3-16,-3-2-5 0,-4 0-8 15,3 1 2-15,2-4 4 16,0-2 6-16,5-1 0 16,3-2 0-16,1-2-3 15,4 0-2-15,10-1-5 16,3 0 14-16,6 0 3 0,-2 0-5 16,1 2 1-16,-3 0-1 15,-5 4-1-15,-3-2 0 16,-4 2-1-16,-4 2 1 15,-3-1 0-15,0 3 3 16,-8-2 3-16,-5 2 0 0,-6 0-1 16,-2 0 0-16,-2-1 0 15,0-1-5-15,1-2 1 16,4-1-1-16,6 0-18 16,3-2-14-16,8-2-28 15,1-1-76-15,3 0-58 0</inkml:trace>
  <inkml:trace contextRef="#ctx0" brushRef="#br0" timeOffset="117670.4">20489 2445 214 0,'0'0'147'0,"0"0"-118"0,0 0-28 16,0 0 6-16,3 34 26 15,-3-16 1-15,0 3-17 16,1 2-4-16,0-1-10 16,0 1-1-16,0-4 2 15,2-3-1-15,-3-5-27 0,0-8-80 16,0-3-275-16</inkml:trace>
  <inkml:trace contextRef="#ctx0" brushRef="#br0" timeOffset="118183.04">20200 1853 97 0,'0'0'321'0,"0"0"-320"16,0 0-1-16,0 0 1 16,0 0-2-16,-19 37 1 0,13-20 4 15,2 1-6-15,-2 0 4 16,2-3-1-16,-2 0 0 16,1-5 0-16,2-3 0 15,-1-2 1-15,1-5 0 16,2 0 3-16,0 0 1 0,1-9-4 15,0-4 0-15,1-2-4 16,4 0 0-16,2 0 1 16,0 2 1-16,-2 4 3 15,0 4-1-15,0 4-1 16,2 1-3-16,-2 2 1 0,4 7 1 16,2 2 0-16,0 0 1 15,3 3 0-15,3-1-1 16,2 0 2-16,1-5-2 15,0-3-82-15</inkml:trace>
  <inkml:trace contextRef="#ctx0" brushRef="#br0" timeOffset="118546.25">20630 2099 404 0,'0'0'17'0,"0"0"28"0,0 0-31 16,0 0-22-16,0 0 9 16,34 34 1-16,-16-12 14 0,2 4-3 15,3 2-7-15,-4-1-1 16,1 3-3-16,-2-3-1 16,-1-3 1-16,-5-4-1 15,-2-3-33-15,-2-6-39 0,-4-5-37 16,-3-4-88-16</inkml:trace>
  <inkml:trace contextRef="#ctx0" brushRef="#br0" timeOffset="118818.68">20803 2120 349 0,'0'0'11'0,"0"0"39"0,0 0-12 16,0 0-31-16,-26 10-6 15,16 10 12-15,1 2 9 16,-2 4-14-16,2 2-4 16,0-2-3-16,0 2 2 0,-1-1-1 15,2 1-2-15,-2-5-51 16,3-2-74-16,-1-7-206 15</inkml:trace>
  <inkml:trace contextRef="#ctx0" brushRef="#br0" timeOffset="119030.98">20953 2359 444 0,'0'0'26'0,"0"0"-11"16,0 0-16-16,0 0 5 15,4 37 9-15,-4-19 4 16,0 2-14-16,0 2 1 0,0 1-3 16,0-3 1-16,0-3-15 15,0-5-169-15</inkml:trace>
  <inkml:trace contextRef="#ctx0" brushRef="#br0" timeOffset="119329.42">21221 2212 387 0,'0'0'28'0,"0"0"-7"16,0 0-19-16,0 0 6 16,44 0 2-16,-19 0 4 15,2-3-3-15,3-1-6 16,0 0-3-16,-3 1-1 15,-2-3 0-15,-4 1-3 16,-4-2-45-16,-7-2-115 0</inkml:trace>
  <inkml:trace contextRef="#ctx0" brushRef="#br0" timeOffset="119518.61">21367 2103 371 0,'0'0'42'15,"0"0"-34"-15,0 0-2 16,-7 39 14-16,7-20 14 16,0 3-27-16,0 3-4 15,3-1-2-15,0 1 0 0,-2-2 1 16,-1-3-59-16,0-5-178 16</inkml:trace>
  <inkml:trace contextRef="#ctx0" brushRef="#br0" timeOffset="120233.05">21775 2109 204 0,'0'0'222'0,"0"36"-227"16,0-9 7-16,0 5 19 16,0 5-3-16,0 1 10 0,0 0-15 15,-2 0-6-15,0-2-5 16,1 2 1-16,-1-4-3 16,-2-2 2-16,3-6 0 15,-1-7-2-15,-1-6 1 16,2-7 0-16,-2-6 3 0,3-4 12 15,-2-11 21-15,1-7-31 16,1-8 5-16,0-8-3 16,0-5-3-16,4-6-4 15,4-6 0-15,2-6 0 16,2 0-1-16,1 0-2 0,1 3-1 16,-1 7 1-16,-1 10-1 15,-2 11 3-15,-3 9 1 16,-2 8-1-16,0 7-1 15,-1 6-5-15,2 0 1 16,-1 7 4-16,1 5-2 0,-2 3 1 16,-1 3 0-16,-2 0 0 15,-1 0 1-15,0 2 1 16,-1-3-3-16,-3-3-4 16,1-2-1-16,0-2 0 15,0-4-1-15,2-1-3 0,1-1-6 16,0-1-9-16,7-2 17 15,3 1 9-15,4 1 5 16,3-1 0-16,1 3-4 16,-1 2 1-16,-2 1-2 15,-5 3 0-15,-3 3-4 16,-5-1 4-16,-2 0-1 0,-2 2 2 16,-7-2 3-16,-4-1 0 15,-2 1 0-15,-2-5 0 16,-2 2-2-16,1-5 2 15,-2 0-1-15,2-2 0 16,5 0-2-16,2-1 0 0,1 0-8 16,8 0-46-16,2-2-87 15,6 0-134-15</inkml:trace>
  <inkml:trace contextRef="#ctx0" brushRef="#br0" timeOffset="120686.65">22121 2311 332 0,'0'0'52'0,"0"0"8"16,0 0-22-16,0 0-5 15,0 0-1-15,0 0-8 0,-2-29-9 16,3 24-7-16,5-1-5 16,1 2-2-16,0 1-2 15,3 1 1-15,-3 2-2 16,1 0 2-16,1 1-4 16,-3 6-1-16,-2 2-2 0,-1 2-4 15,-2 2-4-15,-1-1-3 16,-2 4 3-16,-4 1-24 15,-3-2 40-15,-2 1-9 16,1-2 3-16,0-1 5 16,3-3 0-16,0 0 0 15,4-4 0-15,2-1 0 0,1-4-1 16,3-1-4-16,9 0 0 16,6 0 9-16,4-4 3 15,3-3-6-15,5-1-4 16,-2 1-56-16,-2-4-112 0</inkml:trace>
  <inkml:trace contextRef="#ctx0" brushRef="#br0" timeOffset="121728.59">21811 1649 140 0,'0'0'13'16,"0"0"4"-16,0 0-7 15,0 0-2-15,0 0 2 16,0 0 5-16,0 0 3 15,0 0-5-15,0 0 4 16,0 0 3-16,0 0 6 0,0 0-9 16,0 0-4-16,0 0 0 15,0 0-3-15,-2 0-4 16,0 3-3-16,-1 1-3 16,-1 3-2-16,-3 1 2 0,-1 5 2 15,1 0-1-15,-2 1 0 16,0 0-1-16,0-1 0 15,1 1 0-15,2-4 1 16,-1-2 1-16,2-1-1 16,2-4 0-16,2 0 0 15,0-3 2-15,1 0 9 0,0 0 42 16,3-6-42-16,4-3-8 16,0-4-3-16,4 0 1 15,1-2-1-15,1-4-1 16,-1 0 1-16,-1 0 0 15,-1 2-1-15,-3 3 0 0,-1 3 0 16,-4 3 1-16,0 4 0 16,-2 3 4-16,0 1 1 15,0 0-10-15,0 0 1 16,0 3 3-16,0 0 0 16,0 2 0-16,0 0 1 0,0 1 0 15,7 2 0-15,3 1-2 16,2 3 3-16,4 0 1 15,4 3-2-15,2-2 0 16,-1-2-9-16,-1-4-140 16</inkml:trace>
  <inkml:trace contextRef="#ctx0" brushRef="#br0" timeOffset="122446.69">22269 1892 368 0,'1'-3'9'0,"1"3"22"15,3 0-36-15,2 10 2 16,4 4 3-16,2 5 1 16,5 1 6-16,2 1 9 0,2 1-2 15,3-1-4-15,1 0-5 16,-1-2-3-16,-2-3 1 16,-3-2-1-16,-2-4 0 15,-4-2-2-15,-4-4-16 16,-4-2-59-16,-4-2-79 15</inkml:trace>
  <inkml:trace contextRef="#ctx0" brushRef="#br0" timeOffset="122681.44">22485 1904 333 0,'0'0'13'16,"0"0"54"-16,0 0-34 16,0 0-29-16,0 0-4 0,0 0 6 15,-28 35 15-15,21-14-6 16,-3 1-7-16,0 1-4 16,0 3-1-16,-1-1-2 15,-2 1 1-15,0-2-1 16,0 0-50-16,0-6-71 15,3-4-145-15</inkml:trace>
  <inkml:trace contextRef="#ctx0" brushRef="#br0" timeOffset="122972.28">22654 2125 462 0,'0'0'64'0,"0"0"-23"16,0 0-39-16,0 0-5 16,0 0 3-16,0 0 3 15,0 46-1-15,0-25 0 16,0 1 0-16,0 3-2 0,0-4 1 15,0-1 1-15,-2-3-3 16,-2-4-84-16,-1-6-89 16</inkml:trace>
  <inkml:trace contextRef="#ctx0" brushRef="#br0" timeOffset="123436.67">22648 1694 295 0,'0'0'57'15,"0"0"-58"-15,4-41 11 16,7 28 5-16,2 1 3 16,0 2 3-16,4 4-7 15,-3 3-6-15,3 3-2 0,-4 1-5 16,-1 9-2-16,-3 3 0 16,-4 4 0-16,-4 1 3 15,-1 0 0-15,-3 0 0 16,-8-1 1-16,-2-2 0 15,1-2 0-15,-2-1 1 0,2-3-2 16,2-1 0-16,4-3-2 16,2-2 0-16,4 1-2 15,0-1-3-15,14-1 2 16,8-1 13-16,8-1 8 16,8 0-14-16,6 0-1 0,1-3-1 15,-1-7-64-15,-6-5-271 16</inkml:trace>
  <inkml:trace contextRef="#ctx0" brushRef="#br0" timeOffset="124654.07">23657 1942 257 0,'0'0'8'0,"0"0"28"0,0 0-7 15,0 0-15-15,0 0-12 16,0 0-7-16,0 0 8 16,0 36 14-16,0-8 12 15,0 10 12-15,0 5-10 16,0 6-7-16,0 3-9 0,0 2-1 15,2-1-7-15,0-3-3 16,-1-3-2-16,1-4 2 16,1-3-1-16,-3-5-2 15,0-7 0-15,-2-4 1 16,1-7 0-16,-4-6 0 0,-1-4-10 16,0-6-51-16,-5-1-16 15,1-7-151-15</inkml:trace>
  <inkml:trace contextRef="#ctx0" brushRef="#br0" timeOffset="125061.86">23637 2038 355 0,'0'0'4'0,"0"0"11"16,0-40 17-16,8 30-8 16,4 0-11-16,3 2-5 15,5 5 3-15,1 2-4 16,2 1-1-16,0 4-6 15,-1 9 0-15,-5 2-1 0,-2 3 0 16,-4 2 2-16,-3 0 1 16,-5 0 2-16,-3 0-1 15,0-1 0-15,-11-1 2 16,-2-1 1-16,-6-1 0 0,-2-3-1 16,0-1-2-1,1-2-3-15,2-2-15 0,2-4-27 16,7 1-4-16,4-4-26 15,5-1-80-15</inkml:trace>
  <inkml:trace contextRef="#ctx0" brushRef="#br0" timeOffset="125384.08">24081 2085 378 0,'0'0'9'0,"0"0"36"0,28-11-19 0,-12 9-15 15,1-1-3-15,1 3-3 16,2 0-3-16,-3 0-2 16,0 0 0-16,-5 3-1 0,-2 2-11 15,-6 0-60-15,-4 0-86 16</inkml:trace>
  <inkml:trace contextRef="#ctx0" brushRef="#br0" timeOffset="125516.67">24079 2211 195 0,'0'0'5'0,"0"0"20"16,0 0 12-16,0 0-9 15,0 0 7-15,40 13-13 16,-14-13-10-16,3 0-8 0,2-6-4 16,1-4-83-16</inkml:trace>
  <inkml:trace contextRef="#ctx0" brushRef="#br0" timeOffset="126113.73">24605 2036 209 0,'0'0'216'16,"0"0"-185"-16,7-30 29 15,-3 22-33-15,-1 2-12 0,3 0-3 16,2 1-6-16,0 2-2 16,1 2-4-16,0 1 1 15,-1 0-2-15,1 0 1 16,-1 6-1-16,-1 1-1 15,-2 1-1-15,0 3 0 0,-3 1 0 16,0-2 0-16,-2 3 1 16,0-1 2-16,-3 1 2 15,-6 0-2-15,-2 0 3 16,-1-1 2-16,0 0-3 16,-1-3-1-16,4 0-1 0,0-3 0 15,5 1 0-15,2-4 0 16,2 2-3-16,4-2 0 15,7 1 5-15,3-1-1 16,3 2 3-16,2 1-2 16,0 2-2-16,-1 1 0 15,-3 1-1-15,-3 3-1 0,-2 2-3 16,-5-1 0-16,-3 0 2 16,-2-4 1-16,0 0 3 15,-10-2 1-15,-3-1 1 16,-2-2 2-16,-5-2-1 0,-1 0 2 15,-5 0-5-15,1-2 1 16,-1-1 0-16,3 0-11 16,2 0-72-16,8-2-86 15</inkml:trace>
  <inkml:trace contextRef="#ctx0" brushRef="#br0" timeOffset="128589.6">23582 2948 217 0,'0'-4'146'0,"0"0"-99"15,0 2-18-15,0 2-21 16,1 1-14-16,1 9 4 15,1 5 6-15,4 5 7 16,-3 5 8-16,3 3 5 16,0 3-6-16,0 2-10 0,-2-2-5 15,0-1 0-15,-2-3-2 16,-2-4 1-16,0-3-1 16,-1-2 1-16,0-3-1 15,0-2 1-15,-2-3 0 16,-2-2 0-16,1-2-9 0,0-2-62 15,1-1-27-15,2-3-79 16</inkml:trace>
  <inkml:trace contextRef="#ctx0" brushRef="#br0" timeOffset="128982.85">23946 3131 377 0,'0'0'19'0,"0"0"30"0,0 0-11 16,0 0-8-16,0 0-8 16,0 0 4-16,0 0-5 15,0 0-12-15,0 0-5 16,20-9-4-16,-3 9 2 0,7 0 6 16,3-1-3-16,5-2-3 15,0-1 3-15,-1 0 1 16,-2 0-2-16,-3 1-4 15,-5 0 1-15,-4 1-1 16,-4 1-1-16,-6 0-2 0,-2 1-17 16,-5-1-51-16,0-1-28 15,-7-3-97-15</inkml:trace>
  <inkml:trace contextRef="#ctx0" brushRef="#br0" timeOffset="129248.9">24114 2984 366 0,'0'0'13'0,"0"0"27"16,0 0 10-16,0 0-16 16,0 0-27-16,0 0-9 15,0 0 6-15,0 0 15 16,4 43-3-16,0-17-5 15,-1 1-3-15,-2 2-4 0,-1 1-1 16,0-2-2-16,0-1 1 16,0-4 0-16,-5 0-2 15,-1-3-13-15,0-7-76 16,2-2-56-16</inkml:trace>
  <inkml:trace contextRef="#ctx0" brushRef="#br0" timeOffset="129858.67">24595 3037 333 0,'0'0'39'0,"0"0"16"0,0 0-4 16,0-28-11-16,3 20-14 15,-2 1 1-15,2-2-12 16,2 1-4-16,1-1-5 15,2 0-2-15,0 1-3 16,4 1-1-16,-2 1 1 0,1 3-1 16,0 2-1-16,-1 1 1 15,0 0-1-15,-1 5-1 16,1 5 0-16,-3 3-1 16,-2 0 2-16,-1 4-1 15,-3 3 2-15,-1-1 0 16,-6 3 0-16,-1 0 1 0,-3 1 0 15,-3 0-1-15,0-1 1 16,0-2-1-16,0-2 0 16,2-2 1-16,2-4-1 15,3-4 0-15,4-1 0 16,2-3 0-16,7-2-1 0,6-2-2 16,7 0 4-16,9 0 0 15,5-2 3-15,8-4-4 16,1-1 0-16,0 0 5 15,-7 1-1-15,-5 1 1 16,-10 2-4-16,-9 1-1 0,-9 2-1 16,-3-2-16-16,-10-1-133 15,-6-4-219-15</inkml:trace>
  <inkml:trace contextRef="#ctx0" brushRef="#br0" timeOffset="132501.64">24798 3572 167 0,'0'-7'44'0,"2"2"-2"16,-2 0 26-16,0 1-26 16,0 0-9-16,0 2 0 15,0 1-5-15,0 1-3 0,0 0-17 16,2 0-11-16,0 8-2 15,0 6 3-15,1 4 3 16,0 7 1-16,-1 6 5 16,0 7 10-16,-2 4-2 0,0 6-6 15,0 0-8-15,0 0 2 16,0-5-1-16,-1-5 0 16,-2-8-2-16,0-9 1 15,-1-5-1-15,1-6 2 16,0-4-1-16,2-3 1 15,-2-3 0-15,1 0 5 0,0 0 1 16,2-8-5-16,0-4-7 16,0-1-46-16,0-4-35 15,4 0-24-15,3 0-40 16</inkml:trace>
  <inkml:trace contextRef="#ctx0" brushRef="#br0" timeOffset="132886.65">24816 3874 167 0,'0'0'38'16,"6"-29"41"-16,0 12-22 15,1-1-17-15,1-1-8 16,3 1-3-16,-1 0-4 0,4 0-3 16,0 3 0-16,3 1-3 15,0 3-6-15,3 1-9 16,-2 4-1-16,-1 4-3 16,0 2 0-16,-6 0-2 15,0 2-1-15,-5 9-2 16,-4 1-2-16,-2 3 6 0,-3 3 0 15,-9 2-7-15,-5-2-5 16,-3 0-19-16,-3-1 2 16,-1-2 0-16,3-4 14 15,0-3 12-15,4-3 2 16,4-1 3-16,5-2 0 0,3-1 0 16,4-1 1-16,1 0 7 15,7 1-2-15,7 0-4 16,2 3 4-16,5 0 2 15,0 6 1-15,3 3 1 16,-2 0 3-16,-1 5-8 0,-1-1-3 16,-4 2-2-16,-1-2 0 15,-5-2-1-15,-3-1 1 16,-1-5-2-16,-5-4-69 16,-1-3-170-16</inkml:trace>
  <inkml:trace contextRef="#ctx0" brushRef="#br0" timeOffset="133797.32">23562 3575 86 0,'-4'0'41'16,"0"0"3"-16,-1 0-5 0,1 0 10 15,2-1-2-15,-1-1-3 16,1 2-7-16,2-2-7 15,0 0-5-15,5-1-2 16,7-2-11-16,10-1-5 0,8-3 0 16,10 0 6-16,5-3 0 15,2 5-4-15,-3-1-4 16,-5 5-4-16,-8 1 0 16,-13 2-2-16,-9 3-3 15,-9 4-38-15,-2 3-19 16,-13 0-38-16,-8 1-82 0</inkml:trace>
  <inkml:trace contextRef="#ctx0" brushRef="#br0" timeOffset="134010.64">23559 3716 85 0,'0'0'24'15,"0"0"-8"-15,0 0 24 16,0 0 5-16,0 0 13 15,0 0 5-15,0 0-8 16,0 0-12-16,30 16-24 0,-2-22-5 16,8-1-7-16,3 0-3 15,3 2-2-15,0-1-1 16,-5 3 0-16,-5-1-12 16,-7 0-137-16</inkml:trace>
  <inkml:trace contextRef="#ctx0" brushRef="#br0" timeOffset="134508.69">23612 4015 297 0,'0'0'77'0,"0"0"-50"15,0 0-10-15,0 0-17 16,0 0 0-16,0 35 5 0,3-11 5 15,1 3 7-15,0 1-10 16,1 1-4-16,0 0-1 16,2-2 1-16,0-2-5 15,-4-6-47-15,4-6-90 16</inkml:trace>
  <inkml:trace contextRef="#ctx0" brushRef="#br0" timeOffset="134843.43">24098 4115 404 0,'0'0'21'0,"0"0"23"15,0 0 3-15,0 0-15 16,0 0-8-16,0 0-12 0,45-22-1 16,-18 16-3-16,4 1-3 15,1-1-4-15,0 2 0 16,-5 1 0-16,-4 0-1 15,-6 2 0-15,-6 0-8 16,-4-1-45-16,-4-1-25 0,-3-2 2 16,-2 0-168-16</inkml:trace>
  <inkml:trace contextRef="#ctx0" brushRef="#br0" timeOffset="135051.92">24241 3995 354 0,'0'0'26'0,"0"0"44"16,0 0-29-16,0 0-29 16,0 0-11-16,0 0 10 15,0 0 17-15,0 0-7 0,16 41-12 16,-8-21-6-16,2 3-1 16,1 0-1-16,-2-1-1 15,0-3-84-15,-2-7-161 16</inkml:trace>
  <inkml:trace contextRef="#ctx0" brushRef="#br0" timeOffset="135650.73">23048 4261 333 0,'0'0'66'0,"0"0"-9"0,0 0-13 0,0 0-21 16,0 0-17-16,0 0-4 16,37-21-3-16,-17 17 5 15,2 2-5-15,-1 0 1 16,-1 1 1-16,-3 0-12 16,-6 1-73-16,-4 0-33 0,-7 0-97 15</inkml:trace>
  <inkml:trace contextRef="#ctx0" brushRef="#br0" timeOffset="135835.21">23000 4356 253 0,'0'0'18'0,"0"0"5"16,0 0 14-16,31 4 1 15,-8-4-9-15,4-4-12 16,3-2-7-16,-1 2-8 15,-5 0 0-15,-5-1-22 0,-7-2-226 16</inkml:trace>
  <inkml:trace contextRef="#ctx0" brushRef="#br0" timeOffset="136142.47">22356 4138 350 0,'0'0'2'0,"0"0"9"16,0 35-6-16,1-7 24 16,5 9 21-16</inkml:trace>
  <inkml:trace contextRef="#ctx0" brushRef="#br0" timeOffset="137098.7">22160 4310 109 0,'0'0'87'0,"0"0"-80"16,0 0 42-16,-23-33-6 15,23 22-12-15,0-1-10 16,8-1-8-16,7 1-5 0,1 2-1 15,5 2-3-15,1 2 1 16,1 4 2-16,-1 2-2 16,-1 0-5-16,-4 10 1 15,-3 3 0-15,-6 1 1 16,-2 3-2-16,-5 0 1 0,-1 1 2 16,-4 1 3-16,-7 0-3 15,-6-1 0-15,-1-1-2 16,-3-2 2-16,-1-2-2 15,1-1 1-15,3-4 0 16,2-2-2-16,4-1 1 16,5-2 0-16,4-3-2 0,3 0 4 15,9 0-3-15,8 0 4 16,8-5-3-16,5 1 1 16,3 2 3-16,0 2-4 15,-1 0 2-15,-2 5-2 16,-5 6 0-16,-4 4 1 0,-4 3-1 15,-4 2-1-15,-6 0 0 16,-5 1 3-16,-2-1 4 16,-5 0 1-16,-9-2 6 15,-4-1 5-15,-2 0-1 16,-5-3 3-16,-2 0-3 0,-5-4-6 16,-2 0-4-16,1-3-4 15,0-1-3-15,3-3 1 16,6-3-1-16,4 0 1 15,10-2-1-15,3-5 1 16,7-3-3-16,2-4-43 0,8-3-94 16</inkml:trace>
  <inkml:trace contextRef="#ctx0" brushRef="#br0" timeOffset="-211103.86">11544 4484 231 0,'0'0'67'0,"0"0"-46"16,1-27-14-16,-1 19 0 0,0 3 1 16,0 1 3-16,-1 0 2 15,-5 2-2-15,0 0 4 16,-2 2-7-16,3 0-3 15,-3 0 1-15,-1 0-5 0,0 6 0 16,-2 2 0-16,-2 3-1 16,-2 2-1-16,-1 3 0 15,-2 2 2-15,-4 3-1 16,3-1 0-16,-2 1 1 16,1 1-2-16,-1 2 1 15,2 1 1-15,-1 5 0 0,-1 1-1 16,0 4 0-16,-1 0 1 15,1 2-1-15,1 1 0 16,1 0 1-16,2 2 1 16,2-1 5-16,1 2-5 15,3 2 0-15,0-1 1 0,0 3 0 16,2 1-1-16,1-1-1 16,-1 2 0-16,1 0 1 15,0-1-2-15,1 2 0 16,-1-2 0-16,1 0 0 15,2 1 0-15,-2-2 1 0,2 1-1 16,1-2 0-16,1 1 0 16,0-1 1-16,2-1 2 15,-2 2 4-15,2 0 3 16,1-2 5-16,0 2-5 16,0-1-3-16,1 2-6 0,0-1 2 15,2 3-2-15,1 1-1 16,1 2 1-16,-2 0-1 15,-1 2 2-15,1-1-1 16,2 0-2-16,-3 0 1 16,3 0 1-16,0 0-1 0,3-3 0 15,1 1 3-15,2-1 3 16,1 0-1-16,2 0-2 16,2 0-1-16,3-1-1 15,-2 2 0-15,4-4 0 16,0 3-1-16,2-4 2 0,2 0-2 15,-1-2 0-15,2-2 0 16,-1-1 0-16,2-2 1 16,0-2-1-16,1 0 1 15,1-1-1-15,2-2 4 16,1 0 1-16,0-2 0 0,0-1 0 16,0 0-2-16,0-6 6 15,1-1 0-15,1-3-6 16,1-3 0-16,3-2 0 15,3-5 2-15,-1 0-2 16,4-4 0-16,1 0-1 16,2-3 1-16,2-2-1 0,-1-1-2 15,1 0 1-15,2 0-1 16,0 0 1-16,1-5 0 16,0 0-1-16,2 2 0 15,-2 0 1-15,1 0 0 16,-2 1-1-16,-2 0-1 0,-1 0 1 15,2 1 0-15,-1-2 1 16,0 1 0-16,-1 0-3 16,4-1 2-16,-2 0 1 15,0-1 0-15,1 0-1 16,-1 0 1-16,-1 1-1 0,0 0-1 16,-3 2 1-16,-1-1 1 15,-2 1 0-15,0-2-2 16,0 1 6-16,0 0 2 15,0-4-3-15,0 0-2 16,2-2 0-16,-3-1 1 0,2-3-3 16,-2-1 0-16,0-2 1 15,2 0 0-15,-3-1-1 16,2-1 1-16,-1-1-1 16,0 3 0-16,0-3 1 15,0 3-2-15,-1-2 2 0,0 1-1 16,-1 1 1-16,0-3-1 15,0 2 0-15,-1-1 0 16,1 0 1-16,-3-1 0 16,1-1-1-16,-1 0 2 15,-2-1-2-15,1 1 2 0,0-2-1 16,0 2 4-16,2 0 1 16,-3 0-1-16,0 1-2 15,-2 0-1-15,-1 1-2 16,-1 1 0-16,0-4 1 15,-1-2-1-15,1-2 0 16,1-3 1-16,-1-2-1 0,-1-3 1 16,0 1 0-16,-5-1-1 15,0 1 0-15,-2 1 0 16,-3-1 1-16,-3 3-1 16,-1-3 1-16,-3 1-1 0,-1-1 1 15,-5-1 0-15,0-1 0 16,-3 1-1-16,1-2 1 15,-4-2-1-15,0-1 1 16,-1 1-1-16,0-3 0 16,1 1 1-16,-1 1-1 0,0 1 0 15,0 1 0-15,0 0 0 16,0 2 0-16,0 0 1 16,-2 2-1-16,-1 0 1 15,-2-1 0-15,0 4 1 16,-2 0-1-16,0 1-1 15,-3 1 1-15,0-1 0 0,2 1-1 16,0-3 0-16,-1 1 1 16,2-1-1-16,3 0 0 15,1 2 1-15,0-1-2 16,1 2 1-16,1-1 0 16,1 2 0-16,-1-1 1 0,-1 2-2 15,-1-1 1-15,2 0 0 16,1 0 1-16,-2 0-2 15,1-1 1-15,0 3 0 16,-1-1 0-16,0-2 0 16,-1 3 1-16,1-2-1 0,-1 0 0 15,-2-1 0-15,1 0 0 16,-3 1 0-16,1-1 1 16,-2 2-1-16,-2 0 0 15,1 0 0-15,-2 1 0 16,-3-1 0-16,-1 2 0 15,0-3 0-15,-2 0 1 0,-4-1-1 16,0 0-1-16,-2-1 2 16,-3-1-1-16,-2 0 0 15,-2 1 0-15,-3-1-1 16,0 0 1-16,-3-1-1 16,-3-1 2-16,-1 0 0 0,-2 1-1 15,0 0-1-15,-4 2 1 16,0 3 0-16,-4 4-1 15,-2 0 2-15,-3 4-2 16,-4 3 1-16,-3 0 1 0,0 2-2 16,0 2 1-16,-2-1-1 15,-1 2 1-15,1 0 1 16,0 2 1-16,0-2-5 16,-2 3 3-16,0 0 0 15,2 0 0-15,2-1-1 16,0-1 0-16,0-1 1 0,3 0-2 15,1-3 0-15,2 0 1 16,0 0 0-16,1-1-2 16,4 0 0-16,3 3-1 15,0 0-1-15,5 3 1 16,1-1 1-16,0 2-1 0,2 1-1 16,0 0 3-16,2 0 1 15,-3-1 0-15,2 2 0 16,1-2 1-16,-2 0-2 15,1 0 3-15,1 1-2 16,0 0 1-16,0-1 0 0,3 2 0 16,3-1 0-16,0 3 0 15,4-1 0-15,0 2-1 16,1 0-6-16,-1 0-3 16,-1 2 5-16,1 1 3 15,-1 4 0-15,-2-2 1 0,0 1 1 16,-3 1-1-16,0-2 1 15,-2 0-1-15,0 1 1 16,1-2-2-16,3-1 2 16,0-3 0-16,4 0 0 15,2 0 0-15,3 0 1 0,1 0-1 16,2 0 0-16,0 0 0 16,1 1 0-16,0 1 1 15,0 3-2-15,-2-1 1 16,1-1 1-16,-1 2-2 15,0-2 1-15,0-1 0 0,1 1 0 16,0-3 1-16,2 0-1 16,1 0 0-16,7 0 0 15,-1 0 1-15,10 0-3 16,1-6-68-16,10-8-73 16</inkml:trace>
  <inkml:trace contextRef="#ctx0" brushRef="#br0" timeOffset="-207698.2">13876 4013 264 0,'-4'2'8'0,"-3"-1"-3"0,0 2-3 16,3 2 4-16,-3-1 7 16,1 0 8-16,-1 0 16 15,0 1-17-15,2 2-4 16,-1 1-9-16,2 1-3 16,0 0-1-16,3 7-2 0,1 1-1 15,0 3 2-15,0 3-1 16,7 2 1-16,3 0-1 15,2-1-1-15,2-1 0 16,2-5 1-16,2-3 0 16,1-5-1-16,-4-3 2 15,3-5 10-15,-3-2 6 0,0-3 0 16,-3-9-1-16,-2-2-4 16,-2-5-4-16,-4-3-3 15,-3-6-3-15,-1 0-1 16,-1-2 0-16,-10 0-1 0,-2 1 0 15,-5 4 0-15,-4 2-2 16,-1 5 5-16,-4 7 2 16,-2 5-5-16,-2 5-1 15,1 1-4-15,1 8 2 16,4 5-1-16,5 1-6 0,8 0-19 16,5-2-45-16,7-7-104 15</inkml:trace>
  <inkml:trace contextRef="#ctx0" brushRef="#br0" timeOffset="-207124.71">14037 3798 523 0,'0'0'1'0,"0"0"-18"0,0 0 9 0,25 40 6 15,-15-17 2-15,1 5-1 16,-1 2 1-16,0 3-1 15,-1 1 1-15,0 0 0 16,-3 0 0-16,1-4 0 0,0-2 1 16,-3-6-1-16,-1-6 1 15,0-5-1-15,-2-7 1 16,1-4 1-16,-2-2 8 16,0-8 1-16,0-6-8 15,0-4-1-15,0-5-2 0,2 2 0 16,1 3-1-16,2 2 1 15,0 5 1-15,2 5-1 16,0 4-1-16,1 3-1 16,4 1 0-16,-1 2-2 15,1 7 1-15,-2 1 1 16,0 5-1-16,-1 0 2 0,-4 3 1 16,-3-2-1-16,-1 1 1 15,-1-1-1-15,-3-1 1 16,-6-1 0-16,-4-1 0 15,-2-3 0-15,-5-3-3 16,0-1-3-16,1-3-14 0,1-3-5 16,4 0 9-16,4 0-12 15,4 0-10-15,4-3-27 16,2-2-49-16</inkml:trace>
  <inkml:trace contextRef="#ctx0" brushRef="#br0" timeOffset="-206811.48">14347 3972 276 0,'0'0'286'0,"0"0"-294"0,0 0 1 15,20 41 6-15,-11-18 0 16,-1 5 2-16,1 2-1 15,-2 3 3-15,-3 3 4 0,1-1 2 16,-4-1-6-16,2-4-2 16,-2-2 0-16,-1-5 0 15,0-4-1-15,0-3 2 16,-5-4-2-16,-5-2 2 16,-2-1 0-16,-3-3-2 15,-3-3 0-15,-2-2-6 0,0-1-31 16,2-7-28-16,1-9-41 15,4-8-103-15</inkml:trace>
  <inkml:trace contextRef="#ctx0" brushRef="#br0" timeOffset="-206635.14">14310 3783 528 0,'0'0'-3'0,"0"0"4"0,0 0-5 16,0 0-51-16,0 0-22 16,0 0 3-16,0 0-21 15,0 0 12-15</inkml:trace>
  <inkml:trace contextRef="#ctx0" brushRef="#br0" timeOffset="-206248.04">14446 4054 396 0,'0'0'11'16,"0"0"-8"-16,0 0-1 15,37-11 0-15,-24 1 1 16,4 1 1-16,-4-4 4 0,-1 0 9 15,-1 0-12-15,-3 2-3 16,-2 0-1-16,-4 2 1 16,-2 2-2-16,-2 2 2 15,-6 2-2-15,-4 3 4 16,-3 0-2-16,3 1 2 0,-3 6 1 16,3 5-2-16,1 2-1 15,5 0 2-15,1 2 0 16,3-1-2-16,2 0-1 15,3-2-1-15,5 0 2 16,4-3-2-16,3-2 2 0,0-3 0 16,3-3 1-16,1-2-8 15,1-1-36-15,1-10-34 16,1-7-100-16</inkml:trace>
  <inkml:trace contextRef="#ctx0" brushRef="#br0" timeOffset="-206017.58">14716 3917 503 0,'0'0'8'0,"-29"26"-6"16,17-10-2-16,4 2 1 0,1 3 1 16,2 1-2-16,3-2 1 15,2-1 10-15,0 0-8 16,5-3-2-16,7-4-1 15,1-6 1-15,4-3 1 16,2-3-5-16,1-8-52 16,0-12-3-16,-3-9-60 0</inkml:trace>
  <inkml:trace contextRef="#ctx0" brushRef="#br0" timeOffset="-205548.46">14841 3684 476 0,'0'0'4'0,"0"0"-10"0,-5 38 5 15,5-18 1-15,2 3 1 16,3 2-1-16,0 2 0 16,2 0 0-16,-2 1 0 15,0-1 0-15,-3-3 1 16,0-2-1-16,0-4-2 15,-2-3-35-15,0-3-25 0,0-6-8 16,0-4-7-16,-3 0 49 16,0-2 20-16,-1 0 3 15,0-2 10-15,2-3 35 16,-2 0 54-16,2-3-27 16,1 1-10-16,1-3-7 0,0 1 7 15,0-1-16-15,7 0-17 16,-2 1-6-16,2 3-3 15,1 1-8-15,-1 1-5 16,0 3-2-16,0 1-2 16,0 0 1-16,1 3-1 0,1 2 0 15,-1 4 1-15,1 2 1 16,-3-1-2-16,2 3 1 16,-1 0 0-16,-1 2-3 15,2 0-21-15,0 0-13 16,1-2-34-16,-3-4-50 0,1-5-197 15</inkml:trace>
  <inkml:trace contextRef="#ctx0" brushRef="#br0" timeOffset="-205345.26">14977 3734 493 0,'0'0'-8'0,"0"0"3"0,0 0-48 0,0 0-9 0,0 0 28 0,0 0 1 15,0 0 29-15,0 0-5 16,-1 31-55-16,5-26-54 16</inkml:trace>
  <inkml:trace contextRef="#ctx0" brushRef="#br0" timeOffset="-205051.38">15053 3858 424 0,'0'0'15'0,"0"0"-22"16,0 0 8-16,18 36 0 15,-8-26 0-15,2 1 0 16,0-3-1-16,0-2 0 15,1-3 2-15,-2-3 2 16,3 0 1-16,-4-10 25 0,2-5 2 16,-3-5-6-16,0-3-10 15,-4-3-5-15,0-1-7 16,-3 1-2-16,0 1-1 16,-1 5-1-16,2 5 1 15,1 4-5-15,-2 6-33 0,1 5-41 16,0 0-89-16,0 1 3 15</inkml:trace>
  <inkml:trace contextRef="#ctx0" brushRef="#br0" timeOffset="-204737.54">15334 3810 391 0,'0'0'3'0,"0"0"5"16,42-14-4-16,-27 8-2 15,-2 1-2-15,-2 0 1 16,-2-2 0-16,-3 2 1 0,-2 0 2 16,-3-1 6-16,-1 3 1 15,0-1 3-15,-1 2-3 16,-6 1-5-16,-3 0 2 16,0 1 2-16,-1 0 1 0,0 3 1 15,2 5-9 1,0 2-1-16,4 3-1 0,2 2 0 15,2 2 0-15,1 1-2 16,3 0 1-16,9-2-1 16,6-1 2-16,2-7-7 15,5-6-54-15,2-2-102 0</inkml:trace>
  <inkml:trace contextRef="#ctx0" brushRef="#br0" timeOffset="-203736.5">14556 4403 282 0,'0'0'7'15,"0"0"36"-15,0 0 10 0,0 0-7 16,0 0-32-16,0 0-20 15,0 0 4-15,0 0 9 16,9 44 4-16,-2-16-1 16,0 2-3-16,2 2-3 15,-2 1-3-15,1 0 0 0,-1-3-1 16,-2-1 2-16,-1-6-2 16,-1-3 1-16,0-5 0 15,-1-4-1-15,-1-4 0 16,0-4 1-16,2 0-1 15,3-3 3-15,1 0 1 0,3-2 1 16,5-4-2-16,0-2-1 16,4 0 4-16,1 1-6 15,1-3-2-15,-1 2-7 16,1 1-29-16,-3-3-32 16,-1-1-78-16</inkml:trace>
  <inkml:trace contextRef="#ctx0" brushRef="#br0" timeOffset="-203317.38">14900 4518 413 0,'0'0'6'0,"0"0"-2"0,-33 15-2 15,24-5 2-15,-1 0-1 16,3 3 1-16,0 0 3 16,2-1 2-16,3 1-3 15,2-1-2-15,0-1-4 16,0-1 1-16,7-1 1 0,5-4-1 16,-1-2 1-16,3-3-1 15,2 0 2-15,0-5 0 16,0-5-1-16,-1-3 2 15,-2-2-3-15,-5-1-5 16,-4 0-5-16,-2 0 2 16,-2 2-2-16,-3 1 7 0,-8 2 0 15,-5 3-3-15,0 1-5 16,-3 4 9-16,2 1-2 16,1 2-1-16,3 0-13 15,6 0-48-15,2 3-47 16,5-3-7-16</inkml:trace>
  <inkml:trace contextRef="#ctx0" brushRef="#br0" timeOffset="-202940.26">15141 4383 404 0,'0'0'41'15,"0"0"-34"-15,0 0 1 16,-40-2-5-16,24 4-1 0,2 4 1 16,-1 0 4-16,4 2 8 15,4-2-5-15,2 3-4 16,5 0-8-16,0 0 2 16,3 2 2-16,6 1-2 15,2 1-2-15,2-1 5 0,0 1-2 16,0 0-1-16,-2 0 0 15,-2 0 0-15,-1 0 0 16,-4-4-1-16,-3 3 1 16,-1-1-1-16,0-1-1 15,-7-1 2-15,-3-2 0 0,-3 0 0 16,0-2 2-16,0-2-4 16,2-1 1-16,-1-2-7 15,4 0-18-15,3-2-20 16,3-5-10-16,2-2-40 15,4-3-20-15</inkml:trace>
  <inkml:trace contextRef="#ctx0" brushRef="#br0" timeOffset="-202555.86">15301 4383 375 0,'0'0'4'16,"0"0"7"-16,-42-2-5 16,27 2-2-16,0 4 7 15,3 2 17-15,2 2-3 0,3-2-15 16,4 3-7-16,3 1-2 16,0 3-1-16,8 1 0 15,0 1 0-15,3 1 0 16,0 2 0-16,-1-1 2 0,-3 0-2 15,-1 0 0-15,-2-2 0 16,-3 0 0-16,-1-4 1 16,0 1-1-16,-4-3 0 15,-3 0 0-15,-2-2 0 16,0-2 1-16,-1 0-1 16,-3-4 0-16,2 0-7 0,1-1-13 15,3 0-26-15,0-2 0 16,4-5-56-16,3-3-42 15</inkml:trace>
  <inkml:trace contextRef="#ctx0" brushRef="#br0" timeOffset="-202221.33">15632 4066 394 0,'0'0'5'0,"0"0"8"0,0 0-14 0,0 0-2 15,0 0 4-15,-1 45 0 16,1-18 5-16,3 8 10 15,1 3 1-15,-1 5 0 16,0 2 1-16,1 1-10 16,-1-1-5-16,0-4-3 0,1-6 2 15,-3-5-1-15,1-9 0 16,-1-5 0-16,-1-9-2 16,0-7-18-16,-3-3-16 15,-4-14-73-15</inkml:trace>
  <inkml:trace contextRef="#ctx0" brushRef="#br0" timeOffset="-201935.76">15611 4151 443 0,'0'0'6'16,"0"0"-5"-16,0 0 0 15,0 0-1-15,0 0 1 16,0 0 10-16,0 0 7 0,0 0 15 16,-10-4-6-16,21-1-13 15,4-2-11-15,6-1-2 16,2 0 1-16,1 0-2 16,2 1-6-16,-3 0-48 15,-3 2-9-15,-5 2-49 0,-5-1-82 16</inkml:trace>
  <inkml:trace contextRef="#ctx0" brushRef="#br0" timeOffset="-201750.57">15587 4338 449 0,'0'0'33'0,"0"0"-20"16,0 0-9-16,38-10-3 15,-14 2-1-15,2-2-1 0,2 2-16 16,-1-2-3-16,-3 0-16 16,-3-1-53-16,-3 0-115 15</inkml:trace>
  <inkml:trace contextRef="#ctx0" brushRef="#br0" timeOffset="-201342.82">15807 4305 458 0,'0'0'8'16,"0"0"-9"-16,0 0-4 0,0 0 8 15,0 38-2-15,3-25 1 16,0 2 2-16,0 2 2 16,-2-2-1-16,1 1-1 15,-1-3-2-15,-1-1 0 16,0-4-1-16,0-3 0 0,0-3 0 15,0-2 2-15,1 0 5 16,2-4 50-16,-3-7-45 16,2-4-10-16,1-3-2 15,3 0 1-15,-1 0-2 16,2 1 1-16,1 4 0 0,-1 2 0 16,-1 2-1-16,0 4 1 15,-1 0 1-15,2 4 3 16,-2 1-4-16,0 0-2 15,0 1-2-15,1 9 0 16,0 0 1-16,0 1 1 0,1 4 1 16,1 0-1-16,-1 0 1 15,2 0-1-15,0 0-53 16,1-5-45-16,-1-4-81 16</inkml:trace>
  <inkml:trace contextRef="#ctx0" brushRef="#br0" timeOffset="-201215.95">16131 4356 634 0,'0'0'1'0,"0"0"-3"0,0 0-114 15,0 0-19-15</inkml:trace>
  <inkml:trace contextRef="#ctx0" brushRef="#br0" timeOffset="-200106.4">16403 3493 378 0,'0'0'5'15,"0"0"-5"-15,0 0-11 16,0 0 13-16,1 34-1 15,1-14 3-15,-2 3 7 0,1 5 2 16,2 2 4-16,-1 3-4 16,2 0-7-16,0-1-1 15,2-1-2-15,0-3-1 16,0-3-1-16,1-4 0 16,-2-1 0-16,0-5 0 0,-2-2-1 15,0-3 1-15,-2-3 0 16,1-2 0-16,-1-2 0 15,-1-1 0-15,0-2-1 16,0 1 4-16,1-1 1 16,1 0 2-16,-1 0 9 0,2 0-10 15,0-1-5-15,4-2-1 16,0 1 0-16,4-3 0 16,5 2 0-16,2-1 0 15,6-2 0-15,4 0 0 16,1 0 0-16,1-1 0 0,-1 1 0 15,-1 1 1-15,-6 0-1 16,-4 1 0-16,-5 1 0 16,-4 3 0-16,-4-3 0 15,0 3 0-15,-4-2 1 16,-1 2-2-16,0-1 1 0,1-3-15 16,-1-3-141-16</inkml:trace>
  <inkml:trace contextRef="#ctx0" brushRef="#br0" timeOffset="-197468.16">16888 3763 170 0,'0'0'16'16,"0"0"7"-16,0 0-8 0,0 0 11 15,0 0-8-15,0 0-15 16,0 0-4-16,0 0 21 16,32-8 2-16,-8 2-4 15,7-1-6-15,8-3 1 16,6 0 3-16,4-3-7 0,3 0-4 16,1-2-1-16,1 0-3 15,-2 0 1-15,-6 1 0 16,-3 0 0-16,-3-1 3 15,-5 2 13-15,-1 1-8 16,-8 2-6-16,-2 2-4 16,-8 2 2-16,-2 2-2 0,-6 1 0 15,-3 3 0-15,-3 0-4 16,-2 0-36-16,0 2-15 16,-6 1 27-16,0-1-61 15</inkml:trace>
  <inkml:trace contextRef="#ctx0" brushRef="#br0" timeOffset="-197018.5">17537 3473 241 0,'0'0'2'0,"0"0"3"0,0 0 5 16,0 0 6-16,0 0-7 0,0 0-1 15,0 0-5-15,0 0 0 16,0 0-3-16,0 0 2 15,11-7 2-15,1 12 2 16,2 0 1-16,1 2-4 16,-1-1-2-16,0 2 0 0,-1-1-1 15,-1 0 0-15,-3-1 1 16,-2-1-1-16,-1 2 0 16,-4-2 1-16,-2 3 2 15,0-1 3-15,-9 6 2 16,-6 0 2-16,-6 2-5 0,-1 5-1 15,-4 3-2-15,3 0-9 16,3-4-108-16,8-3-74 16</inkml:trace>
  <inkml:trace contextRef="#ctx0" brushRef="#br0" timeOffset="-196532.75">16938 3899 271 0,'0'0'5'0,"0"0"-3"15,39 8-1-15,-13 1 12 16,10 2 11-16,9 5-1 0,7 1 2 16,3 4-7-16,6 2-8 15,3 2 0-15,-1 2-4 16,-1 1-4-16,-3-2-1 16,-2-4 0-16,-7-2 0 15,-5-5 0-15,-9-6 0 0,-6-2 0 16,-7-4 0-16,-6-1-1 15,-5-2 0-15,-5 0-9 16,-5 0-22-16,-2 0-34 16,-3-7-87-16</inkml:trace>
  <inkml:trace contextRef="#ctx0" brushRef="#br0" timeOffset="-196255.05">17741 4084 342 0,'0'0'-1'0,"0"0"5"16,29 0-3-16,-19 5-2 15,0 5 2-15,0 2 5 16,-3 2 5-16,-2 4 3 16,-2 0-4-16,-1 2 5 15,-2 1-5-15,-5 0-5 0,-7 0-2 16,-3-1 2-16,-5 0-3 15,-5-5 2-15,0 1-2 16,1-3-6-16,1-4-54 16,7-5-61-16,5-4-95 15</inkml:trace>
  <inkml:trace contextRef="#ctx0" brushRef="#br0" timeOffset="-195839.62">18078 3301 265 0,'0'0'4'15,"0"0"33"-15,0 0 4 16,0 0-34-16,0 0-7 0,-3 30 0 15,4-2 5-15,3 4-3 16,2 5 1-16,0 5 1 16,1-1-3-16,0 0 1 15,2-1-1-15,-2-2 1 16,-1-7-1-16,-1-6 1 16,-3-5 0-16,-2-8-5 0,0-5-64 15,-5-7-66-15</inkml:trace>
  <inkml:trace contextRef="#ctx0" brushRef="#br0" timeOffset="-195272.56">18103 3359 249 0,'0'0'3'16,"-1"-30"12"-16,1 18 13 15,0 2-4-15,0 2-8 0,3 1-1 16,1 1 0-16,4 2-3 16,2 0-6-16,0 1-4 15,2 1-1-15,1 2 0 16,2 0-1-16,-1 0 0 15,-2 8-1-15,-1-1 0 16,-2 1 1-16,-3 2 0 0,-3 0 0 16,-3 3-1-16,0-1 1 15,-2 1 1-15,-6 2 0 16,-1-2-1-16,-2 0 1 16,1-3 1-16,0-1-2 15,5-2 1-15,0-3-1 0,3-1 0 16,2 0 0-16,1-2-1 15,9 0 1-15,6 1 1 16,4 1-1-16,2-1 0 16,1 1 1-16,-1 2-1 15,-3 3 0-15,-6-1 0 0,-2 3 0 16,-5 0 0-16,-6 0-1 16,0 0 1-16,-9 0 1 15,-4 0 0-15,-7-1-2 16,-4 1 2-16,-2-1 1 15,-3-1 0-15,-1 0-2 0,-1-3-17 16,2 0-64-16,4-5-40 16</inkml:trace>
  <inkml:trace contextRef="#ctx0" brushRef="#br0" timeOffset="-194859.41">18054 3070 292 0,'0'0'54'0,"0"0"-49"16,0 0 10-16,0 0-15 15,0 0 0-15,-28 16 0 0,23-1 0 16,1 0 1-16,0 0-1 16,4-2 1-16,-2-2-1 15,1-5 0-15,1-3 0 16,0-1 1-16,0-2 0 0,0 0 6 16,5-9-1-16,3-2-4 15,2-5-1-15,2 0 0 16,-2 0-1-16,0 1 0 15,0 5 0-15,-5 2 0 16,2 6 2-16,-1 2-4 0,2 0 0 16,2 9 0-16,4 4 2 15,0 2 0-15,4 3 0 16,0 0-1-16,1 1-26 16,0-3-112-16</inkml:trace>
  <inkml:trace contextRef="#ctx0" brushRef="#br0" timeOffset="-194467.75">18459 3549 403 0,'0'0'6'0,"0"0"-9"0,0 0 3 15,-1 38 0-15,0-25 0 16,1 2 0-16,0-3 1 16,0 0-1-16,5-5 0 15,4 0 0-15,2-4 1 0,3-3 0 16,-1 0 1-16,1-5-1 15,0-5-1-15,-1-1 1 16,-4-3 0-16,-3-1-1 16,-6 1 1-16,0 0 0 15,-6 5-1-15,-11 2 0 0,-4 6-1 16,-2 1 1-16,-1 4 0 16,-1 8-5-16,3 1-52 15,5 0-82-15</inkml:trace>
  <inkml:trace contextRef="#ctx0" brushRef="#br0" timeOffset="-194091.39">17963 4182 344 0,'0'0'184'0,"-2"37"-190"0,2-13 5 15,2 10-1-15,4 7 1 16,-1 6 0-16,0 0 1 16,-3 0 0-16,-1-4 0 15,-1-2 0-15,0-4 0 16,0-8 0-16,-4-2 0 16,-2-5-9-16,-3-6-55 0,-1-7-38 15,0-7-65-15</inkml:trace>
  <inkml:trace contextRef="#ctx0" brushRef="#br0" timeOffset="-193541.18">17955 4314 321 0,'0'0'5'0,"10"-30"29"16,-3 19-15-16,0 3 1 15,-1 4-12-15,1 1-5 16,-1 3-3-16,0 0 0 0,0 3-1 16,-3 3-1-16,-1 1-1 15,-2 3 1-15,0 1 3 16,0-1-1-16,-2 1 0 15,-2 0-27-15,0-1-13 16,0-2-25-16,2-1-2 0,1-1 12 16,1-4 18-16,0 0 25 15,1-1 14-15,3-1 11 16,6 0 17-16,0 0-2 16,2 0 1-16,3 2 5 15,1 0-4-15,1 1-6 16,-2 2-22-16,-1 1-1 0,-1 1 0 15,-3 1 3-15,-3 1 3 16,-1 0-1-16,-4 1 7 16,-2-2 2-16,0 1 1 15,-3-1-2-15,-7 0-4 0,-4 0 1 16,-2-1-5-16,0 0-4 16,0-1 0-16,-1-1-1 15,4-3-1-15,2 1-2 16,4-3-30-16,3 0-32 15,4 0-16-15,0-2-41 16</inkml:trace>
  <inkml:trace contextRef="#ctx0" brushRef="#br0" timeOffset="-193372.14">18246 4424 492 0,'0'0'6'0,"0"0"2"0,0 0-13 16,8 35 4-16,-3-16 2 16,-3 2-1-16,0 3 0 0,0-2 0 15,-2 0-3-15,0-3-50 16,-1-4-69-16</inkml:trace>
  <inkml:trace contextRef="#ctx0" brushRef="#br0" timeOffset="-192874.85">17981 3981 437 0,'0'0'10'0,"0"0"-5"16,0 0 1-16,0 0-4 0,0 0-5 15,0 0 2-15,0 0 1 16,-32 32 0-16,26-17 0 16,2 1-1-16,-2-1 2 15,3-2-1-15,0-3 0 16,1-2 1-16,1-4-1 0,1-4 0 16,0 0 5-16,1-8-3 15,6-5-3-15,4-2-2 16,2-3-5-16,2 2-6 15,0 2 3-15,2 2 5 16,-4 7 5-16,-1 3 0 0,1 2-2 16,-1 7-1-16,0 6 2 15,2 1 1-15,-2-1-75 16,2-7-130-16</inkml:trace>
  <inkml:trace contextRef="#ctx0" brushRef="#br0" timeOffset="-171486.88">1183 1294 82 0,'0'0'3'16,"0"0"78"-16,0 0-51 15,-3-34 5-15,3 27-2 16,0 1-11-16,0 2-1 0,0-1-3 16,0 3-8-16,0 1-6 15,0-1-3-15,0 2 0 16,0 0-2-16,0 0 1 15,0 0 0-15,0 0 0 16,0-1 0-16,0 1 4 0,0-1 15 16,-2 0-4-16,2 1-8 15,0 0-2-15,-1-2-3 16,1 1 0-16,-1 0 0 16,-1 1-2-16,2-2 0 15,-1 1 0-15,1 0 0 16,-2-1 0-16,2 2 0 0,-1 0 1 15,1-2-1-15,-2 1 1 16,1-1 0-16,1 1 1 16,-2-1 6-16,2-1-1 15,0-1 0-15,0 1-1 16,3-3-3-16,5-1-1 0,0 0 0 16,5 0 0-16,0-1-1 15,0 0 1-15,4 3 2 16,0 3-2-16,1 2 1 15,1 0-3-15,4 9 0 16,-1 6-3-16,0 8 3 0,1 8 4 16,-5 10-2-16,-1 7 0 15,-5 7-1-15,-5 5 0 16,-6 5 4-16,1 1-2 16,-4-2 2-16,-6-4 0 15,-2-6-2-15,-2-7 0 0,-1-7 8 16,-1-9 10-16,-1-5-8 15,-2-6-1-15,0-5-4 16,-2-5 1-16,0-3 0 16,1-7-1-16,-1 0 8 15,1-9 0-15,3-9-9 0,3-5-4 16,4-2-3-16,3-5 0 16,3-1 0-16,2 4-1 15,4 1 1-15,6 4 1 16,3 5-2-16,2 5 0 15,2 4-2-15,3 6 0 0,2 2 1 16,3 1 1-16,-2 8-1 16,-1 2 1-16,-2 1-15 15,-1 1-28-15,-2-1-14 16,-4-2-26-16,-5-3-53 16,-1-4-124-16</inkml:trace>
  <inkml:trace contextRef="#ctx0" brushRef="#br0" timeOffset="-170967.04">1637 1164 121 0,'0'0'212'0,"0"0"-205"0,0 0 23 16,0 0-8-16,0 0-20 16,0 0-9-16,0 0 7 15,0 0 2-15,7 51 2 16,-5-15 3-16,1 9 3 0,-2 5 4 16,-1 6-8-16,3 1-5 15,-3 1-1-15,0-4 0 16,0-5 1-16,-2-5 0 15,-2-7-1-15,0-9 1 16,0-5 0-16,-1-8 1 16,0-5 0-16,0-4 1 0,2-2 0 15,-1-2 1-15,2-1 0 16,1-1 8-16,1 0 10 16,0 0-14-16,3 0-8 15,7 0 0-15,4 0 0 16,8-1 0-16,3-1 0 0,5 1 0 15,5-2 1-15,0 2-1 16,2-1 0-16,-2 0 1 16,-3-2 1-16,-3-2-3 15,-4 2 2-15,-5 0 0 16,-5-1-1-16,-5 2 0 16,-2 1 1-16,-4 2-2 0,-4 0-69 15,0 0-122-15</inkml:trace>
  <inkml:trace contextRef="#ctx0" brushRef="#br0" timeOffset="-158861.17">930 2140 122 0,'0'0'5'0,"0"0"0"0,0 0 2 15,0 0 15-15,38 3 4 16,-19-3-18-16,6 0 1 16,6-1 18-16,5-7-1 15,7-1 8-15,9-1-2 16,7-3-11-16,5 1-11 0,5 1-1 16,3 1-6-16,2 0 1 15,-5 0-2-15,-4 2 1 16,-8-2 0-16,-7 0 9 15,-6 2 6-15,-11-1-7 16,-4 0-3-16,-4 0-1 0,-5 3-3 16,-3-2 0-16,-4 2-4 15,-3 0 1-15,0 0 0 16,-1 2-9-16,-6-3-79 16,-3 1-151-16</inkml:trace>
  <inkml:trace contextRef="#ctx0" brushRef="#br0" timeOffset="-157992.22">1101 2490 209 0,'0'0'22'0,"0"0"11"16,0 0 0-16,0 0-23 15,0 0-5-15,-5-30 0 16,7 24-2-16,4 1 0 15,2-2 1-15,4 1 1 16,2 1-1-16,2 1 1 16,3 1-1-16,1 3-1 0,2 0-1 15,-1 6 1-15,3 6-2 16,-2 6 1-16,0 4-1 16,-2 5 2-16,-3 2 0 15,-1 2-1-15,-4 2-1 16,-4 0 0-16,-2-3 2 0,-3-3 5 15,-3-3 18-15,-2-2-4 16,-8-2-2-16,-4-4 9 16,-3 1 5-16,-6-4-15 15,0-4 2-15,-2-3-14 16,-1-5-1-16,3-1 0 0,3-11 1 16,5-7-2-16,4-4-1 15,5-4-3-15,6-2-1 16,0 1 0-16,13 1-1 15,5 2 0-15,3 6 0 16,1 3-1-16,2 7-2 16,1 5-24-16,-4 3-24 0,0 2-10 15,-6 5-42-15,-2 1-65 16</inkml:trace>
  <inkml:trace contextRef="#ctx0" brushRef="#br0" timeOffset="-157621.53">1617 2327 379 0,'0'0'5'0,"0"0"-6"0,12 44 5 16,-1-12 2-16,-1 9 0 15,4 5 3-15,-1 5 8 16,3 6-8-16,-1 2 0 16,-4 0-4-16,3-4-2 15,-6-1-1-15,1-4-1 0,-4-6 0 16,-3-5 0-16,-1-7 0 15,-1-5 2-15,0-6-5 16,0-6 4-16,0-6-5 16,-5-8-1-16,0-1-35 0,-2-11-98 15</inkml:trace>
  <inkml:trace contextRef="#ctx0" brushRef="#br0" timeOffset="-157073.85">1622 2404 357 0,'0'0'6'15,"-8"-35"20"-15,5 20-3 16,3 1 3-16,-2 2-2 15,2 1-12-15,0 1-1 16,2 3-1-16,4-1-4 16,1 3-3-16,3 2-3 0,2 3 0 15,1-1-1-15,1 3-1 16,-1 7 1-16,-1 4 0 16,-4 3 1-16,-2 3-1 15,-2 1 1-15,-4 0-2 16,0 0 1-16,0-1-1 0,-4-3 1 15,0-1-1-15,-1-3 1 16,1-2 1-16,3-4-1 16,-1-1 0-16,2-2 1 15,0-3-2-15,2 0 3 16,6 0-1-16,2 0 1 0,3-3 0 16,4 0-1-16,0 2 0 15,0 1 0-15,-2 0 0 16,0 3-1-16,-3 4 1 15,-4 3 0-15,-1 2 1 16,-4 0-1-16,-3 1 1 0,0 2 0 16,-7-2 0-16,-6 2 3 15,-2-2 0-15,-3 2 3 16,-1-4-6-16,-1 0 0 16,3-3 0-16,2-1-2 15,2-3-1-15,5-2-30 0,4-2-55 16,2-7-137-16</inkml:trace>
  <inkml:trace contextRef="#ctx0" brushRef="#br0" timeOffset="-156277.72">1522 2081 195 0,'0'0'33'0,"0"0"10"0,0 0-9 0,0 0-7 15,0 0-12-15,0 0-8 16,0 0-1-16,0 0 1 16,0 0 0-16,-31 37-3 0,28-21-2 15,-1 0 1-15,1-2-2 16,0 0-1-16,0-1 2 16,1-3-2-16,0-2 1 15,1-3-1-15,-1 0 2 16,2-5-2-16,0 0 1 0,0 0 5 15,0-6 0-15,0-4-5 16,2-3 0-16,1-2-2 16,1 1 1-16,-1 0-1 15,1 3 2-15,-1 2-1 16,-2 2 0-16,1 4 3 0,-1 0 1 16,3 2 2-16,1 1-4 15,2 0-1-15,2 0 0 16,2 0-1-16,4 4 0 15,0 2 0-15,3 3 0 16,1 2-3-16,-2 1-44 0,-2 5-92 16,-4-1-73-16</inkml:trace>
  <inkml:trace contextRef="#ctx0" brushRef="#br0" timeOffset="-155814.2">1889 2556 58 0,'0'0'93'0,"0"0"-13"0,0 0-4 16,0 0-6-16,0 0-30 0,0 0-11 16,0 0-2-16,0 0-5 15,0 0-6-15,-14 32-9 16,14-21-4-16,0 1-1 16,0 1-1-16,4 0 0 15,4-1-1-15,0-4 1 0,5 0 1 16,0-6-1-16,0-2 1 15,2-2 2-15,-4-8-2 16,-1-3 1-16,-3-2-1 16,-3 0 1-16,-4 0 0 0,0 1 0 15,-10 2-2-15,-2 3 1 16,-4 3-2-16,-3 5-5 16,2 1 0-16,-1 1-17 15,3 3-98-15,1-4-248 16</inkml:trace>
  <inkml:trace contextRef="#ctx0" brushRef="#br0" timeOffset="-155077.2">1258 3889 401 0,'0'0'3'0,"0"0"1"0,0 0-1 16,-26-32-1-16,26 25 0 16,0-2 0-16,4 1 1 0,8 0 0 15,5-1-2-15,3 3-1 16,6 4-1-16,2 2 1 15,2 2 1-15,2 11-1 16,1 5 1-16,-3 9-2 16,-1 4 1-16,-6 5 1 15,-3 2-1-15,-7 1 1 0,-7-2-1 16,-6-2 3-16,0-2-1 16,-12-2 5-16,-5-3 9 15,-3-1 1-15,-5-4-4 16,1-2-6-16,-5-6 2 0,2-5 9 15,0-8 6-15,4-2 0 16,3-16-5-16,6-8-7 16,7-8-8-16,5-5-3 15,5-3-2-15,12 2 0 16,6 4-5-16,4 7-14 0,1 9-20 16,2 8-16-16,-1 8-4 15,-2 2-17-15,-3 2-48 16,-2 5-91-16</inkml:trace>
  <inkml:trace contextRef="#ctx0" brushRef="#br0" timeOffset="-154678.41">1679 3609 414 0,'0'0'5'0,"0"0"2"15,0 0-6-15,2 50 3 0,1-20-1 16,1 4 2-16,-1 3 3 16,1 1-1-16,-1 0-3 15,-2-2 0-15,2-2-2 16,0-5 0-16,-2-4-1 15,1-7 1-15,-1-3 0 16,1-7 0-16,-1-5-1 16,5-2-1-16,2-1 2 0,2 0 3 15,5-4 0-15,4-1 0 16,4-3-1-16,3 2-4 16,1 0 0-16,-1 2 1 15,0 1-1-15,-5 3 0 16,-4 0-8-16,-7 2-77 0,-10 5-106 15</inkml:trace>
  <inkml:trace contextRef="#ctx0" brushRef="#br0" timeOffset="-154329.45">1119 4607 442 0,'0'0'1'0,"0"0"4"0,0 0-5 15,34-9 1-15,-1-1 0 16,13-5 4-16,14-7 5 15,12-4 12-15,14-4-2 16,4-1 3-16,3 1-9 16,-1 2-8-16,-5 6-3 0,-10 5-1 15,-12 6-1-15,-8 3-1 16,-10 3 2-16,-11 3-2 16,-10 2 0-16,-7 0-5 15,-13 2-52-15,-6 5-49 16,-16 2-94-16</inkml:trace>
  <inkml:trace contextRef="#ctx0" brushRef="#br0" timeOffset="-153807">1295 4863 426 0,'0'0'30'16,"-1"-37"-28"-16,-1 23 4 16,2 1 4-16,0 3 0 15,6 4-6-15,6 1-3 16,2 2-1-16,6 3 1 0,5 0 0 15,2 6 1-15,3 10 0 16,2 4-2-16,-2 8 0 16,-2 4 1-16,-2 2-1 15,-6 3 1-15,-7 1 0 16,-4 0-1-16,-9-2 1 0,0-1 0 16,-7-4 3-16,-8 0 11 15,-5-4 19-15,-3-2-17 16,-1-2-6-16,-1-4-2 15,-1-5-1-15,3-6 1 16,1-8 6-16,5 0 0 0,4-13-10 16,4-7-4-16,6-7 2 15,3-2-3-15,12-5 0 16,10 0 0-16,5 1 0 16,5 3-6-16,1 4-31 15,-3 6-35-15,-4 6-46 16,-10 3-154-16</inkml:trace>
  <inkml:trace contextRef="#ctx0" brushRef="#br0" timeOffset="-153440.45">1771 4718 476 0,'0'0'7'0,"0"0"9"0,0 0-18 15,13 46 4-15,-2-16 3 16,1 8 4-16,0 7 26 15,2 4-17-15,2 2-9 16,-1 3-6-16,-2 0 0 16,2-1-2-16,-3-4 2 0,-1-4-3 15,-2-4 1-15,-1-6-1 16,-1-6 1-16,-2-5-1 16,0-6-1-16,-3-5 0 15,0-6-2-15,-2-4-28 16,0-3-25-16,0-2 4 15,-7-10-149-15</inkml:trace>
  <inkml:trace contextRef="#ctx0" brushRef="#br0" timeOffset="-152827.27">1788 4826 120 0,'0'0'271'0,"-17"-42"-268"16,9 24 42-16,2 0-3 0,0 5-16 15,3-1 1-15,0 3-3 16,3 1-7-16,0 3-5 16,0 1-9-16,0 1-2 15,5 3-1-15,3 0-2 16,1 2 1-16,1 0 0 15,3 2 0-15,-2 5 0 0,3 2 1 16,-2 1 0-16,0 2-1 16,-2 1-3-16,-2 2-3 15,-1 0-4-15,-2 0 1 16,-4 3 3-16,1 0 1 16,-2-1 0-16,0-1-2 0,0-1 2 15,-2-2 4-15,1-3 1 16,1-3 0-16,0-4 1 15,0-1-1-15,0-2 0 16,8-1 0-16,2-6 1 16,4-2 1-16,0-2-3 0,3 1 2 15,2 2-1-15,-3 1 0 16,1 2 0-16,-2 4 0 16,-2 1 1-16,-3 0 0 15,-3 6-1-15,-1 2-1 0,-5 2 4 16,-1 3-1-16,0 2 1 15,-7 2 2-15,-1-1 0 16,-4 4 4-16,-1-2 0 16,1 0-4-16,-1-1-1 15,3-4-2-15,0-1-2 16,3-4 1-16,4-2-3 0,-1-4-47 16,4-2-22-16,0 0-64 15</inkml:trace>
  <inkml:trace contextRef="#ctx0" brushRef="#br0" timeOffset="-152592.21">2177 4882 450 0,'0'0'6'0,"0"0"-8"0,0 0-1 0,10 42 9 15,-6-21 19-15,2 3 14 16,2 2-17-16,1 1-13 16,1 1-6-16,2-3-2 15,-2-2 2-15,0-2-1 0,-3-6-13 16,-6-6-98-16,-1-9-240 16</inkml:trace>
  <inkml:trace contextRef="#ctx0" brushRef="#br0" timeOffset="-151939.54">1626 4495 225 0,'0'0'43'0,"0"0"37"0,0 0-45 0,0 0-3 16,0 0-4-16,0 0-15 16,0 0-7-16,0 0-5 0,0 0-1 15,-24 40 0-15,23-24 0 16,-3 0 1-16,2 0-1 16,1-3 0-16,-1-1 0 15,2-4 1-15,-1-2-1 16,1-4 1-16,0-2 0 0,0 0 7 15,0-10-2-15,-2-3-4 16,1-4-2-16,1-2 1 16,0 0 0-16,0 1-2 15,0 5 2-15,1 0-1 16,4 6 1-16,-1 4 0 0,5 3-1 16,1 0 0-16,4 0-1 15,2 3 2-15,3 4-1 16,-1-1 0-16,-1-1-30 15,-2-5-130-15</inkml:trace>
  <inkml:trace contextRef="#ctx0" brushRef="#br0" timeOffset="-150280.4">3597 2056 268 0,'4'11'82'16,"2"4"-87"-16,4 10 1 16,3 12 11-16,7 8 30 0,2 8-26 15,4 8 99-15,0 5-87 16,1 1-14-16,0-2-4 16,-4 0-1-16,-1-6 0 15,-3-4 0-15,-6-7 0 16,-5-10-1-16,-3-8-1 0,-5-9-1 15,0-9-1-15,-5-7-13 16,-3-5-24-16,-5-9-46 16,-3-11-92-16</inkml:trace>
  <inkml:trace contextRef="#ctx0" brushRef="#br0" timeOffset="-149913.47">3672 2326 423 0,'0'0'0'0,"-16"-32"3"15,10 15 20-15,6 2 13 16,0 2-8-16,4 0-7 16,6 0-10-16,3 2-6 15,2 3-4-15,4 2 0 16,-1 4-1-16,2 2 0 0,-1 0 0 15,-3 3 1-15,0 6-2 16,-4 2 1-16,-2 0 0 16,-6 2 0-16,0 1 0 15,-4 0-1-15,-3 2 0 16,-7 0 1-16,-4-1 1 0,-3 2-2 16,-1-1 0-16,-1-1-2 15,4-1-8-15,2-3-6 16,3-1-8-16,7-3-35 15,3-5-41-15,0-2-33 0</inkml:trace>
  <inkml:trace contextRef="#ctx0" brushRef="#br0" timeOffset="-149689.09">4060 2073 413 0,'0'0'6'0,"0"0"12"15,0 0-8-15,41-22-2 0,-25 17-6 16,3 3-1-16,-2-1 1 16,2 1 0-16,0 2-2 15,-5 0 0-15,0 0 0 16,-4 0-19-16,-2 0-102 15,-8 3-76-15</inkml:trace>
  <inkml:trace contextRef="#ctx0" brushRef="#br0" timeOffset="-149508.61">4105 2236 356 0,'0'0'40'0,"0"0"-35"16,0 0 1-16,41-2 3 15,-18-6 1-15,3-5-4 16,-2-1-3-16,3-3-2 16,-4 0 0-16,-3-3-9 15,-4 0-193-15</inkml:trace>
  <inkml:trace contextRef="#ctx0" brushRef="#br0" timeOffset="-148591.28">4596 1780 247 0,'0'0'4'0,"0"0"0"0,0 0 8 16,0 0 10-16,0 0 19 15,0 0 9-15,0 0-3 16,0 0-12-16,0 0-6 15,0 0-12-15,2-8-7 16,-2 6-4-16,-2 2 0 16,2 0-3-16,-2 0-2 0,2-2 1 15,0 1-1-15,-1-2 0 16,1 0-1-16,-2-3 1 16,2 0 0-16,0-1 0 15,0-3 1-15,0-2 0 16,0-1-1-16,7 0-1 0,0 0 1 15,3 1 0-15,3-1-2 16,0 6 2-16,4 1-1 16,-1 6-1-16,1 0 1 15,0 6-1-15,0 6 0 0,-2 6 1 16,-5 4 0-16,-3 4 0 16,-2 2-1-16,-5 3 2 15,0 3-1-15,-7 0-1 16,-2 0 1-16,-2 0 0 15,1-3 1-15,-2-4-1 16,2-2 0-16,1-6 1 0,3-5-1 16,2-6 1-16,3-2 1 15,1-4-2-15,0-2 1 16,8 0 2-16,6-5 2 16,6-5 0-16,5-4-2 0,5-5 0 15,2 0-1-15,0 0 6 16,-2 1 10-16,-3 3-5 15,-6 4-8-15,-5 4-3 16,-5 2 0-16,-4 3-1 16,-2 1 0-16,-3 0-1 0,-2 1 0 15,0 0-1-15,0 0-3 16,0 0-46-16,-3 0-84 16</inkml:trace>
  <inkml:trace contextRef="#ctx0" brushRef="#br0" timeOffset="-143454.33">1736 6087 125 0,'-3'0'149'0,"-1"-4"-129"16,0-2 16-16,0 3 10 15,1-2-22-15,3 0-6 0,0-1-4 16,0 0 3-16,4-1-10 16,7-2 0-16,2 4-4 15,4 0-1-15,1 2 0 16,6 3-1-16,0 0-1 15,0 10 0-15,2 6 0 0,0 5 0 16,0 6 1-16,-4 5-1 16,-4 4 1-16,-3 1-1 15,-5 0 0-15,-3 1 1 16,-5-3 0-16,-2-2 0 16,-4-3 3-16,-6-4 2 0,-5 0 12 15,-2-5 1-15,-5-3-2 16,0-6-1-16,-1-5 22 15,3-7-13-15,-2-3-10 16,5-14-1-16,4-9-9 16,5-5-4-16,4-4-1 0,4 1 0 15,0 2 0-15,12 7 0 16,1 6-2-16,4 5-4 16,2 7-28-16,1 4-12 15,-1 3-28-15,0 0-40 16,-2 0-54-16</inkml:trace>
  <inkml:trace contextRef="#ctx0" brushRef="#br0" timeOffset="-143005.4">2067 5869 389 0,'0'0'17'0,"0"0"7"0,0 0-25 16,0 0 1-16,6 29 2 16,-2-7 12-16,2 5 5 15,1 3-5-15,0 2-7 16,1 3-2-16,-1-1 0 0,0 0-2 15,-1-1-2-15,-2-2 0 16,-1-5 0-16,0-4 2 16,-3-5 0-16,1-4-2 15,0-4 0-15,-1-4 0 16,2-2-1-16,1-3 1 0,5 0-1 16,2-2 0-16,7-6 2 15,7-4-1-15,1-3 1 16,5-1 1-16,-2-1 0 15,1 2-1-15,-4 2-1 16,-2 3 0-16,-4 5-2 16,-6 2-50-16,-5 3-59 0,-6 0-58 15</inkml:trace>
  <inkml:trace contextRef="#ctx0" brushRef="#br0" timeOffset="-142501.6">1729 6721 254 0,'0'0'4'15,"0"0"-1"-15,0 0-3 0,0 0 3 16,0 0-3-16,0 0 0 15,0 0 1-15,0 0 2 16,0 0 4-16,0 0 0 16,-8 11 4-16,20-12 8 0,8-7 24 15,5-3 8-15,12-6-12 16,12-5-11-16,9-5-13 16,15-7 14-16,5-4-4 15,6-4-17-15,2-1-3 16,-6 2-4-16,-6 4 4 0,-11 4-4 15,-9 5 1 1,-11 8 0-16,-7 5-2 0,-10 5 0 16,-7 5 0-16,-7 4-11 15,-7 1-57-15,-5 5-22 16,-9 6-67-16</inkml:trace>
  <inkml:trace contextRef="#ctx0" brushRef="#br0" timeOffset="-141789.91">1885 6988 114 0,'0'0'22'0,"0"0"17"0,-32 4 7 16,24-4-3-16,-2 0-6 16,1 0 4-16,0 0 3 15,2-3-4-15,2-2-11 0,-2 0-3 16,6-5-11-16,1 3-1 15,0-4-3-15,3 1-4 16,9-1-5-16,6 3-2 16,5 1-2-16,6 5 2 15,4 2 0-15,3 5 0 0,-1 10 1 16,0 8-2-16,-3 7 2 16,-4 4 0-16,-4 4-2 15,-4 1 3-15,-8 1-1 16,-7 0 0-16,-5-2 0 15,0 0 1-15,-12-1 3 16,-5-2 4-16,-3-1 4 0,-3-5-5 16,-2-5-4-16,1-8 3 15,-1-7 18-15,5-9-2 16,3-4-12-16,4-15-5 16,6-9-4-16,7-7-2 0,0-5-1 15,17-1-4-15,3 1-11 16,5 4-20-16,3 6-38 15,-2 6-53-15,-6 5-32 16</inkml:trace>
  <inkml:trace contextRef="#ctx0" brushRef="#br0" timeOffset="-141455.83">2293 6850 316 0,'0'0'162'0,"0"0"-153"16,20 46-9-16,-7-12 3 15,6 12 13-15,1 7 49 16,3 5-60-16,1 4-2 16,-3-1 1-16,1-3-1 0,-2-5-1 15,0-3-2-15,-4-7 2 16,-1-7-2-16,-4-3 0 16,-1-8-1-16,-4-4-27 15,-3-6-63-15,-3-8-70 0,-5-7-47 16</inkml:trace>
  <inkml:trace contextRef="#ctx0" brushRef="#br0" timeOffset="-140936.39">2286 6962 450 0,'0'0'-1'0,"-19"-39"30"16,13 24-4-16,2 2 9 0,3 2-18 16,1 1-8-16,1 3-6 15,8 2-2-15,1 0 0 16,3 3-1-16,-1 2 0 16,2 0 1-16,0 2 0 15,-2 5-2-15,-1 4-1 0,-2 2 0 16,-2 2-2-16,-2 2-3 15,-4-1-2-15,-1-1-2 16,0 1 2-16,0-3 2 16,0-3 1-16,-1-1 5 15,1-4 1-15,0-2-1 16,2-2 0-16,8-1 1 0,3 0 1 16,4-4 0-16,3-1 1 15,2-1-1-15,0 2 0 16,-2 2 0-16,-2 2 1 15,-4 0-2-15,-4 7 2 16,-3 0 0-16,-4 3 3 0,-3 1 10 16,-1 4 2-16,-10 0 1 15,-2 1-5-15,-6 3-2 16,-2-1-9-16,0-2 0 16,-2-1-2-16,3-5 0 0,1-5-39 15,1-5-47-15,3-2-97 16</inkml:trace>
  <inkml:trace contextRef="#ctx0" brushRef="#br0" timeOffset="-140405.22">2170 6654 257 0,'0'0'56'0,"0"0"-22"0,0 0 31 16,-30-5-20-16,25 8-30 0,2 5-11 15,0 3 0-15,1 3-2 16,2 1-2-16,0 1 0 16,0 0 0-16,0-1 1 15,0-2-3-15,3-4 3 16,-1-2 0-16,-1-3-1 0,-1-3 1 15,2-1 2-15,-2 0 5 16,0-12 11-16,0-3 13 16,0-4-30-16,0-2-2 15,0 1 1-15,0 3-1 16,2 5 0-16,1 4 1 0,2 5 0 16,3 3-1-16,4 0-1 15,2 5 0-15,4 3 1 16,0 2 0-16,4 0 0 15,0 3 0-15,-1-3-8 16,-3-5-70-16,-3-5-113 0</inkml:trace>
  <inkml:trace contextRef="#ctx0" brushRef="#br0" timeOffset="-139703.61">2648 7034 355 0,'0'0'52'0,"0"0"11"0,0 0-24 0,0 0 1 0,0 0-24 15,0 0-7-15,-12-32-3 16,14 29-2-16,3 1-2 15,3-1-2-15,1 3-1 16,-1 0 2-16,2 0-1 16,0 6 0-16,-1 1-1 15,-1 2 0-15,0-1-3 0,-2 3-4 16,-2 0-16-16,-2 1 18 16,0-1 6-16,0-1-1 15,-2 1 0-15,0-3 1 16,0 0 0-16,0-1 0 15,0-3 0-15,0-1 0 0,3-2-1 16,1 1 0-16,3-2 1 16,4 0 0-16,2 0 0 15,4-2 0-15,0-1 0 16,0 1 0-16,-1 1 0 16,0 1 0-16,-3 0 0 0,-2 0-1 15,-1 3 2-15,-3 4 1 16,-2 1 0-16,-5 2 1 15,0 1 3-15,-2 2 6 16,-8 1 17-16,-4 1-6 16,-5 1-4-16,-3 1-6 0,-3-3-8 15,0-2-4-15,2-1 0 16,0-7 0-16,5-4-2 16,4-8-38-16,1-14-137 15</inkml:trace>
  <inkml:trace contextRef="#ctx0" brushRef="#br0" timeOffset="-137382.25">4264 5055 292 0,'0'0'5'0,"0"0"-8"16,15 41 4-16,-3-14 2 15,6 6 4-15,2 8 5 16,2 6 8-16,4 5 9 0,0 5-12 16,1 2-4-16,-1 1 0 15,-2 0-6-15,-2-5-2 16,-6-4 0-16,0-5-4 15,-8-5 1-15,-3-6-1 16,-5-8-1-16,0-6 1 0,0-8-15 16,-8-7-114-16,-4-6-69 15</inkml:trace>
  <inkml:trace contextRef="#ctx0" brushRef="#br0" timeOffset="-136983.16">4287 5202 268 0,'0'0'3'0,"0"0"11"16,0 0 27-16,-24-34 3 15,22 25-18-15,2-1-9 16,2-1-6-16,6 1-5 0,5 0-3 16,4 2-1-16,3 3-2 15,2 1 0-15,0 4 0 16,1 0 0-16,-3 8 0 16,1 1 0-16,-7 2 0 15,-4 3 0-15,-3 0 0 0,-5 3-1 16,-2 1 1-16,-9 2 1 15,-4 2 0-15,-4 2 0 16,-3-1-1-16,1-1 1 16,2-1-1-16,3-2 0 15,4-5 0-15,3-2 0 0,7-6-9 16,0-5-81-16,8-1-6 16,6-11-89-16</inkml:trace>
  <inkml:trace contextRef="#ctx0" brushRef="#br0" timeOffset="-136711.2">4707 5006 481 0,'0'0'5'15,"0"0"10"-15,0 0-1 16,26-36 0-16,-13 27-6 15,4 0-2-15,2 0-3 16,3-2-2-16,-2 2 1 16,0-1-3-16,0 3 2 0,-3 2-1 15,-2 1-1-15,-5 5-21 16,-5-1-34-16,-5 5-23 16,0 8-21-16,-10 2-1 15</inkml:trace>
  <inkml:trace contextRef="#ctx0" brushRef="#br0" timeOffset="-136570.25">4792 5087 153 0,'0'0'60'0,"0"0"-22"16,0 0-14-16,0 0-2 15,0 0 23-15,0 0 14 16,44 4-42-16,-20-22-12 0,5-2-2 16,3-6-2-16,2-2-18 15,-1-5-88-15,1 1-106 16</inkml:trace>
  <inkml:trace contextRef="#ctx0" brushRef="#br0" timeOffset="-136105.4">5249 4664 449 0,'0'0'3'0,"7"-31"2"0,-1 17 21 15,3 3-11-15,0-1 6 16,1 4-14-16,0 1-3 16,0 2-2-16,0 3-1 15,0 2-1-15,0 0 0 16,0 0 0-16,-3 7 0 0,0 3-1 16,-1 4 1-16,-3 0-1 15,-1 3 0-15,-2 1 2 16,0 0-2-16,0 0 1 15,0-3 0-15,0-2-1 16,0-1 1-16,0-4 0 16,0-2 0-16,10-2 0 0,4-4 1 15,2 0-1-15,6 0 0 16,0 0 0-16,2 0 0 16,-1 3 1-16,-3 4-2 15,-3-1 2-15,-4 4-1 0,-4 0 0 16,-6 5 2-16,-3 0 2 15,-5 3 10-15,-10 1 12 16,-7 3-14-16,-8 2-9 16,-5 2-1-16,-2 0-2 15,-5 1-4-15,2-4-47 0,2-7-110 16</inkml:trace>
  <inkml:trace contextRef="#ctx0" brushRef="#br0" timeOffset="-133635.39">5218 1466 149 0,'0'0'65'0,"0"0"-61"15,35 2 4-15,-18-2 11 16,1-5 12-16,2-5-5 16,1-3 2-16,-1-5 3 15,-2-3-7-15,0-1-6 0,-4-2 2 16,-2-2-4-16,-2 1 1 16,-5 2-5-16,0 0-6 15,-5 3 3-15,-2 5 3 16,-1 2 7-16,-6 5-4 15,-3 5-9-15,-2 3 1 16,-4 4-6-16,-1 10-2 0,0 6 1 16,2 6-1-16,4 2 0 15,3 4-1-15,5 1 2 16,5-1 0-16,0 0-1 16,11-2 1-16,3-4 0 0,5-5 0 15,4-4-1-15,0-4 1 16,5-8 0-16,1-5-1 15,4-3 0-15,1-12 2 16,2-7-1-16,2-6 0 16,-1-3 0-16,-3-3 0 15,-6 0 0-15,-3 2-1 0,-6 2-1 16,-8 5 2-16,-4 5 0 16,-4 3 1-16,-4 4 0 15,-1 2 0-15,-11 4 1 16,-2 5 0-16,-5 2 0 0,-2 0-2 15,-2 7 0-15,1 5 0 16,3 2 1-16,6 1 0 16,3 0-1-16,4 2-1 15,5-2-1-15,2 1 1 16,3-3 0-16,7-2 1 16,1-4 0-16,2-2-1 0,0-5 1 15,-1 0 0-15,0-8 0 16,-1-4 1-16,-2-3 0 15,-2 1 0-15,-2 2 0 16,0 1 1-16,-2 2 5 16,-1 6 4-16,1 3-6 0,2 0-3 15,1 12-3-15,0 7 1 16,2 6 0-16,2 5 1 16,0 6-2-16,0 1 1 15,2 1 1-15,-2-3-1 16,0-4 0-16,-1-3 0 0,-2-8 0 15,-1-7 0-15,-3-5 0 16,-1-6 0-16,-2-2 2 16,0-10 17-16,0-10 7 15,0-5-21-15,0-10-2 16,2-6-1-16,1-5 0 0,4 0-2 16,-1 3 0-16,4 5 0 15,-1 7 0-15,-2 11 0 16,1 8 0-16,-1 8 0 15,3 4-7-15,-3 6 3 16,1 7 3-16,2 5 0 16,0 2 3-16,-3 2-2 0,1 0 0 15,-1-1 0-15,-2-4 0 16,0-3 0-16,-2-6 0 16,-1-1 0-16,-1-6 0 15,0-1 0-15,-1-1 3 0,-1-11-1 16,1-6-1-16,1-7-1 15,4-6 0-15,-1 0-1 16,3-1 0-16,2 6 0 16,-1 6 2-16,-1 6-1 15,3 8 0-15,-3 6-4 0,1 0 2 16,1 11 2-16,-1 2-1 16,1 3 0-16,-2 0 1 15,2-1 1-15,-2 0-2 16,1-4 2-16,0-2-1 15,1-3 0-15,-2-4 0 16,-1-2 0-16,1 0 0 0,0-8 1 16,1-5 0-16,2-2 0 15,-2-3-1-15,4 1 0 16,-2 1 0-16,0 2-1 16,0 4 2-16,0 5-2 15,-1 4 1-15,1 1 0 0,-2 1-1 16,-2 7 1-16,-2 2 0 15,-2 3 1-15,-2 2 0 16,-2 2 0-16,-8 3-2 16,-5 0 0-16,-5-1-32 0,-2-2-93 15,-8-4-328-15</inkml:trace>
  <inkml:trace contextRef="#ctx0" brushRef="#br0" timeOffset="-131952.31">5629 4475 303 0,'6'-13'49'16,"1"-2"11"-16,3 0-24 0,0-1-14 15,3-1-8-15,3-2-7 16,-2 0-3-16,0-1-1 16,1-1-2-16,-3-2 1 15,-2-2 1-15,0 0 3 16,-5 1-3-16,-2 0 0 0,-3 3-2 16,0 5 5-16,-6 6 12 15,-5 5-3-15,-2 5-8 16,-4 6-5-16,1 15 0 15,-1 5-1-15,3 7-1 0,3 4 2 16,4 2-1-16,8 2 2 16,-1-1 1-16,9-4-1 15,6-3 1-15,6-6-3 16,3-5 0-16,4-10 0 16,3-9-1-16,1-3 0 0,5-15 1 15,-2-8-1-15,-1-10 0 16,-3-5 1-16,-2-6-1 15,-4-4 1-15,-7 0 0 16,-6 3-1-16,-3 4 2 16,-8 6-4-16,-1 7 4 0,-3 10 0 15,-7 8 7-15,-3 6 0 16,-3 4-6-16,1 8-1 16,0 7-1-16,2 4-1 15,3 3 1-15,3 2-2 16,4-2 0-16,3-1 1 15,0-4 0-15,1-1-1 0,8-6-1 16,1-5 1-16,1-5 0 16,3 0 1-16,0-10 0 15,-1-5-1-15,1-1 0 16,0-1 1-16,-3 2 0 16,-1 4 0-16,-2 4 0 0,2 7 0 15,-1 4 0-15,2 14 0 16,3 7 1-16,-1 5 1 15,1 7 0-15,2 3-2 16,-3-2 1-16,0-1-1 16,-2-5 0-16,-2-6 1 15,0-7 0-15,-4-6-2 0,0-7 2 16,-3-6 0-16,1-4 2 16,-1-14 19-16,0-8-6 15,-1-8-10-15,-1-7-3 16,2-7-2-16,0-5-1 0,1 0 0 15,2 2 0-15,0 5-1 16,1 11 2-16,1 7-2 16,-1 12 2-16,0 9-1 15,3 7-2-15,-3 0-1 16,5 13 3-16,-1 5-1 0,0 5 1 16,1 2 0-16,-1 0 1 15,0 0-1-15,1-4 0 16,-1-3 0-16,-2-6 0 15,0-5 0-15,0-6 0 16,-2-1-1-16,0-10 2 16,-2-8-1-16,2-7 0 0,0-5 0 15,-2-2-1-15,0 0-1 16,1 1 2-16,-1 8 0 16,0 8 0-16,-2 3 0 15,1 8 0-15,1 4-1 16,0 0-2-16,3 9 3 0,0 1 0 15,1 2-2-15,1 3 4 16,-1-4-2-16,1 1 0 16,-1-3 0-16,1-5 0 15,1-1 0-15,0-3 0 16,0-3 0-16,1-8 0 0,0-5-2 16,2-3 2-16,0-5-1 15,2 0 0-15,0-1 1 16,1 4-1-16,0 4 1 15,1 5 0-15,-2 6 0 0,2 4-1 16,-4 2 1-16,-1 7 0 16,-2 5 2-16,-7 4 0 15,-3 2 2-15,-2 4-2 16,-11-1-1-16,-4 1 1 16,-5 1-1-16,-7-5-23 15,-4-6-101-15,-6-8-373 0</inkml:trace>
  <inkml:trace contextRef="#ctx0" brushRef="#br0" timeOffset="-130553.43">3535 7481 47 0,'0'0'156'0,"0"0"-120"0,0 0-3 16,-27 7-3-16,22-7 1 16,-1 0 4-16,2-1-13 15,1-3-5-15,0-2 5 16,3-3-5-16,0-2-7 15,3-3-2-15,7-2-3 16,5-2-2-16,5-1-1 0,3 4-2 16,3 4 0-16,0 9 0 15,0 2-2-15,-3 10 1 16,-1 11 0-16,-5 8 1 16,-4 6-1-16,-5 6 3 0,-3 4-2 15,-5 0 0-15,1 0 1 16,-8-5-1-16,-3-4 1 15,-2-6 0-15,-2-6-3 16,2-7 6-16,2-4-3 16,4-6 0-16,2-5 2 15,4-2 2-15,6-7-4 0,5-5-1 16,4-1 0-16,7-2-1 16,0 2 1-16,5 7 0 15,-2 6-1-15,0 0 1 16,-3 13 0-16,-4 7 0 15,-5 4 0-15,-6 5 0 0,-7 2 0 16,-3 3 1-16,-9-2 2 16,-6 1 3-16,-4 0 11 15,-2-1-5-15,-2-3-8 16,-3-1-2-16,2-4-1 16,1-5-1-16,0-6 1 0,5-7-2 15,2-6-2-15,4-11-47 16,7-16-82-16,3-10-156 15</inkml:trace>
  <inkml:trace contextRef="#ctx0" brushRef="#br0" timeOffset="-129449.4">4015 7178 468 0,'0'0'33'0,"-28"0"-25"16,13 13 11-16,2 8-13 15,5 9-1-15,3 4 1 16,3 5 3-16,2 1 2 0,2 0-2 16,9-1-2-16,6-2-4 15,5-4 2-15,4-3 3 16,1-9-2-16,4-7-5 15,-1-11-1-15,-3-4-2 16,1-18 0-16,-6-7-8 16,-4-8-22-16,-5-4-5 0,-4-2-3 15,-6 2 14-15,-3 5 22 16,0 6 5-16,-6 8 13 16,-3 8 31-16,-1 8-2 15,2 3-13-15,0 3-12 16,4 8-7-16,1 3-3 0,3 4-2 15,0 2 1-15,2 0 0 16,8 0-4-16,1 0 3 16,2-5-3-16,5-2-1 15,0-6-1-15,4-4-1 16,-4-3 2-16,3-1 0 0,-4-12-2 16,-1-3 0-16,-4-4-2 15,-4-3-2-15,-5-2-6 16,-3 0 3-16,0 2 3 15,-8 3 2-15,-2 5 3 16,-7 3 0-16,0 5-2 16,-3 5 0-16,0 2 2 0,-3 0-2 15,3 4 1-15,-1 1-1 16,4 0 1-16,4-2 0 16,3-2 1-16,3-1-1 15,6 0 2-15,1-5 0 0,5-6-1 16,7-1-2-16,4-4 1 15,4-1 0-15,3 2 0 16,0 4-1-16,0 2 1 16,0 6 0-16,-1 3-2 15,0 1 2-15,0 8 2 16,-3 6-1-16,-1 0-2 0,-1 2 2 16,-4 0-1-16,-1-3 0 15,-2-1 0-15,-2-3 0 16,-1-4 1-16,-4-1-1 15,-1-3 0-15,-2-2 0 16,0 0 4-16,0-9 3 0,-2-5-1 16,-6-6-3-16,1-6 1 15,-1-5 0-15,1-2 4 16,2-1-7-16,4 4-1 16,1 4 1-16,0 8-2 0,3 6 1 15,5 8-1-15,4 4-1 16,1 1 0-16,0 12 3 15,3 2-1-15,-1 3 2 16,-2 0-2-16,1-1 0 16,-1-3 0-16,-2-3 1 0,0-2-1 15,-1-3 0-15,0-4 0 16,-3-2-1-16,0 0 1 16,-1-9 0-16,-1-8 0 15,0-4 1-15,0-7-1 16,0 0-1-16,0-2 1 15,0 5 0-15,1 4 0 0,1 4 1 16,0 8-3-16,2 7 2 16,-1 2-1-16,-1 5 0 15,-1 9 0-15,0 5 1 16,-5 2-1-16,-1 1-7 16,0 1-13-16,0-3-3 0,0-5-36 15,0-6-8-15,0-5-48 16,-3-4-69-16</inkml:trace>
  <inkml:trace contextRef="#ctx0" brushRef="#br0" timeOffset="-128966.89">4663 6626 417 0,'0'0'154'0,"0"0"-150"0,1 10-6 0,12 8 3 15,1 7 2-15,5 4 0 16,1 1 1-16,-1 2 1 16,-1-1 1-16,0-3-3 15,-1-1-1-15,-4-5-2 16,-1-5 1-16,-5-4-1 16,-2-3 1-16,-2-5-1 0,-3-5 1 15,0 0 2-15,0-3 2 16,0-9-2-16,-3-3 0 15,1-4-2-15,2-1 0 16,0 0-1-16,0 2 0 16,4 5 0-16,6 4 1 0,2 4-2 15,-1 5-2-15,4 0 3 16,-1 5 1-16,1 5-1 16,-2 3 1-16,-2 0-1 15,0-1 1-15,-3 0-1 16,-1-4 0-16,-4-3 0 0,1-2 0 15,-4-2-1-15,0-1 2 16,0-4 1-16,0-7-2 16,-5-6-1-16,-2-5 0 15,4-6 0-15,-1-2 0 0,4-4-2 16,2 1-28-16,8 1-11 16,5 4-19-16,2 2-18 15,1 5-68-15</inkml:trace>
  <inkml:trace contextRef="#ctx0" brushRef="#br0" timeOffset="-128419.58">5125 6536 490 0,'0'0'48'0,"0"0"9"0,-31 12-32 16,21-3 2-16,-1 0-16 0,5 3-1 15,2-1-4-15,3 1-3 16,1 0-1-16,0-2-1 15,8-1-1-15,2-2 0 16,1-1 0-16,2-6 0 16,1 0 0-16,-1 0-1 15,-2-11-1-15,-2-3-5 0,-3-3-3 16,0-1 4-16,-5-3 3 16,-1 2 2-16,0 4 2 15,0 2 0-15,0 6 5 16,0 4 6-16,-1 3-5 15,1 3-6-15,0 7 0 0,1 0 0 16,4 4 1-16,2 0-3 16,1-1 1-16,4-3 1 15,0-2 0-15,0-3-1 16,3-3 1-16,-1-2-1 16,2-2 0-16,-1-8 0 0,-3-6 1 15,-1-2-5-15,-3-4 1 16,-2-2 2-16,-5-1 0 15,-1 3 0-15,0 3 1 16,0 2 0-16,-3 7 2 16,1 3 2-16,0 4 8 15,2 3-5-15,0 0-4 0,0 2-3 16,6 6 1-16,2 2-2 16,2 2 1-16,2-1 0 15,1 1 0-15,-1-1 0 16,1-2-1-16,-3-2 0 15,1-1-31-15,-3-3-48 0,-4-3-65 16,-5-2-123-16</inkml:trace>
  <inkml:trace contextRef="#ctx0" brushRef="#br0" timeOffset="-128268.58">5169 6272 552 0,'0'0'2'0,"-30"-14"10"0,25 9-5 16,5 1-7-16,0 4-2 16,10-1-59-16,2 0-13 0,3-1-79 15</inkml:trace>
  <inkml:trace contextRef="#ctx0" brushRef="#br0" timeOffset="-127853.08">5431 6304 450 0,'0'0'109'16,"0"0"-104"-16,0 0-7 15,0 0 1-15,27 18 2 16,-19-12 0-16,-4-1 0 0,0 1-1 16,-1 0 0-16,1-1 1 15,-1 2-1-15,-1-1 1 16,-2-2-1-16,0-1 0 15,0 0 0-15,0 0 1 16,0-3 0-16,-5 1 0 16,0-1-2-16,-1 0 1 0,0-1-2 15,2-6 2-15,1-2 0 16,2-1 1-16,1-3 2 16,0 1 0-16,0-1 3 15,1 3 2-15,5 0-1 0,-1 4-2 16,4 1-1-16,0 2-4 15,1 3 0-15,3 1 1 16,-1 1-2-16,2 6 2 16,-1 2 1-16,0 0-2 15,1 0 0-15,-2-1-19 0,-2-2-65 16,-3-5-38-16,-3-2-104 16</inkml:trace>
  <inkml:trace contextRef="#ctx0" brushRef="#br0" timeOffset="-127478.64">5516 5978 367 0,'0'0'159'0,"0"0"-99"16,0 0-25-16,0 0-29 16,0 0-6-16,0 0 2 0,19 38 1 15,4-13 2-15,4 0 0 16,1 0 1-16,2 0-4 15,-1-1 1-15,-3-1-3 16,-5-3 1-16,-4-6-1 16,-4-3 0-16,-1-6 0 0,-6-5 2 15,0-3 2 1,-3-9-1-16,-2-6 0 0,1-4-3 16,2-2 1-16,0 0-1 15,2 1-1-15,4 5 1 16,2 6 0-16,1 4 0 15,1 5-1-15,0 3 1 0,0 6 0 16,0 3 0-16,-4 6 0 16,-4-1 0-16,-2 3-3 15,-4-2-34-15,0 1-38 16,-7-2-45-16,-8-4-168 16</inkml:trace>
  <inkml:trace contextRef="#ctx0" brushRef="#br0" timeOffset="-127309.29">5649 6054 601 0,'0'0'6'0,"-10"-31"44"16,10 13-35-16,3-2-12 16,9-5-3-16,6-3 0 15,1-4 1-15,1-2-3 16,-2-4-70-16,-5-2-103 15</inkml:trace>
  <inkml:trace contextRef="#ctx0" brushRef="#br0" timeOffset="-126280.93">3347 3785 186 0,'0'0'-4'0,"0"0"14"15,0 0 4-15,0 0-5 16,0 0 14-16,0 0 9 16,0 0 1-16,0 0 21 15,0 0-3-15,0-5-10 16,-3 1-10-16,-1 0-11 15,1-3-2-15,0-3-3 0,1-3-4 16,0-3-5-16,2-6 0 16,2-4-1-16,6-2-3 15,5-1 0-15,3 3-1 16,2 4-1-16,3 8 0 0,2 6 0 16,0 8-1-16,1 4 0 15,1 16 0-15,-2 11 1 16,-1 8-1-16,-5 5 1 15,-4 6 0-15,-4 1 0 16,-8 3-1-16,-1-6-2 16,-1-3 4-16,-9-5 1 0,0-6-2 15,-2-7 0-15,2-9 0 16,4-5 1-16,3-8-1 16,3-2 0-16,6-3 0 15,11-10 0-15,11-11 0 16,7-9 2-16,10-8-1 0,7-8-1 15,5-2 1-15,-1 2-1 16,-3 4-5-16,-7 3-102 16,-8 3-142-16</inkml:trace>
  <inkml:trace contextRef="#ctx0" brushRef="#br0" timeOffset="-125184.9">4106 3189 398 0,'0'0'166'15,"-29"-8"-159"-15,13 8 4 0,3 16-11 16,3 9-1-16,3 9 1 15,2 7 2-15,2 3 0 16,3 2 0-16,5-1 0 16,8-3 1-16,4-3-1 15,6-7-2-15,6-8 0 0,0-8 0 16,2-11-2-16,1-5 0 16,-3-12-2-16,-3-10-2 15,-4-4-2-15,-5-4 1 16,-4 3 4-16,-6 2 2 15,-4 8 1-15,-1 4 2 16,-2 5 5-16,0 3 21 0,0 5-14 16,0 0-10-16,0 0-4 15,0 5-2-15,-2 3 2 16,2 2 0-16,-1 0 0 16,1 2 0-16,0-1 0 0,3 0 0 15,5-3 0-15,1-1-1 16,1-3 1-16,2-3 0 15,-1-1 0-15,2-2 0 16,-3-9 0-16,-1-3 0 16,-4-3 0-16,-2-6-1 15,-3 3-1-15,-1-1 0 0,-9 1 0 16,-3 5 2-16,-4 3-1 16,-4 5 0-16,0 4 0 15,-2 3-1-15,-1 0 1 16,2 4 1-16,2 4-1 0,3-3 1 15,4-2-1-15,6-1 2 16,2-2 1-16,5 0 0 16,0-7-1-16,11-4 0 15,6-4-2-15,7-5 1 16,4 0-1-16,6-1 1 16,1 5-1-16,2 5 1 0,-2 5 0 15,-1 6-2-15,-4 0 2 16,-4 13-1-16,-5 0 1 15,-4 4 0-15,-4-1 0 16,-3 0 0-16,-5-1 0 16,0-3 0-16,-1-2 1 15,-4-4-1-15,0-2 0 0,0-4 3 16,0 0 3-16,0-10 3 16,-6-5-2-16,2-5-5 15,0-6 0-15,2 0 0 16,1-1-1-16,1-1-1 0,0 6 0 15,1 4 1-15,6 6-1 16,3 6-1-16,0 6-2 16,5 0 2-16,1 10 0 15,0 2 1-15,1 4 0 16,-1-3 0-16,-2 0 0 0,1-3 0 16,-1-1 0-16,1-5 0 15,-4-4 0-15,2 0 0 16,1-6 0-16,1-9 1 15,-2-6 0-15,1-6-2 16,-1-2 2-16,1 1-1 0,-4 3 1 16,-3 5-1-16,0 7 1 15,-1 9-1-15,-2 4-1 16,0 9-1-16,-2 9 1 16,2 6 1-16,-4 6 0 15,0 0-2-15,-4 0-5 0,-2 0-43 16,-1-7 8-16,-2-7-60 15,3-11-72-15</inkml:trace>
  <inkml:trace contextRef="#ctx0" brushRef="#br0" timeOffset="-124714.52">4839 2779 462 0,'0'-10'34'0,"0"7"-20"15,3 3-5-15,4 17-10 16,4 7 2-16,-1 8 1 0,4 4 0 16,0 3 0-16,-1 1 2 15,1-4-2-15,-1-1-1 16,-2-5 1-16,-2-5-1 16,-2-7 0-16,-2-8-1 15,-2-5 0-15,-3-5 3 0,0-5 27 16,0-10 12-16,0-6-39 15,0-4-2-15,-2-2-2 16,6 1 1-16,-1 4-2 16,2 4 2-16,2 5 0 15,0 8-1-15,-1 5 0 0,2 1-5 16,1 9 4-16,1 5 1 16,0 2 2-16,-1 3-1 15,-2-2 1-15,-1-1-1 16,-2-3 0-16,0-4 0 15,-4-3 0-15,0-4 0 0,2-3 0 16,-2 0 2-16,0-7 3 16,0-9-4-16,0-6-1 15,1-6-1-15,5-5-1 16,1-1 0-16,6-3-3 16,3 3-31-16,5 2-9 15,0 4-46-15,-1 2-77 0</inkml:trace>
  <inkml:trace contextRef="#ctx0" brushRef="#br0" timeOffset="-124188.39">5249 2761 456 0,'0'0'19'0,"-27"16"19"16,13-5-23-16,2 5-12 15,2 2-1-15,1 0 0 16,1 2-1-16,3-3 1 0,4-1-1 15,1-1 0-15,0-1-1 16,1-3 0-16,6-3 0 16,1-6 0-16,2-2-1 15,4-8 2-15,-2-9 0 16,1-5 0-16,0-4-1 16,-2-1-1-16,-2 3 0 0,-2 2 1 15,-4 6 0-15,-2 6 2 16,0 5 8-16,1 5 4 15,0 2-16-15,-1 9 1 16,3 2 2-16,2 2 1 16,1 3 1-16,-1-3-1 0,3 0 1 15,-1-3-1-15,3-3-1 16,-1-2 0-16,1-7-1 16,1 0 2-16,-1-8-2 15,2-7 2-15,0-7-1 16,-1-5 0-16,-2-2-1 0,-2 1-1 15,0 3 1-15,-3 4 1 16,-1 6 0-16,-3 5 21 16,0 5 3-16,0 4-16 15,1 1-8-15,1 1-2 16,0 6 1-16,3 3 1 0,0 3 0 16,2 2-1-16,2 0 0 15,-1 2 1-15,1-1-15 16,-3-3-64-16,-4-6-51 15,-3-7-131-15</inkml:trace>
  <inkml:trace contextRef="#ctx0" brushRef="#br0" timeOffset="-124045.24">5320 2536 579 0,'0'0'1'0,"-29"-40"3"0,25 28-1 16,4 7-4-16,0 5-33 15,5 0-73-15,4 9-5 16,1 1-8-16</inkml:trace>
  <inkml:trace contextRef="#ctx0" brushRef="#br0" timeOffset="-123700.58">5468 2650 302 0,'0'0'50'16,"0"0"-15"-16,40 22-13 15,-23-12-18-15,-4 1-1 0,-3 2-2 16,-3 1 0-16,-4 0 1 16,-3 0 1-16,0-1-1 15,-2-3 0-15,-3-1 0 16,0-5 0-16,-2-4 1 16,3 0 2-16,0-13 13 15,1-4 0-15,1-6-11 16,2-2-5-16,0-1-1 0,4 1-1 15,4 4 0-15,-1 5 0 16,1 5 1-16,2 6 8 16,2 5-6-16,1 0-2 15,0 7-2-15,1 8 1 0,0 0 0 16,-4 3 0-16,1-3 0 16,-2 1-3-16,-4-7-49 15,1-6-42-15,-3-3-105 16</inkml:trace>
  <inkml:trace contextRef="#ctx0" brushRef="#br0" timeOffset="-123325.25">5647 2297 510 0,'0'0'9'0,"0"0"-3"15,0 0-14-15,0 0 6 16,9 44 1-16,2-14 3 15,1 3 2-15,0 3-1 16,1 1 2-16,-2-2-1 16,1-4 0-16,-1-3-3 15,-3-8 1-15,0-5-1 0,-2-8-1 16,-2-7 2-16,3 0 17 16,2-12 42-16,2-8-46 15,4-1-12-15,1-3-3 16,0 3-1-16,-4 3 1 15,0 6-1-15,-1 7 2 0,1 5-3 16,-3 4 0-16,1 9 1 16,0 5 0-16,-2 5 0 15,-5 2 0-15,-3 0 1 16,0 1-2-16,-3-1-26 0,-8-5-48 16,-2-7-33-16,-4-5-121 15</inkml:trace>
  <inkml:trace contextRef="#ctx0" brushRef="#br0" timeOffset="-123169.6">5721 2480 575 0,'0'0'9'16,"-13"-35"55"-16,13 21-31 16,0 2-28-16,6 0-5 15,6 1-1-15,6-2-1 16,2-1-37-16,-1-7-60 0,-1-5-144 15</inkml:trace>
  <inkml:trace contextRef="#ctx0" brushRef="#br0" timeOffset="-122205.37">6328 2092 396 0,'0'0'4'0,"0"0"0"0,0 0 5 16,-27-33-1-16,23 25-2 15,1-2-2-15,1-2 11 0,2 1 7 16,0-1-14-16,1 0 5 15,7 1-6-15,3 1 0 16,5 4-6-16,2 1-1 16,2 4-1-16,5 1 2 15,-1 7-2-15,0 6 1 0,0 6 0 16,0 5 0-16,-4 4 0 16,-2 2 0-16,-1 3 1 15,-2-4-1-15,-5-2 2 16,-1-7-2-16,-3-5 0 15,-4-8 1-15,0-3 2 16,-2-4 32-16,0 0 43 0,-7-8-29 16,0-8-41-16,-4-6-5 15,1-9 3-15,0-4-2 16,1-5-2-16,2-4-1 16,0 4 0-16,3 4-1 0,1 8 0 15,2 7 0-15,1 9 1 16,0 7-1-16,2 5-2 15,8 6-4-15,3 7 4 16,5 4 3-16,1 5-2 16,3 2 2-16,3 1-2 15,1 1 2-15,2 0-1 0,-1-1-1 16,-1 1-10-16,0-5-72 16,-6-3-45-16,-5-8-136 15</inkml:trace>
  <inkml:trace contextRef="#ctx0" brushRef="#br0" timeOffset="-122003.77">6844 1950 622 0,'0'0'-2'0,"0"0"35"0,-9-34-8 15,11 20-17-15,8-1-6 16,5-1-1-16,4-4-1 15,6-1 0-15,0-1 0 16,3-1 0-16,3 0-9 16,-3-4-56-16,-1-4-73 15,-2-4-173-15</inkml:trace>
  <inkml:trace contextRef="#ctx0" brushRef="#br0" timeOffset="-121698.59">7222 1458 577 0,'0'0'2'0,"0"0"3"16,6-30 14-16,-2 25-12 15,2 4-4-15,-1 1-5 16,1 1 1-16,1 9 0 0,0 3 1 16,0 7-1-16,-2 4 2 15,1 5-1-15,1-1-1 16,-1 5 1-16,0-2-2 15,-2-4 1-15,2-4-1 16,-1-6 1-16,-2-4 0 0,0-5 1 16,1-5 0-16,-1-3 3 15,4 0 1-15,4-3 5 16,8-9 9-16,8-4 0 16,10-6-11-16,10-2-7 15,3-1 0-15,-3 2 1 0,-6-1-68 16,-10 1-326-16</inkml:trace>
  <inkml:trace contextRef="#ctx0" brushRef="#br0" timeOffset="-120826.33">6936 1504 339 0,'0'0'14'0,"0"0"19"15,0 0 19-15,2-35-28 16,9 19-18-16,3-2-1 0,7-2-2 16,5-2-2-16,1-1-1 15,4 3 0-15,0-1-4 16,-3 0-138-16</inkml:trace>
  <inkml:trace contextRef="#ctx0" brushRef="#br0" timeOffset="-119131.46">7149 3856 146 0,'0'0'21'16,"0"0"26"-16,0 0-4 0,0 0-3 15,0 0 9-15,0 0 11 16,0 0-12-16,0 0-16 15,0 0-6-15,-28-39-9 16,24 28-6-16,1-4-6 16,-1 0-2-16,1-4 0 15,1 1-1-15,2-2 0 0,0 2 1 16,3 3-2-16,4 2-1 16,6 5 2-16,3 8-4 15,6 2 1-15,1 14 1 16,4 6-2-16,3 8 2 15,1 3 0-15,-3 4 0 0,0-1-1 16,-5-2 4-16,-4-5-5 16,-4-3 2-16,-4-7 2 15,-5-6-2-15,-4-4 1 16,0-4-1-16,-2-3 3 16,-2-2 4-16,-5-2 52 0,-3-9-38 15,-2-7-14-15,-3-7-1 16,-1-7-5-16,0-4 1 15,0-2-3-15,3 2 1 16,2 1 1-16,1 6-1 16,4 6 1-16,2 7 1 15,1 6 0-15,3 6 3 0,0 4-5 16,7 0-4-16,1 3 3 16,5 5 2-16,2 4-1 15,-1 0 1-15,2 1-1 16,-2 1 1-16,4 0-2 0,1 1 1 15,-1-1 0-15,4 0-20 16,1 1-32-16,-3-2-27 16,-1 2-31-16,-4-4-63 15</inkml:trace>
  <inkml:trace contextRef="#ctx0" brushRef="#br0" timeOffset="-118897.55">7628 3719 469 0,'0'0'3'0,"2"-31"48"0,1 14 1 16,6 0-22-16,2 2-20 16,3-1-3-16,2 0-2 15,5 1-2-15,-1 4-1 16,0 0-2-16,2 1 1 0,1 2-1 15,-1-2-1-15,0 2-40 16,-3-5-73-16,-6-4-92 16</inkml:trace>
  <inkml:trace contextRef="#ctx0" brushRef="#br0" timeOffset="-118513.65">7913 3326 515 0,'0'0'5'0,"4"-27"10"16,0 16 13-16,3 1-12 0,4 3-10 15,-1 3-3-15,0 3-1 16,0 1-1-16,1 0-1 16,1 7 1-16,-2 3-1 15,0 3 0-15,-1 2 0 0,-5 3 0 16,2 0-1-16,-5-2 1 15,1 0-1-15,-2-3 1 16,0-3 0-16,1-1-1 16,1-3-1-16,3-2 3 15,2 0-2-15,7-4 1 16,2 2 1-16,5-2-1 0,4 2 0 16,-1 1 1-16,-1 2-1 15,-2 4-1-15,-4 1 2 16,-7 3-1-16,-7 2 0 15,-3 2 2-15,-6 1-1 16,-11 4 3-16,-10-1 1 0,-6 4-2 16,-4-1-4-16,-3-5-6 15,-2-10-120-15</inkml:trace>
  <inkml:trace contextRef="#ctx0" brushRef="#br0" timeOffset="-107422.48">2249 1878 104 0,'0'0'42'0,"0"0"-30"16,0 0-5-16,0 0 13 16,35-12 8-16,-24 8-6 0,-1 1-4 15,-2 0-7-15,2 1-7 16,-2 1-2-16,0 1-2 15,-2 0 1-15,-1 0-5 16,-4 0-68-16</inkml:trace>
  <inkml:trace contextRef="#ctx0" brushRef="#br0" timeOffset="-107042.23">2181 2041 214 0,'0'0'47'0,"0"0"7"16,0 0-5-16,0 0 14 15,0 0-36-15,0 0 1 16,36-20-1-16,-17 12-10 16,2-1-8-16,1 0-4 15,0 2-4-15,0 2-1 16,-3-1 1-16,-1 2-2 0,-3-1-11 15,-3 1-36-15,-4-2-68 16,-3-2-31-16</inkml:trace>
  <inkml:trace contextRef="#ctx0" brushRef="#br0" timeOffset="-106731.2">2170 1841 240 0,'0'0'54'16,"0"0"1"-16,0 0-18 16,0 0-19-16,0 0-12 15,35-15-3-15,-13 10-2 0,4-3 0 16,2 3-1-16,-1-3-9 16,-2-2-145-16</inkml:trace>
  <inkml:trace contextRef="#ctx0" brushRef="#br0" timeOffset="-105672.77">2261 4292 289 0,'0'0'33'16,"0"0"35"-16,0 0-21 0,0 0-14 16,0 0-12-16,0 0 2 15,0 0-2-15,0 0-14 16,0 0-4-16,0 0 2 16,3-30-2-16,14 26 0 0,3 2-1 15,0-2-1-15,-2 3-1 16,0 1-4-16,-2 0-20 15,-4 0-43-15,-4 0-55 16,-6 3-36-16</inkml:trace>
  <inkml:trace contextRef="#ctx0" brushRef="#br0" timeOffset="-105472.43">2211 4432 392 0,'0'0'56'0,"0"0"-61"16,38-5 14-16,-14-1 9 16,8-5 0-16,1 1-10 15,2-1-6-15,-1 2-2 16,-5-1-2-16,-5-2-135 0</inkml:trace>
  <inkml:trace contextRef="#ctx0" brushRef="#br0" timeOffset="-104772.9">2657 6132 436 0,'0'0'47'15,"0"0"-11"-15,0 0-18 16,0 0-13-16,0 0 1 16,0 0-1-16,0 0-2 15,18-31 2-15,-2 22 1 0,5-2-3 16,-1 0-2-16,1 0 0 15,0 3-12-15,-3 0-55 16,-4 3-42-16,-6 0-66 16</inkml:trace>
  <inkml:trace contextRef="#ctx0" brushRef="#br0" timeOffset="-104583.92">2722 6276 317 0,'0'0'141'16,"0"0"-131"-16,0 0-9 15,31-1 13-15,-7-12 3 16,4-5-1-16,6-3-11 16,0-9-4-16,-4-3-116 15</inkml:trace>
  <inkml:trace contextRef="#ctx0" brushRef="#br0" timeOffset="-76290.5">1001 3290 87 0,'0'0'150'16,"0"0"-146"-16,3-34 9 15,-2 26 22-15,2 2-23 0,3 0-11 16,4 0-1-16,5-2 0 16,5 0 0-16,7-4 1 15,8-1 0-15,7-4 0 16,10-3-1-16,8-2 1 15,9 0 1-15,9 0-2 16,7-1 2-16,2 2-1 0,0-1-1 16,3 1 1-16,-1-2 2 15,-3-1 0-15,-3 0 6 16,-2-2 0-16,-4 2-1 16,-8 1-5-16,-9 3-2 15,-6 4 0-15,-9 3-1 0,-7 6 0 16,-3 5 0-16,-9 2-1 15,-3 0-13-15,-9 0-79 16</inkml:trace>
  <inkml:trace contextRef="#ctx0" brushRef="#br0" timeOffset="-70616.1">2660 1489 48 0,'0'0'134'0,"0"0"-103"0,0 0-15 15,0 0 8-15,-34-16 4 16,27 12-7-16,0 1-13 16,1 1-1-16,-1 0 2 15,1 1-2-15,-1 1-1 0,0 0 1 16,1 0 1-16,-1 3-1 16,1 4-4-16,-3 2-2 15,2 2 3-15,-1 2 1 16,1 0-1-16,0 2-1 15,3 0 0-15,0 2-3 0,2-1 1 16,1 2 0-16,1-3 2 16,0 2 1-16,1-2 6 15,6 0 7-15,2-1-4 16,2 0-4-16,3-3-4 16,0 1-1-16,3-3-1 0,0-2 0 15,4-5 2-15,-2 1-2 16,2 0 2-16,1-3-2 15,-1 0-3-15,1-3 7 16,-3-4 10-16,-1-3-2 16,-1-1-9-16,-4 0 1 0,-2-3 1 15,-4 1-1-15,0-4 3 16,-5-1 7-16,-1-2 0 16,-1-3-5-16,-3-3-6 15,-4-2-2-15,-6-2-1 16,-1 0-1-16,-2 1-1 15,-1 1-3-15,-2 4 3 0,1 3-2 16,3 8-2-16,-1 6 0 16,-1 7-3-16,0 8-16 15,-2 7-66-15,1 1-142 16</inkml:trace>
  <inkml:trace contextRef="#ctx0" brushRef="#br0" timeOffset="-69091.51">2742 4054 177 0,'0'0'171'15,"-30"-6"-168"-15,15 1 3 16,-1 1 11-16,5 1-1 15,-1 1 0-15,2 1 2 0,1 1-3 16,1 0-4-16,3 0-6 16,1 0-3-16,0 0-2 15,2 0 0-15,1 5-1 16,1 1 0-16,0 2 0 16,0 3 0-16,0 2 2 15,1 3-1-15,2 4 0 0,3 0 1 16,-2 4 0-16,3 1 1 15,2-2 2-15,3 1-3 16,1-3-1-16,4-5 3 16,1-2 1-16,4-4 1 0,1-5 1 15,2-5-1-15,-1 0 0 16,-1-8-1-16,-1-6-4 16,-3-5 3-16,-4-3 0 15,-2-4-1-15,-5-1 1 16,-2-3-1-16,-5 1 0 0,-1 0 0 15,0 1 5-15,-8 1-2 16,-2 5 4-16,-4 2 2 16,1 5 0-16,-2 5-4 15,-2 2-4-15,0 6-2 16,-1 2-1-16,-1 4 0 16,1 7-17-16,0 4-49 0,1-4-56 15,2-3-148-15</inkml:trace>
  <inkml:trace contextRef="#ctx0" brushRef="#br0" timeOffset="-68146.61">3118 5826 160 0,'0'0'264'16,"0"0"-241"-16,-17-28-16 0,10 21-5 15,2 1 14-15,0 4 1 16,2-1-6-16,1 3 1 15,0-1-6-15,2 1-5 16,0 1-2-16,0 9 1 16,5 5 3-16,5 5-4 0,2 4 1 15,2 3 3-15,2-1-1 16,3 1-2-16,-1-4 0 16,4-3 1-16,0-4-1 15,1-8 2-15,-1-3-2 16,0-5 0-16,-2-5 2 15,0-8 1-15,-5-6 0 0,-2-5-1 16,-3-5-1-16,-3 0 0 16,-5-2 0-16,-2-2-1 15,-6 5 1-15,-4 2 0 16,-6 6 9-16,-6 8 16 16,-3 5-7-16,-3 7-9 0,-6 6-6 15,-1 12-3-15,-2 5-2 16,0 4-2-16,6 0-1 15,5 0-23-15,4-6-40 16,7-9-97-16,2-11-173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09:12.923"/>
    </inkml:context>
    <inkml:brush xml:id="br0">
      <inkml:brushProperty name="width" value="0.05292" units="cm"/>
      <inkml:brushProperty name="height" value="0.05292" units="cm"/>
      <inkml:brushProperty name="color" value="#FF0000"/>
    </inkml:brush>
  </inkml:definitions>
  <inkml:trace contextRef="#ctx0" brushRef="#br0">6479 3111 47 0,'0'0'45'0,"0"0"-20"0,0 0 11 15,0 0 53-15,0 0-10 16,0 0-11-16,0 0-25 16,0 0-20-16,0 0 3 0,29-16 2 15,-17 10-12-15,5 2-2 16,2 0-9-16,1 3-3 15,1 1 0-15,0 0 0 16,-1 0 2-16,-3 5-4 16,-2 3-14-16,-4 1-33 15,-4 0-46-15,-7 1-109 0</inkml:trace>
  <inkml:trace contextRef="#ctx0" brushRef="#br0" timeOffset="177.76">6510 3261 334 0,'0'0'2'0,"30"2"-1"15,-4-2 4-15,7 0 0 16,7 0 3-16,5-3-6 16,4-2 1-16,0-5-29 0,-4 1-209 15</inkml:trace>
  <inkml:trace contextRef="#ctx0" brushRef="#br0" timeOffset="564.24">7251 2768 427 0,'0'0'2'15,"0"0"13"-15,0 0-26 16,2 49 14-16,4-11 11 16,-1 7 13-16,-1 8-15 0,-1 1-4 15,-1 2-4-15,-2-3 2 16,1-5-2-16,0-7 0 16,-1-7-5-16,0-8-10 15,-2-7-9-15,-7-5-46 16,-3-8-42-16,-1-6-109 0</inkml:trace>
  <inkml:trace contextRef="#ctx0" brushRef="#br0" timeOffset="3233.3">7803 2989 380 0,'3'-9'0'16,"0"5"-3"-16,4 3-44 16,-2 1-96-16</inkml:trace>
  <inkml:trace contextRef="#ctx0" brushRef="#br0" timeOffset="5039.89">7089 2754 319 0,'0'0'7'0,"0"0"7"16,0 0 22-16,-12-31-9 0,12 21-20 16,0-1-1-16,5-1 2 15,5-3 0-15,2-1-3 16,3-1 6-16,5-1 1 15,7 1-7-15,3-2-1 16,3 2 3-16,1 2-1 16,0 5-2-16,-3 5 0 15,-3 5-4-15,-2 2-3 0,-6 11 2 16,-5 6 2-16,-3 4 0 16,-4 3 3-16,-8 2-1 15,0 2 0-15,-9 0-1 16,-5-1 1-16,-8-1 0 0,-3 0-2 15,-3-3-2-15,-6 0-7 16,0-2-2-16,1 0-1 16,3-3 8-16,3-5 3 15,8-2-1-15,6-3 3 16,4-5-2-16,8-2-1 0,1-1-3 16,0-2-3-16,10 0 6 15,5 0 3-15,2-3 0 16,5 1 1-16,1 2 0 15,0 2-1-15,1 9 2 16,-4 8-4-16,0 5 4 16,-1 7-1-16,-4 3-1 0,0 2 0 15,-4-3 0-15,-2-2 0 16,-1-7 0-16,-1-6-4 16,-2-7-10-16,-2-8-51 15,-1-3-93-15</inkml:trace>
  <inkml:trace contextRef="#ctx0" brushRef="#br0" timeOffset="5929.91">7543 3190 372 0,'0'0'15'0,"0"0"-10"0,0 0 5 16,0 0 4-16,28-34 6 15,-19 21-12-15,-1-1 2 16,-1-3 5-16,1 0-4 16,-3 2-2-16,-2-1-3 15,-1 2-5-15,-2 1 1 0,0 3 3 16,-9 2 5-16,-1 1-1 15,-3 5 2-15,0 2-6 16,0 0-1-16,1 7-2 16,4 6 0-16,1 4-2 0,4 6-1 15,3 1 1-15,0 4 1 16,1-1-1-16,9 1 0 16,2-3 0-16,1-5-1 15,3-3 3-15,-2-5-3 16,3-8-2-16,-1-4 2 15,2 0 2-15,-1-13 3 0,-1-7 0 16,-1-3 1-16,2-7 1 16,-2-3-5-16,0-4 0 15,-4 3-2-15,0 2 2 16,-1 6-1-16,-3 8 0 0,-3 6 2 16,2 8 5-16,-3 4-5 15,2 3-7-15,1 10 3 16,2 4 0-16,0 5 2 15,1 4 2-15,-2 1-1 16,2 0 0-16,-2-2 0 0,0-3-1 16,-1-5 0-16,-2 0 0 15,-1-6 0-15,-1-1 1 16,-2-2-1-16,0-1 0 16,0 1-2-16,-4-2 0 15,-4 0 1-15,-1-1 0 16,-4-2 1-16,-2-1 2 0,0 1-1 15,-1-3 1-15,3 0-2 16,0 0-1-16,3 0 4 16,4-5 0-16,4 0 1 15,2-1 1-15,0-2-1 16,8-1-4-16,7-1 0 0,6-3 2 16,3 1 1-16,3 1-2 15,2-1 0-15,-5 4 1 16,0 1 2-16,-3 3-2 15,-5 2 0-15,-1 2-1 16,-5 0-1-16,0 3-1 0,-4 3 1 16,2 0-1-16,-6 2 1 15,1 0 0-15,-1 2 1 16,-2 0-16-16,0 0-35 16,-3-2-59-16,-3-1-115 15</inkml:trace>
  <inkml:trace contextRef="#ctx0" brushRef="#br0" timeOffset="6100.94">7970 2941 483 0,'0'0'6'15,"0"0"-5"-15,0 0-5 16,0 0-10-16,0 0-33 15,34-15-56-15,-26 20-71 0</inkml:trace>
  <inkml:trace contextRef="#ctx0" brushRef="#br0" timeOffset="6578.25">8294 3053 450 0,'0'0'7'0,"-35"0"23"15,15 0-3-15,-2 2-4 0,2 8-6 16,-1 0-6-16,7 3-6 16,1 3-3-16,6 1-1 15,4-2-1-15,3 0 0 16,1-2-1-16,9-2-2 15,5-3-1-15,1-4 2 0,4-4 1 16,0 0 0-16,-1-6-6 16,1-9-3-16,-1-9 6 15,-4-7 9-15,0-8-5 16,-3-6 1-16,-4-5-3 16,-2-3-18-16,-6-1 8 0,0 6 12 15,-1 5 3-15,-8 8 1 16,0 9 14-16,2 8 6 15,-1 11-3-15,1 7-6 16,2 17-13-16,1 11-3 16,2 11 1-16,2 9 0 15,0 6 1-15,7 1 0 0,5-2 0 16,1-5 0-16,3-5-1 16,-2-8 0-16,0-7 1 15,0-8-3-15,-3-7-25 16,2-8-43-16,-2-5-8 0,2-6-16 15,-1-11-77-15</inkml:trace>
  <inkml:trace contextRef="#ctx0" brushRef="#br0" timeOffset="6888.68">8459 3089 108 0,'0'0'100'0,"6"-32"-1"15,-6 23-23-15,0 6 3 16,0 3-23-16,0 0-42 16,1 8-12-16,1 2 10 0,2 4 17 15,0 1-16-15,0 1-6 16,3-1-4-16,-1 0-1 15,2-4-1-15,1-1 0 16,-1-2 1-16,2-3-2 16,2-5 1-16,-2 0 0 0,3-5-2 15,-2-7 2-15,2-6-1 16,-3-3 1-16,-1 1-1 16,-3 0 1-16,-3 2-1 15,0 7 1-15,-2 4-1 16,-1 4 2-16,0 3 0 0,0 0-11 15,0 6 6-15,3 4 3 16,-1 2 0-16,3 1 0 16,1 2-1-16,3-2-30 15,-1-5-68-15,3-1-115 0</inkml:trace>
  <inkml:trace contextRef="#ctx0" brushRef="#br0" timeOffset="7530.97">8856 3035 432 0,'0'0'7'0,"0"0"22"0,-41-11-5 16,26 11-5-16,0 0-13 15,0 7 9-15,1 4-2 16,1 0-6-16,5 3-1 16,1 0-3-16,2 1-2 15,5 0-1-15,0-3 0 16,3-1-1-16,6-3-1 0,4-4-2 16,2-2 3-16,2-2 1 15,1-2 0-15,-1-10-5 16,-1-3 0-16,-2-2 3 15,-2 0 0-15,-5 0 2 16,-2 4 1-16,-2 5 2 0,-3 4 12 16,0 4 0-16,0 0-11 15,0 7-6-15,0 6 2 16,0 2-1-16,0 0 2 16,0 0 0-16,2-2 0 15,6-3 0-15,0-2-1 0,4-1-1 16,4-7 0-16,0 0 0 15,1-2 2-15,1-8 4 16,1-5-4-16,-3-6-7 16,1-4 12-16,-5-5-3 0,0-7-1 15,-4-5-2-15,-2-4-6 16,0-2-9-16,-5 0 2 16,-1 5 10-16,0 8 3 15,-1 8 1-15,-5 13 2 16,-1 12 17-16,-2 9-12 15,-1 18-9-15,2 11-2 0,0 10 4 16,5 3 2-16,3 3 1 16,0-2-3-16,13-5 0 15,6-6-2-15,1-7-13 16,5-8-83-16,4-6-209 16</inkml:trace>
  <inkml:trace contextRef="#ctx0" brushRef="#br0" timeOffset="8257.7">9301 2771 437 0,'0'0'0'0,"0"0"-7"0,0 0-7 0,0 0 9 16,15 46 2-16,0-18 4 15,3 6 1-15,2 2-2 16,1 1 1-16,0-2 1 0,-2-4-2 16,-2-6 1-16,-4-5-1 15,-6-9 1-15,-1-7 8 16,-3-4 24-16,-3-3 49 16,0-11-24-16,0-10-47 15,0-6-9-15,0-8-1 0,0-6 0 16,1-3-1-16,3-4 0 15,6 5 0-15,5 5-12 16,1 7-26-16,4 10-39 16,0 10-38-16,2 6-114 15</inkml:trace>
  <inkml:trace contextRef="#ctx0" brushRef="#br0" timeOffset="9097.82">9759 2965 272 0,'0'0'45'16,"0"0"-39"-16,0-31 24 16,0 18 17-16,-7 3-22 15,-1-1 14-15,-4 1 5 0,-2 3-21 16,-2 4-12-16,-1 1 13 15,-2 3-14-15,0 1-9 16,2 7-2-16,2 4 1 16,4 2-1-16,2 1 0 0,7 2 0 15,2-2 0-15,0 0 0 16,3-1 1-16,5-2-3 16,3-3 1-16,0-5-2 15,3-3 4-15,-1-2-1 16,0-9 1-16,-2-6 0 15,-1-2 6-15,-2-2-4 0,-4 2-2 16,-1 1 1-16,-3 4 2 16,0 5 6-16,0 3-2 15,0 1 0-15,-2 3-2 16,1 0-5-16,1 3-1 16,0 5-2-16,0 2 1 0,6 5 2 15,4 1 0-15,0-1 0 16,3 1 0-16,0 0 0 15,3-3 1-15,-1-3-2 16,0-2 1-16,-1-5 2 16,-3-3-1-16,2-3 0 0,-3-10 3 15,-2-4 0-15,2-4-2 16,-2-1-2-16,-1 2 1 16,-2 1 0-16,2 6-1 15,-4 3 2-15,-1 6-1 16,3 3-2-16,-2 1-3 15,2 2-1-15,1 7 0 0,1 3 4 16,2 1 1-16,1 2 0 16,0 0 0-16,2 0 1 15,-1-1-1-15,1-2 1 16,0-2-2-16,-1-3 2 0,-1-4-2 16,0-3 0-16,-1 0-5 15,1-7 5-15,-1-8 4 16,-1-3-2-16,1-2-1 15,-3 0 1-15,-1-1 0 16,-2 4 0-16,0 4 3 16,-2 4 7-16,-1 2 5 0,1 6-6 15,1 1-9-15,1 2-6 16,1 10 3-16,4 0 1 16,-1 5 2-16,1 1 0 15,3 0-1-15,-2 0 1 16,0-1-1-16,1-3-1 0,0-2-58 15,-3-6-15-15,-4-4-89 16</inkml:trace>
  <inkml:trace contextRef="#ctx0" brushRef="#br0" timeOffset="9253.67">10044 2710 488 0,'0'0'-13'0,"0"0"-11"0,0 0-27 16,0 0-31-16,32-2-43 15</inkml:trace>
  <inkml:trace contextRef="#ctx0" brushRef="#br0" timeOffset="9696.83">10340 2842 427 0,'0'0'8'0,"0"0"37"16,0 0-21-16,-31-14-9 16,17 14-8-16,-1 1 4 15,0 6-3-15,3 3-4 16,1 1-3-16,4 0-1 15,2 4 0-15,3-2 0 16,2 2 0-16,2-2-1 0,3-2-1 16,3-2-1-16,1-2-2 15,2-4 4-15,1-3-1 16,-2-2 3-16,0-7 5 16,-1-4 1-16,-4-1-5 15,0 1 0-15,-4 3-1 0,-1 0 5 16,0 2 5-16,0 1 3 15,-1 3-1-15,-1 2-3 16,-1 0-4-16,1 2-1 16,2 0-3-16,0 3-4 0,0 6 1 15,5 2 0-15,2 2 0 16,4 2 0-16,3-2 1 16,0 1-1-16,2-1 2 15,0-3-2-15,1-4-26 16,0-4-53-16,0-2 8 0,-2-4-67 15</inkml:trace>
  <inkml:trace contextRef="#ctx0" brushRef="#br0" timeOffset="10087.33">10487 2839 522 0,'0'0'-2'0,"0"0"-20"15,0 0 23-15,8 40 0 16,-2-26 0-16,1 1-1 16,-2-1 0-16,0 1 2 0,-2-1-2 15,-1-3 1-15,-1-1 1 16,-1-3-1-16,0-4-1 16,0-1-1-16,0-2 6 15,-3-4 4-15,-3-7-7 16,2-2-1-16,0-5 0 0,2-2-2 15,2 0-1-15,0 1 3 16,3 3 7-16,2 2 2 16,2 5-1-16,3 7-8 15,0 2 0-15,2 0-4 16,1 8-1-16,2 4 1 0,0 0 2 16,-2 4 0-16,1-1 1 15,-4 0 2-15,-3 0-1 16,1-1-2-16,-3 0 2 15,-2-1-34-15,-1-4-38 16,-1-2-85-16</inkml:trace>
  <inkml:trace contextRef="#ctx0" brushRef="#br0" timeOffset="10567.1">10822 2819 489 0,'0'0'6'0,"0"0"43"0,0 0-20 15,-36-10 2-15,25 13-16 16,1 7-1-16,3 0-1 0,1 4-6 16,6 2-3-16,0-1-3 15,3 1 1-15,7 1-2 16,5-3 1-16,0 0-1 15,4-5 1-15,3-2-1 16,4-7 1-16,1 0 2 0,2-6-3 16,4-8 0-16,-3-4 3 15,0-2-1-15,-5-2-4 16,-5 1-9-16,-6 3 13 16,-6 2-2-16,-8 3 1 15,0 5 1-15,-10 4-1 0,-3 2-1 16,-3 2 0-16,1 5-1 15,2 6 1-15,2 3 1 16,4 2-1-16,2-1 0 16,5 0 0-16,0-3 0 15,10-2-2-15,9-2 2 0,7-5 0 16,7-3 4-16,8 0-3 16,2-8-2-16,2-6-53 15,1-9-88-15,-3-6-243 16</inkml:trace>
  <inkml:trace contextRef="#ctx0" brushRef="#br0" timeOffset="16294.21">2452 1124 138 0,'5'-13'21'0,"0"-1"13"0,-2 2 16 15,1 0-2-15,-3 2 2 16,-1 0-9-16,0 4 6 16,0 0-14-16,-1 2-14 15,-6 2-9-15,0 2-5 16,-2 0-5-16,-1 0 0 0,0 8-1 16,-3 1 2-16,3 2-1 15,-2 2 0-15,2 2-1 16,2 0 1-16,2-2-5 15,0-3-3-15,6 0 0 16,0-3-9-16,0-3 5 0,7-1-4 16,5-3 18-16,1 0-1 15,2 0 1-15,4 0-2 16,1-1 0-16,0-2 1 16,-1 3 0-16,0 0 4 15,-3 3-5-15,-1 7 0 0,-4 0 0 16,-1 5 1-16,-4 2-4 15,-3 2 0-15,-3 3 1 16,-3 1 4-16,-9 1 4 16,-5 1-3-16,-5 1 2 15,-2-2-5-15,-4 0 1 0,1-3-8 16,2-5-25-16,4-6-45 16,4-6 17-16,4-4 3 15,6-7-35-15</inkml:trace>
  <inkml:trace contextRef="#ctx0" brushRef="#br0" timeOffset="16796.46">2521 907 450 0,'0'0'2'0,"0"0"0"16,-30-24 0-16,23 17-1 16,0 1-1-16,0 1 0 15,2-1-3-15,2 2-15 16,1-2 7-16,1 2 5 0,1-1-1 15,0 0 12-15,3 2-9 16,5 3 1-16,1-2-1 16,1 2-2-16,0 2 0 15,2 5 4-15,-2 5 1 16,0 0 1-16,-4 5-5 0,-2 2-15 16,-1 2 10-16,-3 0 5 15,0-1 2-15,0-3 5 16,-1-1-5-16,-1-4 4 15,0-3-1-15,2-2 1 16,0-4-2-16,4-1-5 16,4-2 14-16,2 0 12 0,5-7-5 15,3-3-10-15,6-3-19 16,-3-2-52-16,0-1-100 16</inkml:trace>
  <inkml:trace contextRef="#ctx0" brushRef="#br0" timeOffset="17028.48">2690 1192 192 0,'0'0'88'0,"0"0"-44"0,0 0-14 16,27-9 7-16,-14 1-25 16,3-2-8-16,1 0-3 0,2-1 0 15,-3 1-28-15,-2-1-104 16</inkml:trace>
  <inkml:trace contextRef="#ctx0" brushRef="#br0" timeOffset="17186.32">2747 1241 364 0,'0'0'32'15,"0"0"-29"-15,0 0-2 0,0 0 29 16,35 3-17-16,-12-12-15 16,1-4-71-16,0-4-135 15</inkml:trace>
  <inkml:trace contextRef="#ctx0" brushRef="#br0" timeOffset="17531.81">3164 498 412 0,'0'0'0'0,"0"0"-2"0,0 0-10 16,0 0 10-16,41 30-1 16,-24-9 2-16,0 4 1 15,2 2 1-15,-3 4 0 16,-2 2 2-16,-1-3-31 16,-4 0-79-16,-4-7-107 0</inkml:trace>
  <inkml:trace contextRef="#ctx0" brushRef="#br0" timeOffset="18200.91">3315 683 363 0,'0'0'5'0,"0"0"13"15,0 0-15-15,0 0-7 16,0 0 6-16,-15 40-2 16,7-17 0-16,-2 5 3 15,0 0-3-15,-4 0 1 16,-1 1 0-16,0-2-2 0,-1-4-4 16,2-3-1-16,2-5 4 15,3-3 1-15,5-4 1 16,2-5 0-16,2-3-1 15,0 0-3-15,7 0 11 16,3 0 15-16,3-4-9 0,1 0 2 16,0-1-7-16,0 5 0 15,-1-1-4-15,-2 1-2 16,-3 1-1-16,-2 9 0 16,-2 3 4-16,-4 5 9 15,0 5-1-15,-5 2-9 16,-5 2-3-16,-2 1 5 0,-1-2-6 15,3-1-5-15,1-3-9 16,3-6 2-16,5-4 3 16,1-4-8-16,4-8 5 15,9 0 4-15,4-5 12 0,5-8 2 16,3-4 1-16,2-2 3 16,2 0-6-16,-3-1 4 15,-2 2 5-15,-5 5 2 16,-1 3-1-16,-7 4-2 15,-1 2-7-15,-3 4-4 16,-2 0-3-16,-1 7 0 0,0 3 7 16,-1 3 10-16,3 1-4 15,-1 3-4-15,3 1-6 16,2 0-1-16,2 1 0 16,3 0 1-16,2 0-19 0,1-3-26 15,-1-4-49-15,-2-6-101 16</inkml:trace>
  <inkml:trace contextRef="#ctx0" brushRef="#br0" timeOffset="18577.31">3536 504 446 0,'0'0'-2'0,"-1"42"-3"0,1-13 1 16,11 7 3-16,5 3 1 15,6 4 2-15,1 2-2 16,2-2 2-16,2-2-24 0,-2-8-104 15,-1-8-98-15</inkml:trace>
  <inkml:trace contextRef="#ctx0" brushRef="#br0" timeOffset="19274.77">3755 602 62 0,'0'0'192'0,"0"0"-176"0,0 0 24 16,0 0-13-16,0 0-15 16,0 0-6-16,0 0-6 15,33-9-1-15,-20 20 0 16,1 2 0-16,-4 5 4 15,0 4 11-15,-2 1-5 16,-2 3-2-16,-2-1-3 0,-1 0-1 16,-3-3-1-16,0-6 0 15,0-3-2-15,0-6 1 16,0-4-1-16,0-3 10 16,-1 0 12-16,-1-10 2 0,1-1-4 15,-1-5-5-15,2-5-7 16,0-2-7-16,0-3-2 15,3-2-3-15,0 0-2 16,1 1-2-16,-2 4 7 16,-1 2 1-16,-1 4 3 0,0 4 6 15,0 2 12-15,0 5 12 16,-3 2-3-16,1 2-5 16,2 2-12-16,0 0-15 15,0 3-6-15,0 6 6 16,5 5 0-16,4 3 1 15,1 4 0-15,3 0 1 0,2 1 0 16,0 0 0-16,2-3 1 16,0-2-15-16,-2-6-20 15,2-1-16-15,-4-5-11 16,1-5-12-16,-3 0-32 16,-1-5-71-16</inkml:trace>
  <inkml:trace contextRef="#ctx0" brushRef="#br0" timeOffset="19477.16">4073 687 384 0,'0'0'23'0,"0"0"-13"15,22 31 35-15,-7-15-21 16,0 3-18-16,2 0-3 0,-2 0-3 15,-2-3-88-15,-3-4-136 16</inkml:trace>
  <inkml:trace contextRef="#ctx0" brushRef="#br0" timeOffset="19666.15">4043 558 508 0,'0'0'4'0,"0"0"-1"16,0 0-4-16,0 0-9 16,0 0-24-16,0 0-21 15,0 0-95-15</inkml:trace>
  <inkml:trace contextRef="#ctx0" brushRef="#br0" timeOffset="19937.09">4291 505 547 0,'0'0'0'16,"0"0"-4"-16,27-18-2 16,-6 10 4-16,4-1-16 0,4-1-28 15,1 1-12-15,-3 0-81 16,-3 1-83-16</inkml:trace>
  <inkml:trace contextRef="#ctx0" brushRef="#br0" timeOffset="20419.89">4484 358 34 0,'0'0'436'0,"0"0"-429"16,0 0 1-16,27-12-8 16,-13 12-2-16,0 9 2 15,1 4-1-15,-2 3 1 16,-1 3-1-16,-2 3-2 16,-1-2-7-16,-6 2-9 0,1-2-6 15,-1-3-23-15,-3-3 32 16,0-6-45-16,0-6 2 15,0-2 38-15,0 0 34 16,-3-10 17-16,3-3 19 0,0-4-20 16,0-2-14-16,0-3-3 15,0 2-10-15,1-1-1 16,1 4 3-16,-1 1 5 16,-1 4 21-16,0 4 8 15,0 3-5-15,0 2 3 16,-3 2-3-16,0 1-23 15,1 2-6-15,-1 6-2 0,3 2-3 16,0 4 0-16,0 1 0 16,4 2 2-16,7-1 0 15,4 0 1-15,2-6-1 16,1 0 1-16,2-7-12 0,2-3-37 16,-2 0-13-16,-2-10-22 15,-5-3-78-15</inkml:trace>
  <inkml:trace contextRef="#ctx0" brushRef="#br0" timeOffset="20669.43">4326 247 403 0,'0'0'6'0,"0"0"14"15,0 0 3-15,0 0-11 16,0 0-10-16,30-26-4 0,-5 13-5 16,5-1-14-16,4-2-36 15,-4-2-90-15</inkml:trace>
  <inkml:trace contextRef="#ctx0" brushRef="#br0" timeOffset="20939.07">4601 69 511 0,'31'20'4'0,"1"6"-13"16,4 9 7-16,-4 6 17 15,-5 7-16-15,-7 1-1 0,-8 3-16 16,-6-1-8-16,-6-2-13 16,-3-6-33-16,-7-3-27 15,1-9 22-15,-1-7-17 16</inkml:trace>
  <inkml:trace contextRef="#ctx0" brushRef="#br0" timeOffset="21372.85">4795 123 313 0,'0'0'62'16,"0"0"-39"-16,-20-32-23 16,17 23 0-16,1 2 0 15,2 1 44-15,0 2-17 16,0 3-14-16,2 1-9 0,3 0 1 15,3 5-4-15,1 8-2 16,-1 0-3-16,4 2 0 16,-4 3-7-16,2 1-11 15,-1-1 7-15,-3-2-5 16,0-1-2-16,-2-2 7 0,-2-1 9 16,-1-4 5-16,2-2 0 15,-2 0 0-15,1-3 3 16,2 0 2-16,3-1 8 15,3-2 25-15,4 0 7 16,6 0-26-16,5-9-15 16,7-2-3-16,4-4-18 0,-1-2-72 15,-4 0-192-15</inkml:trace>
  <inkml:trace contextRef="#ctx0" brushRef="#br0" timeOffset="21888.48">3246 1575 532 0,'0'0'13'0,"0"0"7"0,0 0-19 0,29-14-4 15,11-5 6-15,17-7 0 0,17-12 2 16,16-7 3-16,16-8-1 16,12-5-1-16,9-3-5 15,2-4-1-15,-2 1 1 16,-4 2-1-16,-12 4-2 15,-13 3-8-15,-14 7-3 16,-11 5-11-16,-12 3-32 0,-14 9-24 16,-10 7-52-16,-16 4-64 15</inkml:trace>
  <inkml:trace contextRef="#ctx0" brushRef="#br0" timeOffset="22356.02">3867 1420 470 0,'0'0'69'15,"0"0"-66"-15,0 0-23 0,0 0 20 16,38 33-2-16,-16-17 3 16,1 1 0-16,1 0-1 15,-4 0 0-15,-2-2-29 16,-5-1-1-16,-6-4-4 16,-3-7-18-16,-4-1 2 0,0-2 55 15,-5-10-3-15,-4-5 0 16,1-5 2-16,0-6 24 15,1-1 14-15,2-3-7 16,3 0-18-16,2 4-7 16,0 3 10-16,0 5 8 0,6 6-3 15,4 7-17-15,0 5-11 16,3 0-4-16,2 7 1 16,2 7 2-16,1 3 2 15,1 3 1-15,-1 0 5 16,0-1-8-16,-2 0-34 0,-3-2-3 15,-1-4-38-15,-4-5-83 16</inkml:trace>
  <inkml:trace contextRef="#ctx0" brushRef="#br0" timeOffset="22571.87">4341 1336 351 0,'0'0'118'0,"0"0"-97"0,0 0-14 15,0 0 6-15,33-13-2 16,-12 4-1-16,7-1-4 16,4-3-4-16,0-3-1 15,2-1-49-15,-6-3-43 0,-7 1-102 16</inkml:trace>
  <inkml:trace contextRef="#ctx0" brushRef="#br0" timeOffset="22728.74">4593 1033 483 0,'0'0'76'0,"0"0"-27"15,0 0-38-15,0 0-18 16,0 0 0-16,36 41 17 15,-14-14 0-15,8 1-8 16,4 5 0-16,1-2-35 16,2-7-128-16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12:29.855"/>
    </inkml:context>
    <inkml:brush xml:id="br0">
      <inkml:brushProperty name="width" value="0.05292" units="cm"/>
      <inkml:brushProperty name="height" value="0.05292" units="cm"/>
      <inkml:brushProperty name="color" value="#FF0000"/>
    </inkml:brush>
  </inkml:definitions>
  <inkml:trace contextRef="#ctx0" brushRef="#br0">12216 11602 306 0,'0'0'38'15,"0"0"-8"-15,-8-30-25 0,8 25 9 16,0 0-9-16,0 4-2 16,0-1-3-16,0 2-2 15,0 0 1-15,0 0 0 16,-1 0 1-16,1 2 2 16,0 5 1-16,0 6 4 0,2 5 3 15,3 5 0-15,1 7-2 16,-2 4-1-16,2 4-2 15,-1 3-1-15,-2-1-2 16,0 1-2-16,-3-3 1 16,2-4 0-16,-2-5-1 0,0-6 0 15,0-5 1-15,0-3 1 16,-5-5-2-16,2-3 2 16,-4-5-2-16,2-1-7 15,-3-1-44-15,1-5-42 16,0-8-53-16</inkml:trace>
  <inkml:trace contextRef="#ctx0" brushRef="#br0" timeOffset="910.82">12143 11847 41 0,'0'0'127'0,"0"0"-97"0,0 0 14 16,0 0 9-16,0 0-17 15,0 0-7-15,0 0-3 16,0 0-15-16,0 0-8 0,0 0-2 15,-21 8 2-15,11 7 0 16,-5 3-1-16,-3 2-1 16,-4 1 0-16,-5 4-1 15,-4 1 1-15,-3 1-1 0,-3 1 2 16,-2 0-1-16,1 0 0 16,1-3 0-16,6-1 3 15,7-4 4-15,3-1-5 16,10-5 0-16,4-3-3 15,7-3 0-15,2-5-1 16,16-3 2-16,7 0 2 0,7-7 1 16,5-1 0-16,2-1-2 15,-4 3 0-15,2 1-2 16,-9 5 0-16,-3 0 0 16,-4 7 0-16,-6 3 0 15,-4 4 1-15,-8 1-2 0,-3 4 2 16,-6 0 0-16,-8 3-1 15,-6-1 3-15,-3 3-2 16,-3 1 0-16,2 1 2 16,-4-1-1-16,4-1-2 15,2-1 2-15,5-3-1 0,4-3-1 16,4-2 1-16,4-4-1 16,5-3 1-16,2-4-1 15,8-3 0-15,6 0 2 16,5-2 1-16,6-7 2 15,-2 1-1-15,4-2-2 0,0 0-1 16,0 0 0-16,-2 2-1 16,1 1 3-16,-1-1 2 15,-1 2-1-15,-1 0 0 16,-4 1-1-16,-3-2 0 16,-1 4-1-16,-5-3-1 0,-1 2 1 15,-4 1 1-15,-2 1 0 16,-1 1 2-16,-1 0 1 15,-1 0 2-15,-2 2-3 16,2 7-1-16,-1 0-1 16,-1 5 4-16,2 4-2 0,0 2 3 15,0 2-4-15,3 1-2 16,-1-1-1-16,2 0-1 16,-1-3 0-16,3-3 0 15,-3 0-1-15,3-5-2 16,-1-5-43-16,-1-5-48 0,0-2-120 15</inkml:trace>
  <inkml:trace contextRef="#ctx0" brushRef="#br0" timeOffset="1455">12401 11703 195 0,'-8'3'102'0,"1"2"-96"0,-2 7 1 0,2 6 9 16,0 6-6-16,3 8 3 15,0 6 4-15,4 5 2 16,0 3-3-16,0 5-3 16,4-1-2-16,4 0-7 15,5-2-2-15,0-5-1 0,4-6-1 16,4-5 1-16,-1-8-1 15,1-7 0-15,0-8 0 16,-1-5-1-16,0-4-13 16,-5-2-43-16,-4-14-88 15</inkml:trace>
  <inkml:trace contextRef="#ctx0" brushRef="#br0" timeOffset="1857.23">12549 11797 304 0,'0'0'0'15,"0"0"26"-15,0 0 5 0,0 0-15 16,0 0-11-16,0 0-3 16,0 0 0-16,0 0-1 15,0 0 1-15,-11-1 2 16,14 12 7-16,3 6 0 15,4 2-3-15,2 1-5 0,1 2-2 16,2-1-1-16,-2 0 2 16,1-2-2-16,-3-4 0 15,-1-5-37-15,-1-2-44 16,-4-7-17-16,0-1-21 16</inkml:trace>
  <inkml:trace contextRef="#ctx0" brushRef="#br0" timeOffset="2099.92">12721 11795 377 0,'0'0'4'0,"0"0"2"16,0 0-8-16,0 0 2 15,0 0 0-15,0 0 2 16,-11 30 4-16,7-15 3 0,-3 5 0 15,0 1-4-15,1 2-3 16,-3 2-1-16,1-2-1 16,-2 1 0-16,0-3 0 15,2 0-1-15,1-3-15 16,-2-2-40-16,3-3-25 0,2-3 15 16,-1-4-25-16</inkml:trace>
  <inkml:trace contextRef="#ctx0" brushRef="#br0" timeOffset="2439.39">12631 12075 146 0,'0'0'17'0,"0"0"18"16,0 0-15-16,0 0 2 0,0 0 2 15,0 0 7-15,0 0 0 16,0 0-2-16,-10-14 1 16,10 14-4-16,0 0-8 15,0 0-14-15,0 5-3 16,3 7 1-16,1 2 3 0,2 5 3 16,-2 2 5-16,2 4-7 15,-1-2-3-15,0 2-3 16,0-2 2-16,-4-4-2 15,1-2 0-15,0-3 0 16,0-4 0-16,-1-1-1 0,1-4-2 16,-1 0-51-16,1-5-53 15,2 0 3-15</inkml:trace>
  <inkml:trace contextRef="#ctx0" brushRef="#br0" timeOffset="2694.73">12775 12205 430 0,'0'0'5'16,"0"0"5"-16,0 0-9 16,0 0 0-16,16 35 0 15,-9-24-1-15,-2 1 0 16,0-2 1-16,1 2-1 15,-3-1 1-15,-2 0-2 0,-1 0-34 16,0-3-60-16,-2-5-52 16</inkml:trace>
  <inkml:trace contextRef="#ctx0" brushRef="#br0" timeOffset="2850.7">12739 12089 297 0,'0'0'-22'0,"0"0"22"15,0 0-10-15,0 0-15 0,0 0-9 16,0 0-10-16,0 0-39 16</inkml:trace>
  <inkml:trace contextRef="#ctx0" brushRef="#br0" timeOffset="3982.26">12876 12080 104 0,'0'0'26'15,"0"0"14"-15,0 0-15 16,0 0-12-16,0 0 1 15,0 0 1-15,0 0-5 0,0 0 0 16,0 0 2-16,0 0-4 16,0 0-3-16,0 0 4 15,0 0-1-15,-7-7 0 16,7 6 0-16,0 0 0 16,0 1-1-16,0 0 3 15,0 0-2-15,0 0-6 0,0 0 0 16,0 0-2-16,0 0 0 15,0 0 1-15,0 0-2 16,0 0 0-16,0 0 1 16,0 0 1-16,0 0-2 15,0 0 1-15,0 0-5 0,0 0-26 16,0 0-19-16,0 0-26 16</inkml:trace>
  <inkml:trace contextRef="#ctx0" brushRef="#br0" timeOffset="5396.61">12788 12160 127 0,'0'-3'26'0,"0"0"12"15,0 1-15-15,0 1-1 0,0 0-4 16,0 0 8-16,0 1-3 16,0 0-10-16,0 0-10 15,0 0-3-15,0 0 0 16,0 0 1-16,0 0 0 16,2 0 1-16,1 0 1 0,1 0 2 15,2 0 8-15,6-5 7 16,6-2 0-16,4-4-7 15,6-1 1-15,6-3-4 16,0 0-2-16,1 2 0 16,-4 3-1-16,-4 2-4 15,-3 3-2-15,-9 3 0 0,-3 2-1 16,-3 0 1-16,-2 0-1 16,-3 0 0-16,-3 0-1 15,-1 2-3-15,0 1-24 16,0-1-36-16,-2-2-62 15</inkml:trace>
  <inkml:trace contextRef="#ctx0" brushRef="#br0" timeOffset="5674.51">13212 11749 316 0,'0'0'0'0,"0"0"14"0,0 0-13 15,0 0 3-15,36 29-1 16,-22-14 3-16,2 1-3 0,2 0-2 15,-4 1-1-15,2-2 1 16,-3-2-2-16,0-5-65 16,0-5-32-16</inkml:trace>
  <inkml:trace contextRef="#ctx0" brushRef="#br0" timeOffset="5897.81">13465 11737 251 0,'0'0'1'0,"0"0"-1"16,-18 29 0-16,11-16 2 16,0 1-1-16,-1 0-1 15,1-1 1-15,0 2-1 16,-1-3 0-16,3 1-19 0,-1-5-63 15</inkml:trace>
  <inkml:trace contextRef="#ctx0" brushRef="#br0" timeOffset="6172.67">13381 11888 269 0,'0'0'50'15,"0"0"-24"-15,0 0-20 16,0 36 7-16,3-15 14 16,3 1-6-16,0 7-13 15,0-1-5-15,2 3-1 0,-2-1-1 16,2-2-1-16,-1-1 1 15,0-7-1-15,2-3 0 16,-2-5-3-16,-1-6-41 16,-3-6-95-16</inkml:trace>
  <inkml:trace contextRef="#ctx0" brushRef="#br0" timeOffset="6661.89">13138 11645 119 0,'0'0'27'0,"0"0"30"0,0 0-13 15,0 0-12-15,0 0-13 16,0 0-14-16,0 0 5 16,44-2 9-16,-17-4-1 0,8-1-7 15,0-1-7-15,3 2-2 16,-4 1-2-16,-4-1-2 15,-3 0-96-15,-5-3-84 16</inkml:trace>
  <inkml:trace contextRef="#ctx0" brushRef="#br0" timeOffset="7125.43">13574 11465 212 0,'0'0'31'0,"0"0"-9"0,0 0-20 0,0 0 0 16,0 0 7-16,24 38 7 15,-15-18 5-15,1 8-1 16,0 8 2-16,2 6-1 16,-2 9-5-16,-3 5-9 15,-1 4-5-15,-5-1-2 16,-1-1 1-16,-1-1 1 0,-6-5-2 16,-2-5-2-16,-5-5-28 15,1-5-23-15,-2-6-46 16,0-10-88-16</inkml:trace>
  <inkml:trace contextRef="#ctx0" brushRef="#br0" timeOffset="8953.15">13631 11446 89 0,'0'0'50'16,"0"0"-10"-16,0 0-8 16,0 0-6-16,0 0 12 15,0 0-11-15,0-1-3 16,0 1-4-16,0 0-1 0,0 0-3 16,0 0 3-16,0 0-5 15,0 0-3-15,0-1-1 16,0-1 5-16,0 2-3 15,0-2-8-15,0-1-1 16,-1 1 0-16,1-2 0 0,0 0-1 16,0-1 1-16,0-2-2 15,4 0 0-15,1-1 0 16,2 0 0-16,3 0 0 16,0 1-1-16,2 0 0 15,0 2 0-15,1 2 0 0,2 0-1 16,-1 3 2-16,-1 0-2 15,0 0 0-15,-1 8 1 16,-2 3-1-16,-4 2-1 16,-2 0 0-16,-4 5 4 15,0 0-2-15,-1 1 0 0,-8 0 0 16,-1 0 0-16,-4 0 0 16,2-1 1-16,-1-3-1 15,3-3 1-15,3-2-1 16,4-4 0-16,3-2 0 15,0-4 0-15,14 0 0 0,7-2 3 16,6-6 5-16,6-4-2 16,3-2-2-16,1 2-6 15,-3 0 2-15,-9-1-25 16,-3-2-233-16</inkml:trace>
  <inkml:trace contextRef="#ctx0" brushRef="#br0" timeOffset="16036.34">13093 13191 237 0,'0'0'2'0,"0"0"43"0,0 0 10 16,0 0-16-16,0 0-11 15,0 0-14-15,0 0-5 16,10-31 0-16,1 21 2 16,3 0-3-16,1 0-2 15,1 1-4-15,0 3-1 0,-2 1-1 16,0 3 1-16,-2 2-2 15,-3 0-34-15,-5 0-120 16</inkml:trace>
  <inkml:trace contextRef="#ctx0" brushRef="#br0" timeOffset="16218.94">13146 13300 268 0,'0'0'88'0,"0"0"-89"0,0 0 5 16,0 0 1-16,31-5 6 16,-13-7 21-16,3-4-4 15,1 0-19-15,2-1-7 16,0 1-1-16,-4-2-4 16,-3-1-147-16</inkml:trace>
  <inkml:trace contextRef="#ctx0" brushRef="#br0" timeOffset="16595.29">13631 12519 449 0,'0'0'2'0,"0"0"1"16,0 0-6-16,0 0 4 15,0 0 0-15,28 49-1 16,-17-21 2-16,-1 2 3 0,3 6-3 16,-3 1-2-16,4-1 1 15,-6 0 0-15,1-6-1 16,-3-5-39-16,-4-7-76 16,-2-6-98-16</inkml:trace>
  <inkml:trace contextRef="#ctx0" brushRef="#br0" timeOffset="17282.78">13720 12801 288 0,'0'0'4'0,"0"0"22"15,0 0-18-15,-13 30 17 16,4-15-7-16,1 5-5 0,-4 1-6 16,-1 1-4-16,0 1-2 15,-1 3 2-15,-3-3-2 16,4-1 0-16,1-2 0 16,3-6 1-16,5-3 10 0,2-3-4 15,2-7-8-15,6-1 2 16,8 0 0-16,5-9-1 15,6-2 0-15,1-2 1 16,4 1-2-16,0 3 0 16,-3 4 1-16,-2 3 5 0,-5 2-1 15,-7 11-3-15,-5 9-2 16,-7 3 0-16,-1 4 1 16,-8 4 1-16,-7 3-1 15,-3 1 1-15,-4-1-2 16,0 0 2-16,-1-2-1 15,0-2 3-15,5-4 2 0,3-3-4 16,6-4 0-16,5-6-1 16,4-3-1-16,4-7 1 15,10-3 0-15,8-5 0 16,3-10 0-16,5-2-1 0,3-6 1 16,-2 0 0-16,1 1 0 15,-3 1 0-15,-4 4 1 16,-4 4-1-16,-5 5 2 15,-3 2-1-15,-4 5 0 16,-3 1 1-16,1 0 1 16,-6 7 4-16,2 3 20 0,0 3 8 15,3 2-22-15,-1 3-9 16,4 2 0-16,1 2-2 16,3-1-2-16,0 0 1 15,1-3-2-15,0-2 0 16,-1-3-9-16,-3-8-68 0,-6-5-78 15</inkml:trace>
  <inkml:trace contextRef="#ctx0" brushRef="#br0" timeOffset="17656.23">13893 12603 379 0,'0'0'2'0,"0"0"3"0,0 0 0 16,0 0 4-16,46 42 6 0,-23-23-4 16,3 1-8-16,0 1-1 15,2-1-1-15,-1-3 0 16,-6-6-44-16,-4-5-186 15</inkml:trace>
  <inkml:trace contextRef="#ctx0" brushRef="#br0" timeOffset="17904.3">14227 12553 356 0,'0'0'14'0,"0"0"-8"15,0 0 1-15,-28 37 11 0,18-19-2 16,4 2-4-16,-3 0-8 16,1 3-3-16,1 0 0 15,0 2 0-15,-1-1-2 16,-2-2-50-16,-2-1-151 15</inkml:trace>
  <inkml:trace contextRef="#ctx0" brushRef="#br0" timeOffset="18159.29">14109 12825 261 0,'0'0'16'0,"0"0"30"15,0 0-31-15,0 0 28 16,0 0 3-16,22 39-26 16,-11-21 2-16,-1 4-14 15,2 6-1-15,0 2-5 16,-2 1-1-16,0 0 0 0,-3-1-2 15,-2-2-24-15,0-9-67 16,-4-7-96-16</inkml:trace>
  <inkml:trace contextRef="#ctx0" brushRef="#br0" timeOffset="18391.54">14298 13051 446 0,'0'0'4'0,"0"0"-6"16,10 34 3-16,-4-21 0 15,1-2-1-15,0 0 1 16,-1-3-3-16,0 0-82 0,-4-4-68 15</inkml:trace>
  <inkml:trace contextRef="#ctx0" brushRef="#br0" timeOffset="18592.68">14258 12915 432 0,'0'0'3'0,"0"0"-2"16,0 0-1-16,0 0-2 15,0 0-51-15,0-28-101 16</inkml:trace>
  <inkml:trace contextRef="#ctx0" brushRef="#br0" timeOffset="19058.99">14176 12318 374 0,'0'0'3'0,"0"0"12"16,-2-39 24-16,6 31-26 15,4 2-9-15,3 4-1 16,2 2-2-16,-2 0 0 15,1 9 0-15,-4 3-1 16,-1 4-1-16,-3 3 1 16,-4 1 0-16,0 1-1 0,0-1 1 15,-6-1 0-15,0-2-2 16,2-4 2-16,1-6-1 16,3-2 1-16,0-5 0 15,5 0 0-15,9-3 1 16,3-2-1-16,5-5 0 15,4 0 1-15,0 0-2 0,3-3 1 16,-4 3-54-16,-2 0-64 16</inkml:trace>
  <inkml:trace contextRef="#ctx0" brushRef="#br0" timeOffset="19334.13">14620 12654 475 0,'0'0'5'0,"0"0"10"15,0 0-15-15,0 0 3 16,0 0-1-16,31-20 2 16,-8 5-1-16,3-2-3 15,1-2 1-15,1-1-2 16,-2-3-56-16,-3-2-188 0</inkml:trace>
  <inkml:trace contextRef="#ctx0" brushRef="#br0" timeOffset="20165.91">14976 12363 286 0,'0'0'4'16,"0"0"16"-16,0 0 26 0,-21-28-11 15,20 20-12-15,0 1-4 16,1-1 3-16,0 2-5 15,4 1-6-15,1 3-5 16,3 2-2-16,2 0-2 16,0 3-1-16,3 7 0 0,0 2-1 15,0 5 1-15,1 2 0 16,-2 1-1-16,0 3 1 16,-3-3-1-16,-2 0 0 15,-1-4 1-15,-4-2-1 16,0-3 2-16,-2-6-1 0,0-2-1 15,-6-3 5-15,0 0 19 16,-3-4 2-16,-1-6-20 16,-1-4 2-16,1-4-1 15,0-3-4-15,1-2-1 16,2 1-1-16,3 2 1 0,2 4-2 16,2 4 1-16,0 2 1 15,0 5-2-15,7 0 1 16,1 2-2-16,4 3 1 15,1 0 1-15,0 0-1 16,1 0 0-16,3 4 0 16,-3 3 2-16,2 0-1 0,-1 3-2 15,0 0 1-15,-2 3 1 16,0 0-1-16,0 2 0 16,0 0 0-16,-3 0 0 15,0 0 0-15,0-2 0 0,-1-1-3 16,-1-1-24-16,-1-4-50 15,-1-3-40-15,-4-4-84 16</inkml:trace>
  <inkml:trace contextRef="#ctx0" brushRef="#br0" timeOffset="20408.77">15207 12003 360 0,'0'0'6'0,"0"0"44"0,0 0-42 16,0 0 10-16,37 24 8 15,-14-8-10-15,1-1-9 0,4 3-5 16,-2-2 0-16,1-2-2 15,-3-1-2-15,-3-5-56 16,-4-6-113-16</inkml:trace>
  <inkml:trace contextRef="#ctx0" brushRef="#br0" timeOffset="20692.78">15462 11939 289 0,'0'0'34'0,"0"0"-24"0,-31 23 20 16,23-10 11-16,-1 2-11 15,5 3 2-15,-1 1-11 16,3 2-4-16,2 2-3 16,0-1-7-16,0 2-2 0,0 3-3 15,0 1 0-15,0 3-1 16,7 4 1-16,0 0 15 15,3 4 8-15,1 1-21 16,-1-2-3-16,5-2 0 16,-3-2 0-16,-2-6-2 15,-4-10-62-15,-2-9-103 0</inkml:trace>
  <inkml:trace contextRef="#ctx0" brushRef="#br0" timeOffset="21063.57">15052 11970 221 0,'0'0'87'0,"0"0"-47"0,0 0 14 15,0 0-18-15,0 0-17 16,34-21 5-16,-2 5 11 0,8-4-17 15,5-1-13-15,0 0-2 16,-1 0-2-16,-2 1-1 16,-2 5 0-16,-6-1-17 15,-8-1-123-15</inkml:trace>
  <inkml:trace contextRef="#ctx0" brushRef="#br0" timeOffset="21438.91">15510 11752 302 0,'0'0'49'16,"0"0"12"-16,10-41-2 15,-2 28 3-15,2 2-23 16,3 2-22-16,1 4-8 0,0 3-4 15,3 2-4-15,-4 4 0 16,-1 9 0-16,-3 4-1 16,-1 3 0-16,-7 4 0 15,-1 3 0-15,0 1-1 16,-7-2-1-16,0-1-7 0,2-4-1 16,1-6-3-16,2-4 3 15,2-7 8-15,5-4 1 16,8 0 2-16,6-8-1 15,6-5 2-15,5-4-2 16,4 0 0-16,-2-4 0 0,-4-2-123 16</inkml:trace>
  <inkml:trace contextRef="#ctx0" brushRef="#br0" timeOffset="57708.66">17356 11815 95 0,'0'-2'44'0,"0"-1"36"16,0-2-60-16,0 4 5 0,0-1-5 15,0 2 4-15,0 0 1 16,0 0-5-16,0 0-19 16,0 5-2-16,0 5 4 15,0 3 11-15,0 5 6 16,1 2-1-16,3 6 3 0,-3-1-6 16,1 3-7-16,0 0-3 15,0 0-4-15,2-2 0 16,-2 0-1-16,-1-5 0 15,-1-1 0-15,0-3-1 16,0-3 1-16,0-3-14 0,0-3-43 16,-1-5-59-16,-5-3-29 15</inkml:trace>
  <inkml:trace contextRef="#ctx0" brushRef="#br0" timeOffset="58609.84">17303 12092 123 0,'0'0'48'0,"0"0"5"0,0 0-30 0,0 0-4 15,0 0 5-15,0 0 6 16,0 0 16-16,0 0-5 16,0 0-12-16,-6 1-17 0,5-1-10 15,-1 1-3-15,-1 6 1 16,-4 4 2-16,-1 4 3 15,-3 3-1-15,-3 5-1 16,-5 1-2-16,-4 2 1 16,-3-1-1-16,-2 0 0 0,-3-2 0 15,1 0 0-15,2-5 1 16,4-1 1-16,4-3 2 16,4-3-1-16,6-3-3 15,7-2 1-15,3-2-2 16,7-4 2-16,10 0 0 15,10 0 2-15,4-7-2 0,4-3 1 16,3 3 0-16,-1-1 0 16,-7 4-3-16,-4 2 0 15,-6 2 0-15,-8 0 0 16,-3 4 0-16,-5 3 1 16,-4 5 0-16,0 1 2 0,-11 4 0 15,-3 2 0-15,-6 2 0 16,-4 3-1-16,-4 0 0 15,-4 2 2-15,1 0-2 16,-2 2 0-16,2-1-1 16,3-1 0-16,4-1 1 0,6-3-1 15,6-2 1-15,4-5 2 16,6-3-2-16,2-3-1 16,5-3 0-16,9-3 0 15,2-3 0-15,6 0 2 16,5-2-1-16,1-6 0 0,4 0 1 15,0-4-1-15,0 1 2 16,-4-1 0-16,0-1 0 16,-1 1-1-16,-6 1 1 15,0 1-1-15,-5 0 0 16,-2 3 2-16,-4 1 6 0,-1 2 2 16,-3 0 0-16,-2 2-4 15,-1 2-7-15,-2 0 2 16,1 6-1-16,2 6 1 15,-2 3 1-15,1 6 1 16,2 5 2-16,-2 1-4 0,1 5-1 16,1-1-2-16,-2-3 0 15,4-2-1-15,-3-6 1 16,1-5-7-16,-1-7-29 16,-2-7-48-16,-2-2-26 15,0-18-128-15</inkml:trace>
  <inkml:trace contextRef="#ctx0" brushRef="#br0" timeOffset="59149.91">17583 12036 71 0,'0'0'218'16,"2"2"-185"-16,0 0 2 0,1 4-35 16,4 3 29-16,2 4 4 15,4 2-6-15,-1 2-9 16,6 2-8-16,0 1-7 16,1 0-2-16,-1-1 2 15,1-3-3-15,-5-5-21 0,0-1-46 16,-5-8-52-16,-1-2-47 15</inkml:trace>
  <inkml:trace contextRef="#ctx0" brushRef="#br0" timeOffset="59378.87">17914 11999 321 0,'0'0'31'0,"0"0"-28"0,0 0 27 16,-3 38 9-16,-5-22-15 16,-3 1-6-16,-2 2-7 15,-3 1-4-15,0 3-6 16,-3-1 1-16,0 0-2 16,-2 0-1-16,1-3-10 0,3-3-16 15,1-2-27-15,4-2-34 16,0-5-10-16</inkml:trace>
  <inkml:trace contextRef="#ctx0" brushRef="#br0" timeOffset="59682.07">17723 12304 77 0,'0'0'154'0,"0"0"-95"16,0 0-9-16,0 0-30 16,0 0 22-16,0 0 5 15,5 34-13-15,-2-20-7 16,2 5-5-16,-1 2-9 0,0 1-7 16,-1 4-3-16,0 1-2 15,0 0 0-15,-2-4 2 16,0-1-3-16,0-5-5 15,1-4-17-15,0-4-21 16,1-4-36-16,-1-5-67 0,1 0-112 16</inkml:trace>
  <inkml:trace contextRef="#ctx0" brushRef="#br0" timeOffset="59914.88">17904 12521 360 0,'0'0'49'16,"0"0"-37"-16,0 0 23 15,0 0 0-15,17 34-15 0,-11-19 7 16,-2 1-16-16,1 1-8 16,0 2-2-16,-2 2 0 15,2-2 0-15,-3-2-3 16,-2-1-18-16,0-4-37 15,0-4-42-15,-2-6-57 0</inkml:trace>
  <inkml:trace contextRef="#ctx0" brushRef="#br0" timeOffset="60087.97">17886 12426 201 0,'0'0'126'16,"0"0"-127"-16,0 0-4 0,0 0-10 15,0 0-23-15,0 0-64 16</inkml:trace>
  <inkml:trace contextRef="#ctx0" brushRef="#br0" timeOffset="60530.69">18003 11857 284 0,'0'0'76'0,"0"0"-68"16,20-29-6-16,-15 22 0 16,4 6 1-16,-1 1-3 15,0 0 0-15,-1 4 1 16,-2 5 0-16,2 4-1 0,-4 1 2 15,-2 1-1-15,-1 2 0 16,0 0 1-16,-3 0 0 16,-5-1-1-16,0-4 0 15,0 1 2-15,2-5-3 16,1-2 1-16,4-3 0 0,1-2-1 16,4-1 1-16,8 0 4 15,3 0 1-15,7-5-3 16,3 0-2-16,3 0-1 15,1 0 0-15,-4 0-26 16,-3-1-75-16</inkml:trace>
  <inkml:trace contextRef="#ctx0" brushRef="#br0" timeOffset="60843.16">18285 12327 488 0,'0'0'25'0,"32"-7"0"0,-9-1-16 16,3 1-4-16,4 0-2 15,0 1-3-15,-1 0 1 16,-2 0-1-16,-3-2-26 16,-9-6-119-16</inkml:trace>
  <inkml:trace contextRef="#ctx0" brushRef="#br0" timeOffset="61939.03">18920 12254 163 0,'0'0'68'15,"0"0"-40"-15,0 0 6 16,0 0-2-16,0 0 9 0,0 0-11 16,0 0-3-16,0 0 0 15,0 0-11-15,0 0-9 16,-24-36-2-16,26 27-2 15,2-1 0-15,0 0-2 16,3 1 0-16,2 1 0 0,0 3-1 16,0-1 1-16,1 4-2 15,0 0 1-15,-2 2 1 16,3 0-1-16,0 7-1 16,1 1 1-16,-2 4 0 15,-2 2 0-15,-1 3 0 0,0 1 0 16,-4 0 1-16,-2 3-1 15,-1-1 0-15,0 2 1 16,-4-4-1-16,-7 2 0 16,1 0 0-16,0-4 1 15,-1-1-1-15,2-4 0 0,1 0 1 16,5-5-1-16,-1 0 0 16,4-3 0-16,0-2-1 15,7-1 2-15,7 0-1 16,3-1 1-16,7-8-1 15,4-2 1-15,3-2-1 0,2-1 0 16,-2 1 2-16,-2 3-2 16,-3 0-2-16,-6 1-42 15,-7-1-113-15</inkml:trace>
  <inkml:trace contextRef="#ctx0" brushRef="#br0" timeOffset="62326.41">19498 11696 119 0,'0'0'172'16,"0"0"-164"-16,0 0-5 0,10 32 12 15,-7-16 18-15,1 4-4 16,1 3-9-16,-2 5-10 15,2 2-7-15,-1-1-1 16,1-1-1-16,-2-4-7 16,1-4-46-16,-3-6-21 0,1-7-33 15</inkml:trace>
  <inkml:trace contextRef="#ctx0" brushRef="#br0" timeOffset="63036.98">19540 11889 167 0,'0'0'104'0,"0"0"-73"0,0 0-15 16,0 0 27-16,0 0-8 15,0 0-13-15,1 33-2 16,-8-19-10-16,-4 1-6 15,-2 0-1-15,-1 1-2 16,-4-1 0-16,-2 3 0 0,-2-2 1 16,0 1 0-16,-3 0-2 15,4 0 0-15,2-1 0 16,6-1 0-16,4-1 0 16,5 0 0-16,4-4 0 15,0-1 0-15,11 1 1 0,1-6-2 16,6 1 3-16,3-3-1 15,3-2 0-15,3 0 0 16,-2 0 0-16,2 0 0 16,-5 0 0-16,-2 0-1 15,-5 0 1-15,-2 0-2 16,-6 0 1-16,-2 6 1 0,-5 0-2 16,0 4 2-16,-5 2 1 15,-6 3-1-15,-3 1 1 16,-3 3-2-16,-1-1 0 15,-2 0 1-15,-2 0-1 16,0 0 0-16,3 0 0 0,1-1 0 16,3-1 0-16,5-1 0 15,6-2 0-15,4 0-2 16,0-5 1-16,5-1-2 16,9-3 1-16,1-4 2 0,6 2 1 15,-1-2-1-15,3-2 0 16,-1-5-1-16,-1 1 2 15,-2 0-1-15,-2 0 0 16,-1 1 1-16,-2 2-2 16,-4 1 1-16,0 2 2 15,-3 1 6-15,-1 8-2 0,-1 4 3 16,1 2 4-16,-3 5-1 16,1 0-3-16,-2 3-3 15,0 1-3-15,1-2-2 16,-1 1 0-16,0-2 0 15,0-4-3-15,-2-2-34 0,0-7-56 16,0-8-114-16</inkml:trace>
  <inkml:trace contextRef="#ctx0" brushRef="#br0" timeOffset="63984.54">19842 11898 126 0,'-2'2'42'0,"2"0"21"16,0 0-36-16,3-2-13 15,8 2 8-15,5 3 18 0,4 0 6 16,6 3-22-16,1 2-7 16,4 2-9-16,-3 2-5 15,-1 1-2-15,-5 0 1 16,-3-2-3-16,-4-2-16 16,-6-4-60-16,-3-3-35 15,-3-4-114-15</inkml:trace>
  <inkml:trace contextRef="#ctx0" brushRef="#br0" timeOffset="64218.98">20215 11861 330 0,'0'0'24'15,"0"0"-4"-15,0 0 7 0,-26 43-2 16,12-26-9-16,-1 1-8 16,0 0-5-16,1 1-1 15,1 0-2-15,1-1-4 16,2-2-47-16,0-3-47 16,2-4-25-16</inkml:trace>
  <inkml:trace contextRef="#ctx0" brushRef="#br0" timeOffset="64531.92">20110 12079 91 0,'0'0'184'15,"0"0"-162"-15,0 0-20 16,0 0 36-16,10 27 14 16,-7-14-18-16,2 4-6 15,-2 3-10-15,1 4-7 16,0 1-6-16,-1 2-3 0,2 0 0 16,-3-1-1-16,0 0-1 15,1-5 1-15,-2-1-1 16,1-4-1-16,-1-4-9 15,-1-2-25-15,0-5-47 16,0-5-46-16</inkml:trace>
  <inkml:trace contextRef="#ctx0" brushRef="#br0" timeOffset="64787.94">20299 12339 359 0,'0'0'66'0,"0"0"-50"0,10 36 5 16,-5-23-11-16,1 2-2 15,-1-2-4-15,-1 1-3 16,0-1 0-16,-1-1 0 15,-2 0-4-15,-1-4-46 16,0-2-95-16,-6-6-24 0</inkml:trace>
  <inkml:trace contextRef="#ctx0" brushRef="#br0" timeOffset="65001.94">20268 12213 338 0,'0'0'41'15,"0"0"-40"-15,0 0-2 0,0 0 2 16,0 0-1-16,34-15-5 16,-30 12-79-16,-3-4-176 15</inkml:trace>
  <inkml:trace contextRef="#ctx0" brushRef="#br0" timeOffset="65392.16">20536 11744 35 0,'0'0'339'16,"0"0"-333"-16,39 15-6 0,-21-5 4 16,4 3 1-16,1 1-3 15,0 2 0-15,1-1-1 16,-3 0-1-16,-2-4-67 15,-5-3-86-15</inkml:trace>
  <inkml:trace contextRef="#ctx0" brushRef="#br0" timeOffset="65636.96">20864 11759 335 0,'0'0'16'16,"0"0"7"-16,0 0-6 15,-38 30 2-15,25-19-8 16,-1 2-5-16,0 1-4 0,0 2-1 16,3 1-4-16,0-3-59 15,2-1-37-15,1-5-68 16</inkml:trace>
  <inkml:trace contextRef="#ctx0" brushRef="#br0" timeOffset="65862.86">20768 11921 193 0,'0'0'105'0,"0"0"-71"15,0 0-12-15,0 0 22 16,15 33-8-16,-9-20-2 16,2 4-10-16,-1 2-15 15,2 3-2-15,-2 1-6 16,-1 3 1-16,-1 1-2 0,-3 1 0 16,0-3-21-16,-2-5-56 15,0-5-78-15</inkml:trace>
  <inkml:trace contextRef="#ctx0" brushRef="#br0" timeOffset="66242.24">20545 11624 148 0,'0'0'169'0,"0"0"-153"0,0 0 14 16,0 0-26-16,38-14 9 16,-8 5 5-16,7-1 0 15,5-2-5-15,3 3-10 16,-2 0-2-16,-3 2 0 16,-9-3-55-16,-9-3-189 0</inkml:trace>
  <inkml:trace contextRef="#ctx0" brushRef="#br0" timeOffset="68296.23">21323 12001 52 0,'0'2'156'0,"0"-2"-133"0,0 0-4 16,2 0 2-16,2 0 7 16,3 0 0-16,2-2-2 15,5-2-4-15,5 0-4 16,5-2 5-16,6-1 2 16,2-2-4-16,3 1-8 0,-1-1-7 15,-1 2-4-15,-4 2-1 16,-3 0 0-16,-3 2 0 15,-8 1-1-15,-2-1-6 16,-4 3-38-16,-5-1-35 16,-4-1-46-16</inkml:trace>
  <inkml:trace contextRef="#ctx0" brushRef="#br0" timeOffset="69164.14">21431 11884 26 0,'0'0'87'0,"0"0"-39"0,0 0-32 16,0 0 3-16,0 0 9 15,0 0-2-15,0 0 0 16,0 0-4-16,0 0-5 15,0 0-12-15,0 0 27 16,0 0 1-16,8 22-8 0,-3-4-2 16,3 3-8-16,1 1 0 15,0 5-7-15,0 2-3 16,-1 4-3-16,-1 0 0 16,0-1 0-16,-5-1-2 0,-1-3 1 15,0-5-2-15,-1-4-12 16,0-5-23-16,0-5-49 15,0-7-25-15,-3-2-106 16</inkml:trace>
  <inkml:trace contextRef="#ctx0" brushRef="#br0" timeOffset="71847.58">22125 11731 33 0,'0'2'3'15,"0"-1"-2"-15,0 0 101 0,0 0-75 16,0-1-5-16,0 0 5 15,0 0-7-15,0 0-14 16,0 0 4-16,0 0-4 16,0 0-2-16,0 0-4 15,0 1 0-15,0-1 0 16,0 0 0-16,0 0-3 0,0 0-37 16,0-4-155-16</inkml:trace>
  <inkml:trace contextRef="#ctx0" brushRef="#br0" timeOffset="81834.66">22328 11440 24 0,'1'-2'156'0,"0"1"-143"0,-1-1 6 16,1 2-4-16,0 0-3 15,0 0-9-15,2 0 8 16,0 4 1-16,0 4 0 16,1 3-1-16,0 3 2 15,2 2 4-15,-2 3 4 0,2 3-7 16,-3 0-4-16,2 3-6 15,-1 1-2-15,0-3 0 16,-1 0-1-16,0-1 1 16,-3-4-2-16,0-2-36 15,-4-4-49-15,-2-5-81 0</inkml:trace>
  <inkml:trace contextRef="#ctx0" brushRef="#br0" timeOffset="82597.94">22376 11624 232 0,'0'0'6'16,"0"0"27"-16,0 0-9 0,0 0-14 15,0 0 15-15,0 0 15 16,0 0-16-16,-20 44-12 15,6-24-6-15,-2 3-2 16,-4 3-2-16,-5-1-1 16,-1 3 0-16,-3 1 0 15,-2-2-1-15,3-1 3 0,2-3-3 16,4-5 1-16,5-4-1 16,7-2 0-16,3-5 1 15,5-1-2-15,2-4 1 16,7-2 1-16,8 0 0 15,6 0 1-15,10-5-2 0,6-2 1 16,2-2-1-16,0 0 1 16,-2 3-1-16,-6 1 1 15,-5 5 0-15,-11 0-1 16,-3 6 0-16,-7 6 2 16,-5 4 2-16,-3 3 2 0,-10 5-2 15,-5 1 1-15,-6 5-1 16,-5 1 1-16,-2-1-3 15,-2 1-1-15,2-2 1 16,2-3 1-16,5-3 1 16,5-2 1-16,5-6-2 15,5-2-2-15,4-4 0 0,3-3-1 16,2-1 1-16,0-3 0 16,5-1 0-16,4-1 1 15,3 0 0-15,2 0-1 16,2-3 1-16,-1-2-2 15,2-2 2-15,1 1 0 0,-1-1 6 16,2 1 0-16,0 2-1 16,-3 1 0-16,1 3-1 15,-2 0-2-15,0 0 0 16,-2 7-1-16,-1 2-1 0,1 1 0 16,-4 2-1-16,1 1 1 15,-2 3 0-15,0 2-1 16,0 1 2-16,1 0-1 15,0 0-2-15,-2 0 1 16,3-1-1-16,-1-3 1 16,0-1-1-16,2-2-1 0,-2-4-31 15,-1-5-44-15,-2-3-97 16</inkml:trace>
  <inkml:trace contextRef="#ctx0" brushRef="#br0" timeOffset="83017.98">22631 11614 293 0,'0'0'12'0,"0"0"28"16,0 0-36-16,30 16 8 15,-14-1 12-15,3 3-2 0,3 3 4 16,0 0-12-16,3 2-9 16,-2 1-3-16,-1-1 0 15,-4-2-1-15,-3-4-25 16,-3-5-74-16,-3-7-20 15</inkml:trace>
  <inkml:trace contextRef="#ctx0" brushRef="#br0" timeOffset="83282.88">23033 11645 17 0,'0'0'317'16,"0"0"-279"-16,0 0 4 16,0 0-31-16,0 0 3 0,-37 38 5 15,22-20-5 1,1 2-4-16,-2 1-7 0,2 0-2 16,-2 3 0-16,1 1 0 15,1 0-17-15,0-2-45 16,-1-3-71-16,2-4-68 15</inkml:trace>
  <inkml:trace contextRef="#ctx0" brushRef="#br0" timeOffset="83641.45">22840 11954 84 0,'0'0'94'0,"0"0"-62"16,0 0-2-16,0 0 5 15,0 0-1-15,0 0 11 16,0 0-18-16,0 0-17 0,2 8-7 15,-1 4 13-15,3 4 15 16,-1 5-7-16,0 4-8 16,0 5 1-16,1 2-5 15,-1 2-7-15,0-2-3 16,1-3-1-16,-1-4 0 0,0-3 0 16,-1-7-1-16,-1-4-11 15,1-8-60-15,-2-3-99 16</inkml:trace>
  <inkml:trace contextRef="#ctx0" brushRef="#br0" timeOffset="84014.63">22644 11503 228 0,'0'0'77'0,"0"0"-52"0,0 0-23 16,0 0 7-16,48 6 19 15,-19-9 0-15,8-3-4 16,2 1-8-16,3-1-10 16,-1 2-4-16,-2 1-2 15,-3 1 0-15,-6-2-64 0,-5-4-115 16</inkml:trace>
  <inkml:trace contextRef="#ctx0" brushRef="#br0" timeOffset="84487.89">23198 11411 198 0,'0'0'67'0,"0"0"-31"16,0 0 4-16,0 0 2 15,7-34-8-15,-1 26-2 16,0 1-12-16,3 1-11 16,2 3-6-16,0 2-1 0,-1 1-1 15,2 0 0-15,-1 6-1 16,-3 5 0-16,-2 2 0 16,-4 5 0-16,-2 2 0 15,0 2 1-15,-11 1-1 16,-1 3-2-16,-5-1 0 0,0 0 0 15,0-2 0-15,2 0 2 16,2-5 0-16,6-6 0 16,5-3 0-16,2-5 0 15,13-4-1-15,7 0 2 16,9-6 1-16,4-3-4 0,5 0 4 16,0-2-4-16,-7-5-80 15,-7-2-170-15</inkml:trace>
  <inkml:trace contextRef="#ctx0" brushRef="#br0" timeOffset="85362.99">21961 12805 291 0,'0'0'45'16,"0"0"-47"-16,15 44 3 16,-7-26 1-16,-1 2 1 15,1 3-1-15,-1-3 1 0,-4 1-1 16,1-1-1-16,-3-1 0 16,-1-3-23-16,0-6-10 15,0-4-60-15</inkml:trace>
  <inkml:trace contextRef="#ctx0" brushRef="#br0" timeOffset="85602.21">21929 12679 350 0,'0'0'20'0,"0"0"19"15,8-26-9-15,-1 22-7 16,-2 3-19-16,0 1-4 16,1 0 1-16,-1 6-1 0,1 4-9 15,-2-3-69-15,-1-2-66 16</inkml:trace>
  <inkml:trace contextRef="#ctx0" brushRef="#br0" timeOffset="85802.85">22088 12837 429 0,'0'0'15'0,"0"0"-2"15,0 0-10-15,0 0 6 16,38 12-4-16,-24-8-2 15,0-1-2-15,0 0 1 16,0 0-1-16,-1 1-7 16,-2-3-49-16,-4 0-88 0</inkml:trace>
  <inkml:trace contextRef="#ctx0" brushRef="#br0" timeOffset="85973.39">22157 12943 351 0,'0'0'18'16,"0"0"-3"-16,28 4 7 16,-7-4 6-16,5-2-17 15,0-2-7-15,2 0-1 16,0-3-2-16,-3 0-12 0,-3-2-121 16,-3-5-70-16</inkml:trace>
  <inkml:trace contextRef="#ctx0" brushRef="#br0" timeOffset="86130.65">22419 12856 426 0,'0'0'23'15,"0"0"-9"-15,0 41 4 16,7-23-3-16,2 1-12 16,1 2-2-16,0-3 2 15,0 0-2-15,-3-3-15 0,-4-8-117 16,-3-7-200-16</inkml:trace>
  <inkml:trace contextRef="#ctx0" brushRef="#br0" timeOffset="87109.93">22135 11250 175 0,'0'0'129'16,"0"0"-116"-16,0 0 22 0,0 0-19 16,0 0-9-16,0 0 0 15,0 0 2-15,32 7-3 16,-25 1-1-16,-1 2-3 15,-2 0 1-15,0 0-2 16,0-2 0-16,-3 0 0 0,0-2 0 16,-1-3-1-16,0 0 2 15,0-1-1-15,-2-2 1 16,-3 0 1-16,0-5-1 16,3-5 1-16,-1-5 0 15,3-2-1-15,0-3 0 16,8-1 1-16,9 1 0 0,0 2-2 15,4 5 2-15,1 6-2 16,0 7 2-16,-2 0-2 16,-1 14 0-16,-2 6-1 15,-1 6 1-15,-2 2 1 16,-1 0 0-16,-3-3-2 0,-4-6-98 16</inkml:trace>
  <inkml:trace contextRef="#ctx0" brushRef="#br0" timeOffset="87744.97">19275 13236 182 0,'0'0'52'0,"7"28"-49"0,-4-13 0 16,2 1 6-16,-1 2-3 15,1-1-3-15,-1-2 0 16,-1-2-2-16,0-3 1 16,1-7-14-16,-4-3-82 15</inkml:trace>
  <inkml:trace contextRef="#ctx0" brushRef="#br0" timeOffset="87939.92">19172 13106 1 0,'0'0'380'16,"0"0"-376"-16,0 0 28 15,-25-33-10-15,25 27-16 0,4 5-6 16,4 1 1-16,2 0-1 16,0 0-13-16,0 1-68 15,-1-1-43-15</inkml:trace>
  <inkml:trace contextRef="#ctx0" brushRef="#br0" timeOffset="88207.87">19483 13084 386 0,'0'0'15'15,"0"0"11"-15,0 0-20 16,0 0-3-16,39-11 0 0,-23 7-3 15,0 4 0-15,1 0 2 16,-3 0-2-16,1 0-15 16,-6 0-86-16,-4 3-39 15</inkml:trace>
  <inkml:trace contextRef="#ctx0" brushRef="#br0" timeOffset="88331.78">19509 13214 202 0,'0'0'115'0,"0"0"-94"16,0 0-14-16,49-10 7 0,-21-3-3 16,6 0-6-16,0 0-4 15,-2-2 1-15,-2-3-17 16,-5-2-168-16</inkml:trace>
  <inkml:trace contextRef="#ctx0" brushRef="#br0" timeOffset="88518.86">19819 13026 285 0,'0'0'136'0,"0"0"-136"15,21 38 10-15,-8-22 4 16,0 1-9-16,1 1-4 0,-3 0 1 16,0 0 0-16,-3-1-2 15,-3-6-44-15,-5-7-202 16</inkml:trace>
  <inkml:trace contextRef="#ctx0" brushRef="#br0" timeOffset="89174.38">19261 11508 235 0,'0'0'60'0,"0"0"-56"0,0 0 10 15,0 0-10-15,0 0-1 16,0 0 0-16,0 0 0 16,0 33-2-16,0-21 2 15,0-2-3-15,0-1 1 16,0-2-1-16,0-2 1 0,0-4 0 15,0-1 0-15,0-4 2 16,-1-8 0-16,1-6-2 16,0-3 0-16,0-4-1 15,10-1 2-15,2 2-2 16,0 6 13-16,1 6 13 16,3 8-11-16,-1 4-11 0,1 10 0 15,-1 8 0-15,3 6 0 16,-1 1-2-16,-2 2 0 15,-4-6-17-15,-5-6-163 16</inkml:trace>
  <inkml:trace contextRef="#ctx0" brushRef="#br0" timeOffset="89768.76">17056 13348 281 0,'0'0'69'15,"0"0"-66"-15,0 33 5 16,3-15 8-16,2 4-7 16,-1-1-5-16,2 3-2 0,-1-1 0 15,1-2 0-15,-1-3-2 16,0-2 0-16,-3-6-51 15,-1-6-67-15</inkml:trace>
  <inkml:trace contextRef="#ctx0" brushRef="#br0" timeOffset="89967.97">16982 13222 364 0,'0'0'11'16,"0"0"15"-16,-12-33-8 16,12 27-11-16,0 4-6 15,2 2 1-15,2 0-4 16,2 0-26-16,1 2-68 16,-4-1-53-16</inkml:trace>
  <inkml:trace contextRef="#ctx0" brushRef="#br0" timeOffset="90224.59">17240 13321 280 0,'0'0'155'0,"0"0"-147"15,0 0-6-15,0 0-1 16,0 0-1-16,30-14 1 16,-18 10-1-16,2 0 0 15,0 3 0-15,-1 1-8 16,-2-1-76-16,-4 0-45 0</inkml:trace>
  <inkml:trace contextRef="#ctx0" brushRef="#br0" timeOffset="90382.42">17264 13486 335 0,'0'0'30'15,"0"0"-14"-15,0 0 2 16,45-9 3-16,-21-3-10 16,4-3-7-16,0 1-3 15,1 0 1-15,-3-1-3 0,-3-2-81 16,-7-2-114-16</inkml:trace>
  <inkml:trace contextRef="#ctx0" brushRef="#br0" timeOffset="90552.16">17562 13290 307 0,'0'0'119'15,"0"0"-118"-15,20 38 6 16,-10-21 19-16,1 2-17 15,0 3 0-15,2-1-3 16,-1 1-4-16,0-3 0 0,-2-4-18 16,-6-8-161-16</inkml:trace>
  <inkml:trace contextRef="#ctx0" brushRef="#br0" timeOffset="91387.73">16893 11605 275 0,'0'0'99'15,"0"0"-94"-15,0 0-4 16,17 29 1-16,-7-18 5 0,-2 2 6 16,1 0 5-16,-2 0-7 15,-1-1-7-15,-2-3-2 16,-2-2 0-16,-1-1 0 16,-1-5 0-16,0-1 1 15,-2 0 1-15,-2-8-1 16,-1-7-1-16,2-4-1 0,2-5-1 15,1-5 0-15,4-1 0 16,8 0 1-16,2 6 6 16,4 5 0-16,1 11-3 15,-1 8-3-15,1 0 0 0,0 16-1 16,-2 6 1-16,0 4 1 16,0 2-1-16,-6-1 0 15,-6-9-75-15,-5-5-300 16</inkml:trace>
  <inkml:trace contextRef="#ctx0" brushRef="#br0" timeOffset="97380.9">20693 8821 72 0,'0'0'169'15,"0"0"-167"-15,0 0 3 16,0 0-2-16,0 0 12 16,0 0 5-16,0 0 1 0,0 0 6 15,0 0-14-15,0 0-11 16,0 0 1-16,0 0-1 15,-5 2-1-15,5 4 7 16,0 2 8-16,0 4-1 16,0 3 0-16,0 3-3 0,-2 7 0 15,1 3-6-15,1 3-2 16,-3 4-1-16,1 0-1 16,0-1-1-16,-1 0-16 15,-1-4-58-15,-1-7-49 16</inkml:trace>
  <inkml:trace contextRef="#ctx0" brushRef="#br0" timeOffset="98156.46">20644 9103 247 0,'0'0'5'0,"0"0"4"16,0 0-8-16,0 0 5 16,0 0 6-16,-31 27-4 15,21-19-3-15,0 0 0 16,-1 3-2-16,-3-2-2 0,-1 3 0 15,-2-1 0-15,0-1 0 16,0-1 1-16,2-1 0 16,2 0 2-16,3-2 7 15,4-2 0-15,3 2-4 0,3-2-2 16,0-1 0-16,6 1 6 16,4-1 2-16,2 0-3 15,1 0 0-15,2 0-4 16,-3 1-4-16,-2 2 1 15,-4 2-2-15,-6 2 0 0,0 1 2 16,-6 3 0-16,-7 1 0 16,-5 2 0-16,-3-1-1 15,-2 2-1-15,-2-3 1 16,2-2 4-16,2-1 4 16,0-1-1-16,4-2-3 15,6-1 0-15,2-1-3 0,5-1-2 16,4 0 1-16,0 0 0 15,8-3 2-15,7 2 1 16,3-1-1-16,4 0-1 16,1-2-2-16,4 2 0 15,0-1 0-15,-2 0-1 0,-1-1 2 16,-1 1-2-16,-4-2 0 16,-3 1 0-16,-3 0 0 15,-4 0 0-15,-3-1 0 16,-2 1 0-16,-3 1 0 15,-1 0 3-15,0 2 2 0,0 2 3 16,-3 3 1-16,-2 1-2 16,1 4 3-16,0 3-4 15,1 2 1-15,1 2-1 16,2 1-1-16,0 0-1 0,0 0-2 16,3-2-1-16,1 1-1 15,1-4 1-15,0 0-1 16,0-3-7-16,0-4-24 15,-3-2-26-15,-1-5-69 16,-1-4-39-16</inkml:trace>
  <inkml:trace contextRef="#ctx0" brushRef="#br0" timeOffset="98498.93">20858 9082 370 0,'0'0'9'0,"0"0"8"0,0 0-14 0,0 0-4 0,0 0 2 15,0 0 3-15,33 33 1 16,-18-18-1-16,2 0-2 16,0 1 0-16,-1 1-1 15,1-1-3-15,-3-3-86 16,-1-4-15-16</inkml:trace>
  <inkml:trace contextRef="#ctx0" brushRef="#br0" timeOffset="98925.48">21159 9134 352 0,'0'0'44'0,"0"0"-42"15,0 0-2-15,-36 14 1 16,22-5 1-16,-2 0 6 0,0 2 12 16,-3 1-2-16,2-1-11 15,1 1-4-15,1 0-2 16,3-2 1-16,3 1-2 16,1-2 2-16,2-1-2 15,4-2 0-15,0-1-2 0,2 0-7 16,0-1 0-16,0-3 5 15,0 1 2-15,2-1 2 16,1 1 0-16,-1-2 0 16,3 3 6-16,-3 1 6 15,1 3 0-15,-1 2 7 0,0 1-1 16,-1 4-4-16,-1 2-6 16,0 1-1-16,0 1-5 15,0-2-1-15,-1 2 0 16,-2 1 0-16,-1-1-1 15,2-1 1-15,-2 2-3 0,3-1-21 16,1 0-38-16,0-1-36 16,0-4-43-16</inkml:trace>
  <inkml:trace contextRef="#ctx0" brushRef="#br0" timeOffset="99184.78">21110 9559 446 0,'0'0'6'0,"0"0"10"0,0 0-12 16,-6 35 0-16,6-21 0 15,0 0 0-15,1 1 0 16,1-2-2-16,-2 0-1 15,2 0 0-15,-2 0-2 0,0-3-39 16,0-6-71-16,0-2-50 16</inkml:trace>
  <inkml:trace contextRef="#ctx0" brushRef="#br0" timeOffset="99355.14">21120 9486 356 0,'0'0'12'0,"0"0"-10"0,0 0 0 15,0 0-6-15,0 0-52 16,13-28-17-16,-11 20-144 16</inkml:trace>
  <inkml:trace contextRef="#ctx0" brushRef="#br0" timeOffset="99869.08">21282 9004 221 0,'0'0'148'16,"0"0"-134"-16,0 0 3 16,0 0-10-16,-4-30-4 15,4 27-2-15,5 3 1 0,-1 0 1 16,2 0 0-16,0 0-2 15,1 0-1-15,0 5 0 16,0 3 0-16,-2 1 0 16,-1 2 1-16,-3 2-1 15,-1 3 0-15,0 0 0 16,0 0 3-16,-4 1-4 0,-3-2 2 16,-2 0-1-16,-1-2 0 15,2 0 1-15,0-3-1 16,2 0-1-16,3-4 1 15,3-1 1-15,0 0-1 16,2-4 0-16,7 1 4 0,3-1 5 16,3 0-4-16,2-1-3 15,4 0-1-15,-1 2 0 16,-2 1-1-16,1 1 1 16,-4 0-53-16,-5-2-112 15</inkml:trace>
  <inkml:trace contextRef="#ctx0" brushRef="#br0" timeOffset="100079.71">21349 9458 288 0,'0'0'174'0,"0"0"-118"0,0 0-29 0,0 0-22 16,48 4 7-16,-22-6-6 16,3 0-2-16,2-1-3 15,-1 3 0-15,-2-5-20 16,-5-3-109-16</inkml:trace>
  <inkml:trace contextRef="#ctx0" brushRef="#br0" timeOffset="101190.61">21940 9262 74 0,'0'0'175'0,"0"0"-163"16,0 0 1-16,0 0-2 0,0 0 15 16,0 0 3-16,0 0-2 15,0 0-8-15,0 0-9 16,0 0-5-16,0 0-2 15,0-33 0-15,8 26 0 0,3 0-1 16,-1 1 0-16,2 3 0 16,-2 1 0-16,1 2 0 15,0 0-1-15,-1 1-1 16,0 7 2-16,-3 3-2 16,0 2 2-16,-2 5-1 0,-3 1 0 15,-2 5 1-15,0 0-1 16,-3 3 0-16,-6-1-1 15,-2 0 1-15,-3 0-1 16,-1-1 0-16,-1-3 1 16,-1-1 0-16,2-4-1 0,-2 0 0 15,4-4 1-15,2-4 0 16,4-2-1-16,4-1 0 16,3-3 0-16,0-2 0 15,13-1 3-15,7 0 2 16,5-2-2-16,5-5-1 15,2 1-2-15,-1 0 1 0,0 1-1 16,-6 1-57-16,-3-2-83 16</inkml:trace>
  <inkml:trace contextRef="#ctx0" brushRef="#br0" timeOffset="101816.86">22219 9391 117 0,'0'0'181'0,"0"0"-154"0,0 0-22 16,0 0 3-16,0 0 21 15,-3 36-4-15,3-25-7 16,1 1-2-16,1-1-7 16,-2 1-5-16,3 0 1 0,-3-2-2 15,0 0-1-15,0-1 0 16,0-2-1-16,0-2 1 15,0-2-1-15,-3-1 1 16,2-2-1-16,-1 0 3 16,1 0 2-16,0-2-1 0,1-4-1 15,0-3-1-15,0-1-1 16,0-1-1-16,2 0-1 16,1 0 0-16,2-1 1 15,3 0-1-15,-1 0 0 0,1 1 0 16,2-1 1-16,1 0 3 15,0 1 2-15,-1-1 8 16,1 4 3-16,-2-2-1 16,1 4-4-16,-1 2-1 15,0 0-4-15,0 3 0 16,-4 1-2-16,2 0-3 0,1 2 0 16,-3 6 0-16,0 2-1 15,-1 2 3-15,1 1-3 16,-1 0 0-16,1 2 0 15,0 1 0-15,0-1 0 16,0 0 0-16,-2-2-2 16,3 1-16-16,-4-4-32 0,1-1-37 15,0-6-83-15</inkml:trace>
  <inkml:trace contextRef="#ctx0" brushRef="#br0" timeOffset="102754.2">22718 9107 203 0,'-6'0'83'0,"2"0"-58"16,1 0 6-16,3 0 1 15,0 0-24-15,3 3 12 16,4 4 7-16,4 3-3 0,3 1-4 16,3 2-8-16,0 2-9 15,-1 3-1-15,0 0-1 16,-2-1 0-16,-4-2-3 16,-3 1-19-16,-1-2-30 15,-3-5-54-15,-2-4-32 16</inkml:trace>
  <inkml:trace contextRef="#ctx0" brushRef="#br0" timeOffset="103048.83">23076 9183 309 0,'0'0'10'0,"0"0"26"16,-37 8-20-16,21-2 6 15,-2 1-4-15,-1 3 2 16,-2 1-4-16,2 1-9 16,-1 2-5-16,3 1-2 0,0 0 1 15,1-1-1 1,4-1-10-16,0 0-27 0,3-2-35 15,0-4-19-15,5-2-144 16</inkml:trace>
  <inkml:trace contextRef="#ctx0" brushRef="#br0" timeOffset="103344.52">22830 9376 264 0,'0'0'28'16,"0"0"1"-16,0 0-13 16,0 0 26-16,0 0-4 0,5 29-4 15,-1-17-1-15,0 2-16 16,-1 3-8-16,-2 3-5 15,-1 1-2-15,0 0-2 16,0 0 1-16,-4-1 0 0,-2-1-2 16,0-5-16-1,-1 0-36-15,0-7-64 0,1-3-48 16</inkml:trace>
  <inkml:trace contextRef="#ctx0" brushRef="#br0" timeOffset="103708.71">22706 9015 278 0,'0'0'38'15,"0"0"23"-15,0 0-35 16,0 0-8-16,30-20-2 0,-9 16 0 15,3 3 4-15,4-1-3 16,1 1-10-16,2 1-5 16,-1 0-2-16,-3 1 1 15,0-1-2-15,-3 0-38 0,-2 0-72 16,-4 0-55-16</inkml:trace>
  <inkml:trace contextRef="#ctx0" brushRef="#br0" timeOffset="104102.97">23231 8913 237 0,'0'0'88'16,"0"0"-27"-16,0 0-28 15,23-35-5-15,-13 28-10 16,0 1-2-16,1 3-4 16,-4 0-1-16,0 3-7 15,-3 0-3-15,0 3-1 0,-4 5 1 16,0 4-1-16,0 1 1 16,-8 4-1-16,-1 1 1 15,-3 1 0-15,2 2-1 16,-1 0 0-16,2 1 0 15,2-2 0-15,5-1 1 0,2-4-1 16,0-2 0-16,9-5 0 16,7-3 0-16,5-2-3 15,0-1-4-15,4-2-29 16,1 0-60-16,-4 0-85 16</inkml:trace>
  <inkml:trace contextRef="#ctx0" brushRef="#br0" timeOffset="104484.03">23157 9508 139 0,'0'0'244'0,"0"0"-196"0,0 0-24 15,0 0-12-15,0 0 4 16,0 0 12-16,0 0 4 15,31 8-6-15,-9-8-13 16,6 0-7-16,4 0-3 16,1 0 0-16,1 0-2 0,-3 0-1 15,-3-2 1-15,-4 2-1 16,-6 0-2-16,-3 0-28 16,-5-1-37-16,-2-2-60 15,-8-4-70-15</inkml:trace>
  <inkml:trace contextRef="#ctx0" brushRef="#br0" timeOffset="104751.13">23347 9430 134 0,'0'0'161'16,"0"0"-122"-16,0 0-22 15,0 0-13-15,0 0 20 16,0 0 5-16,-7 39-2 0,7-25-7 16,0 3-10-16,0 3-6 15,0 3-2-15,-2 1-2 16,0 0 1-16,-4 0-19 16,2-4-50-16,-2-5-67 15</inkml:trace>
  <inkml:trace contextRef="#ctx0" brushRef="#br0" timeOffset="105253.18">23592 9473 64 0,'0'0'399'16,"0"0"-390"-16,0 0-6 15,10 28-3-15,-7-14 1 16,3 0 0-16,-1 3-1 16,-2-1 6-16,0 2 1 15,-3 0-4-15,0 1-1 0,0-4-1 16,0-2-1-16,-5-3 1 15,1-5 0-15,0-4 1 16,0-1 2-16,1-1-1 16,0-9-2-16,2-2 1 15,1-4-2-15,0-2 2 0,0-2-2 16,3 2 0-16,3 1 0 16,0 1 0-16,1 4 0 15,2 2 0-15,-1 2 0 16,2 4 0-16,0 0 1 15,0 1 2-15,-3 2 3 0,3 2 3 16,-2-1-3-16,1 1-1 16,-1 6 0-16,2 1 1 15,-3 1-1-15,3 3-2 16,0 1-3-16,-1-1 1 16,0 2 0-16,1 0-2 0,-3 0-21 15,0-1-40-15,-2-4-71 16,0-4-70-16</inkml:trace>
  <inkml:trace contextRef="#ctx0" brushRef="#br0" timeOffset="105638.02">23927 9232 256 0,'0'0'70'0,"0"0"-28"0,0 0 0 0,32-7-21 0,-17 7-8 0,3 9-1 15,2 2-3-15,1 2-4 16,1 2-2-16,1 0-2 16,0 2 0-16,-2-4-1 15,-1-1-33-15,-2-6-90 16,-1-3-52-16</inkml:trace>
  <inkml:trace contextRef="#ctx0" brushRef="#br0" timeOffset="105885.99">24300 9260 191 0,'0'0'215'0,"0"0"-212"0,0 0-2 16,-33 19 0-16,25-12 1 16,1 2-1-16,-2 1 3 15,2-1 3-15,-1 2-3 16,0 0-4-16,2 1 0 16,-2-1 1-16,0-1-17 15,3 1-65-15,-3-5-17 0,1 0-116 16</inkml:trace>
  <inkml:trace contextRef="#ctx0" brushRef="#br0" timeOffset="106073.7">24177 9424 240 0,'0'0'78'16,"0"0"-3"-16,0 0-67 15,0 0 29-15,1 29-4 16,0-15-3-16,0 2 0 15,-1 4-15-15,0 1-11 0,0 1-4 16,0 0 1-16,-2 0-7 16,-3-4-61-16,-3-7-98 15</inkml:trace>
  <inkml:trace contextRef="#ctx0" brushRef="#br0" timeOffset="106406.35">23892 9142 425 0,'0'0'20'16,"33"-17"22"-16,-7 9-26 16,10 1 1-16,3 0-6 0,6 2-3 15,1 0-2-15,1 2-3 16,-3 1-2-16,-2 3-1 15,-4-1-32-15,-5-6-89 16,-1-2-203-16</inkml:trace>
  <inkml:trace contextRef="#ctx0" brushRef="#br0" timeOffset="106753.91">24609 9016 232 0,'0'0'170'0,"40"-25"-114"0,-21 15-23 16,-1 3-11-16,-2 4-13 16,-5 3-3-16,-4 0-2 15,-4 8-3-15,-3 4 0 16,0 5 1-16,-7 1 0 15,-4 3 0-15,-1-1 0 16,-1 2-2-16,-1-3 1 0,2-2-1 16,1 0 0-16,2-2 0 15,6-3 0-15,3-2 1 16,1-1-1-16,10-3 0 16,9-1 1-16,5-2 0 15,6 0 0-15,7 0-1 0,2-3-34 16,2-1-105-16</inkml:trace>
  <inkml:trace contextRef="#ctx0" brushRef="#br0" timeOffset="107423.96">20778 10600 237 0,'0'0'213'0,"0"0"-179"0,0 0-12 16,0 0-20-16,45-9-1 16,-19 6 0-16,-2 1 0 15,0 2 0-15,0 0-1 16,-5 0 1-16,-2 0-1 0,-6 5-26 15,-4 0-60-15,-6-1-68 16</inkml:trace>
  <inkml:trace contextRef="#ctx0" brushRef="#br0" timeOffset="107594.99">20751 10738 404 0,'0'0'41'0,"0"0"-14"15,38 4-25-15,-6-8 0 16,10-4 0-16,6-3 0 0,4-2-1 16,1-1 0-16,-2 1-16 15,-4-2-103-15,-4-3-108 16</inkml:trace>
  <inkml:trace contextRef="#ctx0" brushRef="#br0" timeOffset="107830.51">21723 10126 410 0,'0'0'63'0,"0"0"-37"16,0 0-15-16,9 29-10 15,-3-10 1-15,0 2-1 16,0 2-1-16,1 0 1 0,-3 2 0 16,0-1 0-16,1-1-2 15,-1-2-42-15,0-5-56 16,-3-6-73-16</inkml:trace>
  <inkml:trace contextRef="#ctx0" brushRef="#br0" timeOffset="108504.9">21734 10324 310 0,'0'0'103'0,"0"0"-84"0,-33 5 1 16,21 1-6-16,0 3-4 16,-3 2 3-16,-2 2 7 15,-5 2-3-15,-2 0-2 16,-1 3-7-16,-2-1-5 15,0 1-1-15,0-2-2 0,3-1 1 16,4-1 0-16,5-4 1 16,8-1-2-16,5-2 0 15,2 1 0-15,15-3 1 16,5 2 1-16,6-1-1 0,4 1 0 16,1 1-1-16,-1 2 1 15,-3 0-1-15,-5 0 0 16,-7 2 0-16,-6-1 0 15,-8 0 0-15,-1 1 0 16,-12 1 1-16,-8-1-1 16,-4 1 1-16,-7-1-1 0,0 1 0 15,0-3 1-15,0 0-1 16,4-2 0-16,6 0 0 16,6 0 0-16,5-4 0 15,7 2 1-15,3-1-2 16,5 0 1-16,8 0-1 0,4 0 2 15,2 0-1-15,2 1 0 16,1-2 0-16,-1 1 0 16,-1 0 0-16,-1-2 0 15,-1-2 0-15,-3 0 1 16,-1-1-1-16,-1 0 0 0,-2 0 2 16,-1 0 9-16,-3 0 10 15,0 0-4-15,0 0 3 16,-3 3-3-16,3 2-11 15,-1 2-1-15,-1 4-2 16,1 1-1-16,0 1-1 0,0 2 0 16,-1-1-1-16,-2 3 0 15,1 0 1-15,-3-2-1 16,1 1 0-16,-2-1 0 16,0 2-4-16,-1-1-18 15,1-1-24-15,0-2-17 16,0-5-11-16,0-6-134 0</inkml:trace>
  <inkml:trace contextRef="#ctx0" brushRef="#br0" timeOffset="108847.85">22009 10363 409 0,'0'0'38'0,"0"0"14"0,0 0-39 15,0 0-12-15,0 0 3 16,0 0 0-16,38 42 3 16,-25-27-3-16,-2 1-2 15,1 1-1-15,0-1-1 0,1-1-13 16,-3-2-70-16,2-8-67 16,-2-5-81-16</inkml:trace>
  <inkml:trace contextRef="#ctx0" brushRef="#br0" timeOffset="109180.67">22317 10410 387 0,'0'0'22'0,"0"0"29"16,0 0-37-16,-39 11 3 16,20-1 2-16,-2 2 3 0,-1 1-3 15,1-2-4-15,3 0-10 16,3-1-2-16,3-2-2 15,4-2 0-15,3-1-1 16,3-2 1-16,2-1 0 16,0 0-1-16,2 0 2 0,5 4 0 15,0 1 2-15,2 4 2 16,-4 6 2-16,1 2-1 16,-2 4 2-16,-1 2-5 15,-3 3-1-15,0 2-2 16,0-3-1-16,-1 0 1 0,-5-6-2 15,1-2-23-15,3-7-34 16,0-6-45-16,2-6-88 16</inkml:trace>
  <inkml:trace contextRef="#ctx0" brushRef="#br0" timeOffset="109414.04">22326 10746 325 0,'0'0'158'0,"0"0"-123"16,0 0-18-16,0 0 25 0,3 38-21 15,-2-27-4-15,2 2-4 16,0-2-8-16,-2 1-3 16,1-2-1-16,-1 0 0 15,0-4-3-15,0 2-28 0,-1-4-36 16,0-2-37-16,0-2-79 15</inkml:trace>
  <inkml:trace contextRef="#ctx0" brushRef="#br0" timeOffset="109554.29">22343 10696 375 0,'0'0'15'16,"0"0"-4"-16,0 0-8 15,0 0-4-15,14-32-36 16,-9 27-53-16,-1-3-29 0</inkml:trace>
  <inkml:trace contextRef="#ctx0" brushRef="#br0" timeOffset="109929.47">22455 10367 344 0,'0'0'42'0,"0"0"21"16,26-33-31-16,-13 26-12 15,-3 4-7-15,0 3-6 16,-2 0 0-16,-3 1-5 15,-2 8-1-15,-3 2 0 16,0 4 1-16,-4 0-1 0,-3 1 0 16,-3-1 0-16,1 0-1 15,1-2 1-15,0-1-1 16,4-3 1-16,1-3-2 16,3 1 1-16,0-3 0 0,6-2-1 15,7-2 3-15,5 2-1 16,2-2-1-16,6 0-1 15,2 1-17-15,0-1-25 16,2 0-42-16,-1-5-50 16</inkml:trace>
  <inkml:trace contextRef="#ctx0" brushRef="#br0" timeOffset="110208.89">22866 10619 348 0,'0'0'173'15,"0"0"-116"-15,32 0-37 16,-9-5-8-16,5 1-9 15,2-1-2-15,2 1-1 16,-3 0 1-16,0 0-6 16,-3-3-70-16,-4-6-165 0</inkml:trace>
  <inkml:trace contextRef="#ctx0" brushRef="#br0" timeOffset="110954.27">23495 10407 82 0,'0'0'311'0,"0"0"-272"0,0 0-4 15,0 0-31-15,10 36 7 16,-6-20 4-16,1 1 1 15,0 3-1-15,0 1-4 0,0 0-4 16,-1-2-3-16,-3-3-2 16,0-1-2-16,-1-4 2 15,0-4-2-15,0-4 2 16,0-3 3-16,-4 0 2 16,-1-3 2-16,2-3-5 0,-4-4-2 15,4 0-1-15,-1-3 0 16,3-1-1-16,1 0 1 15,0-1-1-15,0 1 0 16,4 0 1-16,3 2-1 16,4 2-1-16,2 0 1 15,0 3 1-15,5-1-2 0,0 5 1 16,1 0 0-16,0 3 0 16,1 0 2-16,-3 1-1 15,0 7 1-15,-3 3 2 16,-2 3-3-16,0 2 1 15,-1 1-1-15,-1 0-1 0,0 1 1 16,-2 0-1-16,-1-1-33 16,-3-4-57-16,-2-6-110 15</inkml:trace>
  <inkml:trace contextRef="#ctx0" brushRef="#br0" timeOffset="111316.33">24098 10256 277 0,'0'0'148'0,"0"0"-105"0,0 0-10 15,0 0-25-15,35 10-6 16,-16 0 2-16,3 5-1 15,1 1 0-15,2 1-3 16,-1 0 1-16,-3 0-2 0,0-2-33 16,-5-3-54-16,-3-6-42 15,-3-4-90-15</inkml:trace>
  <inkml:trace contextRef="#ctx0" brushRef="#br0" timeOffset="111638.02">24429 10317 418 0,'0'0'7'0,"0"0"24"15,-35 2-16-15,20 6 1 0,-4 0-4 16,0 1 7-16,2-1 6 16,1 2-9-16,1-2-8 15,3 0-5-15,3 0-2 16,3-1 0-16,2 0-1 15,3-1 1-15,1 0 0 16,0 3 0-16,3 3 1 0,1 3 2 16,0 4 6-16,-1 4 5 15,0 4-1-15,-3 1-7 16,0 0-5-16,0 0 0 16,0-3-2-16,0-6 0 15,-5-4-40-15,-2-11-58 0,-1-4-141 16</inkml:trace>
  <inkml:trace contextRef="#ctx0" brushRef="#br0" timeOffset="111934.07">23997 10226 446 0,'0'0'34'16,"0"0"12"-16,0 0-35 16,38-11 6-16,-9 8 0 0,8-1-9 15,6 2-1-15,7-1-5 16,5 2 0-16,3 0-2 15,-1 1 0-15,-2-1-26 16,-7-7-83-16,-6-2-129 16</inkml:trace>
  <inkml:trace contextRef="#ctx0" brushRef="#br0" timeOffset="112219.35">24670 10107 457 0,'0'0'28'0,"0"0"5"16,43-28-9-16,-27 23 8 15,-4 5-6-15,-2 0-6 16,-4 2-12-16,-3 9-5 0,-3 3-2 16,-1 4 0-16,-6 2 0 15,-3 1 0-15,-3 2 0 16,1-1 0-16,1-1-1 15,3-1 0-15,1-2 0 16,6-3-1-16,1-2 0 0,6-4-1 16,12-3 3-16,9-1-2 15,12-2 0-15,9-3-15 16,7 1-35-16,1-13-70 16,-4-13-253-16</inkml:trace>
  <inkml:trace contextRef="#ctx0" brushRef="#br0" timeOffset="151333.6">15128 12927 36 0,'-1'0'22'16,"1"0"1"-16,-2 0 3 16,2 0-4-16,-1 0-2 0,0 0-4 15,-1-2 31-15,1-1-20 16,-1-1 1-16,0 1 2 16,1 2-11-16,0 0-5 15,1 0 0-15,0 0-3 16,-1 1-6-16,1 0-6 0,0 0 3 15,0 0 4-15,0 2-5 16,4 0 3-16,2 1 2 16,2-1 1-16,0 1 4 15,4-1-6-15,-3 0 0 16,2-1-3-16,1 1 0 0,-2-1 0 16,-1 0 0-16,-1-1 0 15,1 0 5-15,-1 0-3 16,2 0 0-16,-4 0 0 15,2-2 0-15,0-3 3 16,2 0-2-16,-2-2-2 16,1-1 0-16,0 0-2 0,0 0 3 15,0-1-3-15,-2 1 0 16,2-2 2-16,-2 2-1 16,-1-2-1-16,0 0 1 15,-1-1 0-15,0 2 0 0,-1-2-1 16,-1 0 2-16,1 1-1 15,-1-1-1-15,1 1 0 16,2-1-1-16,0 1 1 16,1 0-2-16,1 2 1 15,0-2 0-15,2 0 0 16,0 2 0-16,0 0 0 0,2 0 1 16,0 1-1-16,0 1 1 15,1 2-1-15,2-1 0 16,-2 3 0-16,1 1 0 15,-1 1 0-15,1 0 1 16,-1 0-2-16,1 1 2 16,-1 1-2-16,-1 4 2 0,1-2-1 15,-3-1 0-15,-1 1 1 16,-3-1-2-16,0-1 2 16,-3-1-1-16,0 2 0 15,-3-3 1-15,0 0-1 0,0 0 0 16,0 0 2-16,0 0 4 15,0 0 1-15,-2 0-5 16,-2 0-1-16,0 0 0 16,1-3 0-16,-1 0 0 15,1-1-1-15,1-1 0 0,1-1 1 16,-1-1-1-16,1 1-1 16,1-1 2-16,0-1-2 15,0-1 0-15,4 0 1 16,1-1-1-16,2 1 3 15,3-2 0-15,-2-1-2 0,4 1 2 16,1-1-1-16,3 0-1 16,-1-1 1-16,3 0 0 15,-1 2-1-15,0-1 1 16,-1 0-2-16,1 0 3 16,-1 1-2-16,0-2 0 0,-1 2 1 15,0-1 0-15,-1 0 0 16,-2 2 1-16,0-1 0 15,-2 1 2-15,0 2-1 16,-3 0-1-16,0 1 2 16,-1 2-3-16,-1 0 0 0,-2 0 0 15,-2 0 0-15,-1 2 0 16,0-2 3-16,0-2-1 16,0 1-1-16,-6-4-1 15,1 0 0-15,-4-3 0 16,1-3 1-16,-2-3 1 0,0-1-3 15,0-3 0-15,1 0 1 16,0 0-2-16,3 3-4 16,-2 5 2-16,4 2-2 15,1 3-39-15,-1 0-83 16</inkml:trace>
  <inkml:trace contextRef="#ctx0" brushRef="#br0" timeOffset="152344.66">14979 13523 337 0,'-14'5'4'0,"1"3"3"15,2 4 5-15,1 5-6 16,2 4 0-16,2 3 1 16,-1 1 7-16,4 2 4 0,1-1 0 15,2 0 0-15,0-1-11 16,8-3 1-16,4-1-6 15,1-3 1-15,3-3-3 16,1-3 0-16,3-5-1 16,2-3-1-16,0-4 2 0,2 0 1 15,-2-8-2-15,-2-3-34 16,-4-3-33-16,-4-2-37 16,-3-4-17-16</inkml:trace>
  <inkml:trace contextRef="#ctx0" brushRef="#br0" timeOffset="153114.1">15114 13650 345 0,'0'0'7'16,"0"0"8"-16,0 0-13 0,0 0 5 16,0 32 7-16,9-23 9 15,1 1 3-15,2 0-7 16,1 0-9-16,2 0-6 15,-1-2-3-15,2-1 0 16,-2-3 1-16,0-2-2 0,-3-2 2 16,0 0 1-16,-2-6-1 15,-2-2-1-15,-4-4 0 16,-1 1-1-16,-2 1-5 16,0-2-1-16,-7 2 3 15,-5 2-6-15,-2 3-6 0,-2 1 12 16,-2 2 1-16,-2 2 2 15,0 0 0-15,0 3 1 16,2 1-1-16,3 0 0 16,1-2 1-16,5 0-1 15,1-2 1-15,6 0 0 16,2-5 1-16,0-4-1 0,4-4 2 16,6-2-2-16,2 0 0 15,4 0-1-15,-1 0 1 16,2 1 0-16,1 2 0 15,-2 3 2-15,2 0 1 16,-1 4 2-16,-3 1 0 0,2 4 0 16,-1 0-2-16,-2 0-1 15,2 2-1-15,-2 3-1 16,-2 2 0-16,-1-2-1 16,0 1 2-16,-2-1-2 0,-4-1 0 15,1-2-2-15,-4 0 4 16,1 0-2-16,-2-2 0 15,0 0 2-15,0 0 8 16,0-4-4-16,-6-2-3 16,2-2-2-16,-4 0 0 0,3-2-1 15,-2 1 1-15,3 0 0 16,-2-1 0-16,2 1 2 16,1 1 10-16,2 0 4 15,1-2 0-15,0 3-4 16,1-1-7-16,5 2-2 15,5 1-3-15,-1 1-1 0,0 3 0 16,2 1 0-16,1 0-1 16,0 1-2-16,-1 4 2 15,1 3 1-15,0-1-2 16,1 1 1-16,-2 1-14 0,0-1-33 16,-2 0-12-16,-3-3-41 15,-3-2-50-15</inkml:trace>
  <inkml:trace contextRef="#ctx0" brushRef="#br0" timeOffset="153443.07">15304 13266 403 0,'0'0'4'0,"0"0"-1"0,0 0-2 15,0 0-1-15,0 0 4 16,40 12 10-16,-21 0 6 0,1 3-2 16,2 1-8-16,0 4-4 15,-1 3-4-15,-1 3-2 16,-2 1 1-16,-1 1-1 15,-3-1 0-15,-4-4-6 16,-2-4-31-16,-5-6-34 0,-3-5-70 16</inkml:trace>
  <inkml:trace contextRef="#ctx0" brushRef="#br0" timeOffset="154046.81">15425 13468 352 0,'0'0'3'0,"0"0"18"15,0 0 15-15,0 0-13 16,0 0-2-16,-9-31 5 15,13 20-5-15,0 0-2 0,3 0-8 16,1-1-6-16,1 1-3 16,-1 4-1-16,1-1 0 15,-1 3 0-15,2 0-1 16,-3 3 0-16,3 3 0 16,-1-1-1-16,-1 0 1 0,2 1 0 15,-2 4 1-15,1 0 0 16,1 2-1-16,-2-1 0 15,0 2 0-15,1-2-1 16,-2 0 0-16,-1 0 1 16,-1-2 0-16,-2 1 0 15,-2-2-1-15,1-1 1 0,-2-1-1 16,0 1 0-16,0-2 5 16,0 0 0-16,-2 0-1 15,-2-3-2-15,-3-4 2 16,-1-3-1-16,3-2 3 15,-2-3-4-15,2 0 0 0,1-2 1 16,1 2 0-16,2 3-1 16,1-1 0-16,0 2 3 15,1 2 5-15,6 1-5 16,3 2-1-16,1 2-2 16,2 1 0-16,-1 3-2 0,3 0 0 15,0 6 0-15,-1 3-1 16,-1 1 0-16,0 1 1 15,-5 1-3-15,1 1-33 16,-4-1-33-16,-3-4-35 16,-2-1-85-16</inkml:trace>
  <inkml:trace contextRef="#ctx0" brushRef="#br0" timeOffset="154299.98">15475 13148 429 0,'0'0'0'0,"0"0"0"0,0 0 1 16,0 0-5-16,0 0 4 15,0 0 0-15,0 0-1 16,0 0-4-16,0 0-37 15,0 0-72-15,0 0-58 16</inkml:trace>
  <inkml:trace contextRef="#ctx0" brushRef="#br0" timeOffset="154765.26">15524 12999 402 0,'0'0'4'0,"0"0"-10"16,0 0 5-16,27 38 1 16,-9-21 9-16,2 2 9 15,1-2-1-15,2-2-5 16,2 1-5-16,-2 0-4 0,-1-4-2 16,-5 0 0-16,-4-4 0 15,-3-1-2-15,-5-5 3 16,-3-2-2-16,-2 0 3 15,0-4 8-15,-3-5-9 0,-3-3-1 16,-1-1 0-16,3 2 0 16,-2 0-1-16,5 3 0 15,1 3 1-15,0 1-2 16,0 2 1-16,7 2-2 16,1 0 1-16,4 6-1 15,0 2 0-15,1 3 1 0,-2 1-2 16,-2 0 2-16,-1-1 1 15,-2-1-1-15,-2 0 2 16,-2-1-2-16,-2-3 1 16,0 2 0-16,0-2 0 15,-7 0 1-15,-2-1 0 0,-2-1-3 16,0-1 0-16,-1-2-3 16,1-1 1-16,1 0-5 15,3 0-15-15,1 0-23 16,2-3-17-16,3-4-6 15,1-1-77-15</inkml:trace>
  <inkml:trace contextRef="#ctx0" brushRef="#br0" timeOffset="155197.81">15807 13031 390 0,'0'0'8'0,"0"0"31"16,0 0-39-16,0 0 0 16,0 0 1-16,0 0 0 0,0 0 4 15,19 34 2-15,-6-29-2 16,2 0-4-16,-1 0 2 16,-1-1-1-16,2-2-4 15,-5-1 2-15,-4-1-6 16,-1 0-10-16,-2-7-4 0,-3-3 1 15,0-2 2-15,0-2 6 16,-4 1 8-16,-2 1 4 16,2 2 0-16,-1 0 6 15,2 2 6-15,2 3 1 16,1 2 3-16,0 1-6 0,3 2-7 16,4 0-1-16,3 0 4 15,0 0-1-15,2 3-4 16,0 1-1-16,1 0-1 15,-2 0 0-15,0-1 0 16,-2 1-11-16,-3-4-59 0,-3 0-68 16</inkml:trace>
  <inkml:trace contextRef="#ctx0" brushRef="#br0" timeOffset="155604.03">15841 12808 351 0,'0'0'4'15,"0"0"19"-15,0 0-19 0,-3 28 3 16,14-17 0-16,4-1 1 16,1 0 4-16,2 0-2 15,1 0-6-15,-2 0-3 16,0 0 0-16,-3 0-1 15,-4-3 1-15,-1-3 0 0,-2-1-1 16,-5-3 1-16,-2 0 2 16,0-3 4-16,0-4-4 15,-4-1-1-15,-3-1 0 16,3 1 6-16,-1 1 23 16,3 1-11-16,0 0-6 15,2 2-7-15,0 1-6 0,3-1-1 16,6 1 1-16,1 2-1 15,2 2 0-15,2-1-1 16,0 3 1-16,-1 2 0 16,1 1-1-16,0 1 1 15,-4 0 0-15,1-1 0 0,-2 1-20 16,-5-2-78-16,-3-4-67 16</inkml:trace>
  <inkml:trace contextRef="#ctx0" brushRef="#br0" timeOffset="155768.89">15943 12757 414 0,'0'0'3'16,"0"0"-2"-16,0 0-1 0,0 0-5 15,0 0-25-15,0 0 13 16,0 0-1-16,0 0-55 15,0 0-105-15</inkml:trace>
  <inkml:trace contextRef="#ctx0" brushRef="#br0" timeOffset="156148.98">16065 12775 184 0,'0'0'132'0,"0"0"-131"15,0 0-5-15,9 27 8 16,-1-20 1-16,-2-2 3 16,2 0 2-16,2-1 0 15,0-1-5-15,0 0-1 16,-1-3-4-16,0 2 1 0,-2-2 0 16,-2 0-1-1,-1 0 2-15,0-6-2 0,-4 0 1 16,0-3 1-16,-2 0 0 15,-5-1-2-15,0 0 1 16,-4 0 0-16,1 2 0 16,-1 2 9-16,0 2 3 0,-2 3-10 15,-2 1-1-15,2 0-2 16,0-2 0-16,-1 4 1 16,4 2-1-16,4 1 0 15,0-2 0-15,4 0-2 0,2 1-33 16,0-3-51-16,4-1 5 15</inkml:trace>
  <inkml:trace contextRef="#ctx0" brushRef="#br0" timeOffset="156536.01">16112 12692 348 0,'0'0'1'16,"0"0"10"-16,0 0-12 15,0 0 1-15,0 0 0 16,29 17 1-16,-21-12 2 0,1 1 2 16,1-1-2-16,-3 0-2 15,-1-2 1-15,-1 1-2 16,-3-3 0-16,-1-1 1 16,-1 0-1-16,0 0 3 15,0-1 3-15,-2-7-5 0,-3-2 1 16,0-2 0-16,2 1-1 15,-3 0 1-15,3 2-2 16,-2 1 4-16,3 3-3 16,-1 0 6-16,3 3 16 15,0 0 2-15,0 2-1 0,0 0-16 16,6 0-8-16,4 0 0 16,1 5 0-16,3 0 0 15,-2 3 0-15,3-2 0 16,1 1-1-16,1-2 2 15,-1 0-2-15,0-1-8 0,-3-4-82 16,-2 0-65-16</inkml:trace>
  <inkml:trace contextRef="#ctx0" brushRef="#br0" timeOffset="157063.79">16184 12392 411 0,'0'0'-13'0,"0"0"32"0,0 0-18 16,0 0-1-16,20 31 2 15,-7-21 2-15,1 3 1 16,3-1 3-16,-3-1-3 0,2 1-4 15,-5-2 0-15,0-3-1 16,-6 1 1-16,0-4-1 16,-2-2 1-16,-3-2-1 15,1 0 3-15,-1-6 2 16,0-3-3-16,0-3-1 0,0-2-1 16,0 3 1-16,0 1-1 15,1 4 0-15,2 0 2 16,1 6-2-16,1 0-2 15,0 0 1-15,3 8 0 16,0 1 0-16,-1 3 1 16,0 1 0-16,1-1 0 0,-4 0 0 15,-1-1-1-15,0-3 1 16,-3 1 0-16,0-3 0 16,0 0 0-16,0-3 0 15,-3 2-1-15,-2-2 1 16,-2-3-8-16,2 2-41 0,-3-2-11 15,3 0 1-15,0 0 9 16,3 0-20-16,2-4-70 16</inkml:trace>
  <inkml:trace contextRef="#ctx0" brushRef="#br0" timeOffset="157488.94">16389 12397 322 0,'0'0'8'0,"0"0"45"0,0 0-35 15,0 0-17-15,0 0-1 16,0 0 4-16,0 0 2 16,0 0 1-16,0 0-2 15,0 0-3-15,28 28-2 0,-21-24 1 16,3-4-1-16,-3 0 2 15,0 0-2-15,0-7 1 16,-2-4-1-16,0-3-5 16,-2 1-6-16,1-1 6 15,-1 1 4-15,1 4 2 0,3 2-1 16,0 4 0-16,1 3-1 16,5 1 1-16,-1 9-1 15,2 4 2-15,2 3 3 16,-2 1 1-16,-1 1 2 15,0-3-2-15,-4-1 2 0,-4-2 1 16,-2-1-2-16,-3-3 2 16,-1 0 0-16,-8 1-4 15,-5-1-2-15,-3 1 0 16,-5-1-8-16,-2-2-124 16</inkml:trace>
  <inkml:trace contextRef="#ctx0" brushRef="#br0" timeOffset="158060.66">16012 13754 456 0,'0'0'1'0,"0"0"10"0,0 0-9 16,0 0-1-16,28 38 0 16,-6-16 2-16,2 4 6 15,3 2 2-15,1 4-7 16,-1 4 1-16,-1 2-2 0,-3 0-2 16,-3-1-1-16,-4-2 1 15,-5-5-1-15,-5-3-14 16,-4-6 14-16,-2-8 0 15,-6-10 0-15,-7-3-77 16,-3-17-49-16,-3-10-27 0</inkml:trace>
  <inkml:trace contextRef="#ctx0" brushRef="#br0" timeOffset="158535.62">15995 13835 308 0,'0'0'4'0,"-21"-30"39"15,12 15 8-15,3-1-13 16,2 1-12-16,1 0-7 0,2 0-2 16,1 0-3-16,0 0-4 15,0 1-5-15,7 0-2 16,0 0-2-16,3 2 0 15,1 4-1-15,1 1 0 16,0 3 0-16,-2 4-1 0,0 0 1 16,-3 3-1-16,0 5 1 15,-3 4-1-15,-1 2 0 16,-1 1-2-16,-1 2-6 16,-1-1-7-16,0-1 3 0,0-2 4 15,0-2 5-15,0-4 3 16,0-3 0-16,6-2-2 15,2-2 2-15,3 0 1 16,2-2 2-16,1-3-2 16,4 2-1-16,-4 0 0 0,2 3-1 15,-4 0 0-15,0 0 1 16,-3 6 1-16,-2 1-1 16,-3 1-1-16,-2 1 1 15,-2 1 1-15,0 0-1 16,0 0 1-16,-4 3 0 15,-4-2-3-15,-1-1-77 0,-3-2-46 16,-1-3-96-16</inkml:trace>
  <inkml:trace contextRef="#ctx0" brushRef="#br0" timeOffset="159116.91">15868 13597 310 0,'0'0'13'0,"0"0"23"15,0 0 1-15,0 0-24 16,0 0-8-16,0 0-3 15,0 0 2-15,-19 35 5 16,19-20-5-16,0 1-1 0,2-1-2 16,1 0-1-16,0-2 1 15,-2-3 0-15,0-1-2 16,0-4 4-16,-1-2-5 16,0-3 4-16,0 0 0 15,0-5 4-15,0-5-4 0,0-4 0 16,-1-2-1-16,0-2-1 15,0 1 0-15,1 1 1 16,0 2-1-16,0 2 0 16,2 0 1-16,6 4-1 15,2 0 1-15,2 3-1 16,3 1 0-16,1-1 0 0,3 1-3 16,-4-2-91-16,0-2-63 15</inkml:trace>
  <inkml:trace contextRef="#ctx0" brushRef="#br0" timeOffset="159831.01">16388 13849 191 0,'0'0'15'0,"0"0"40"16,0 0-32-16,0 0-1 0,0 0-5 15,0 0 2-15,0 0 10 16,0 0-16-16,0 0-11 16,0 0 3-16,0 0 3 15,-12 9 4-15,16 0-4 16,-2 2-1-16,2-1-3 0,-1 1-2 15,1-2-1-15,0-1 0 16,1-3 0-16,0-1 0 16,1-3 0-16,1-1 1 15,1-2 2-15,1-6-1 16,-1-2 0-16,-1-1-1 0,-1 1-1 16,-2-2-1-16,-4 1 1 15,0 1 0-15,-2 0 0 16,-8 1 2-16,-2 0 16 15,-2 4-8-15,0 0-7 16,1 3-1-16,2 2-3 0,1 0 0 16,1-4-11-16,2-7-163 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18:00.495"/>
    </inkml:context>
    <inkml:brush xml:id="br0">
      <inkml:brushProperty name="width" value="0.05292" units="cm"/>
      <inkml:brushProperty name="height" value="0.05292" units="cm"/>
      <inkml:brushProperty name="color" value="#FF0000"/>
    </inkml:brush>
  </inkml:definitions>
  <inkml:trace contextRef="#ctx0" brushRef="#br0">12034 12230 319 0,'0'0'2'16,"0"0"1"-16,0 0 3 15,0 0-2-15,39-32-3 16,-12 27 1-16,5 0-2 16,7 0 2-16,4 1-1 0,6-1 0 15,5 1 3-15,3-2-1 16,2 1 3-16,3-3 4 16,1-1 2-16,-2-1 2 15,-1-1 0-15,0 1 2 16,-3-1-5-16,-3 1-1 0,-4 1-3 15,-2 1-3-15,-2-2-1 16,-6 3-1-16,-2-1 3 16,-2 1-3-16,-4-1 1 15,-2 0-1-15,-5 4 0 16,-3 0 1-16,-2 1-3 0,-5 2 1 16,-2 1-1-16,-2 0 0 15,-6 0-2-15,0 1-1 16,-5 3-37-16,-2-2-49 15,-13-2-87-15</inkml:trace>
  <inkml:trace contextRef="#ctx0" brushRef="#br0" timeOffset="1531.21">5843 6519 91 0,'0'0'22'0,"0"0"-18"15,0 0 3-15,0 0 1 16,7-32-5-16,3 26-2 0,0-1 0 16,4 0-2-16,0-1 3 15,2 0-2-15,2-1 0 16,3-2 1-16,3 1 1 15,1 0 2-15,5-1 0 16,6-1 4-16,4 1 0 16,4 0 2-16,5-1-3 0,4 1-2 15,7-3 0-15,0 0 1 16,6 1-2-16,4-3 4 16,3-1 4-16,3-1 4 15,2-2 0-15,3-2 0 16,2-1-2-16,1-1-1 0,6 0-3 15,1 0 2-15,4-1-1 16,3 0-5-16,2 0-1 16,2 1 0-16,2-1-2 15,0 0-2-15,-2 3 0 0,-3-1-1 16,1 0 1-16,-2 2-1 16,-3 1 0-16,1 1 0 15,-2-1 1-15,0 0-1 16,-2-2 0-16,-1 1 1 15,-1-1-1-15,-1-1 0 0,-5 0 0 16,-2 1 1-16,-6-1 0 16,-5 0 6-16,-6 2 8 15,-6 0 4-15,-4 2-1 16,-4-1 0-16,-3 4-2 16,-3-1-3-16,-2 2-4 15,-6 2-2-15,-3 2-2 0,-6 2-3 16,-3 3 0-16,-6 1-2 15,-5 4 0-15,-2 1-1 16,-7 0-3-16,-5 0-45 16,0 0-96-16</inkml:trace>
  <inkml:trace contextRef="#ctx0" brushRef="#br0" timeOffset="4502.87">15930 10706 235 0,'0'0'6'15,"-17"-31"6"-15,10 17 4 16,-2 2-2-16,1 0-3 16,0 1-4-16,-1 1-2 15,1 0 0-15,-4-1 4 0,1 2-3 16,-1-1 1-16,-1 2-2 15,-1-2-1-15,-3 4-1 16,-4-1 0-16,-3 2-3 16,-3 0 2-16,-5 4-2 15,-3 0 1-15,-4 1 1 0,-4 0-1 16,-4 4-1-16,-3 2 1 16,-3 2-2-16,-2-1 2 15,-3 5-1-15,-2-1 1 16,2 1 2-16,-1 1-1 15,4 2 0-15,-1 0-1 0,3 1 0 16,2 1 0-16,2 0-1 16,2 2 0-16,-1 1 0 15,2 1 2-15,-1 0-1 16,3 2 0-16,-2 1 3 16,1 1-3-16,-1 3 3 15,0 1-3-15,0 3 2 0,0 2 5 16,3 3 5-16,-1-1 3 15,4 2-2-15,0 1 1 16,2 2-2-16,4 2-8 16,2 1-3-16,2 2-1 15,2 3 0-15,4 2 0 0,0 3 0 16,6 1-1-16,-2 1 1 16,6 0-1-16,0 2 0 15,2 0 1-15,4-1 0 16,2 0 0-16,3-3 3 15,2 1-1-15,1 1 0 0,3-2-1 16,4 0 0-16,1-1 0 16,4-3 0-16,0 1 1 15,4-2-2-15,2-3 1 16,4-2 0-16,1-1-1 16,6-1 1-16,1-3-2 0,2-2 0 15,3-1 1-15,3-5-1 16,1 2 0-16,5-6 0 15,0-1 0-15,2-3 2 16,1-2-1-16,1-4 2 16,3-1 4-16,1-4 5 0,1-2-4 15,3-3-1-15,5-4-1 16,4-3-1-16,1 2 3 16,2-11-6-16,6-4-1 15,0-4 0-15,1-1 0 16,2-3-1-16,-2-1 1 0,0-1-3 15,-2-3 5-15,-2-1-3 16,-3-3 1-16,-1-3-2 16,-1-4 3-16,-7-3-2 15,0-1 1-15,-2-4 5 16,-5-3 1-16,-4-3 1 0,-3-4-1 16,-8-4 0-16,-2-2-3 15,-5-5-2-15,-5-2 0 16,-4-3-2-16,0 0 0 15,-3-3 0-15,-2-4 0 16,-2-1 0-16,-3 3 0 16,-4-1 0-16,-4-1 0 0,-3 3 0 15,-2 1 3-15,-11-2-1 16,-6 0 1-16,-7 2-1 16,-7 1-2-16,-10 3 0 15,-10 3-1-15,-6 8 0 0,-8 4-10 16,-2 7-23-16,0 4-39 15,2-6-91-15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17:31.668"/>
    </inkml:context>
    <inkml:brush xml:id="br0">
      <inkml:brushProperty name="width" value="0.05292" units="cm"/>
      <inkml:brushProperty name="height" value="0.05292" units="cm"/>
      <inkml:brushProperty name="color" value="#FF0000"/>
    </inkml:brush>
  </inkml:definitions>
  <inkml:trace contextRef="#ctx0" brushRef="#br0">5732 11643 82 0,'0'0'-15'16,"0"0"57"-16,0 0 23 16,0 0-53-16,0 0-11 15,0 0 0-15,35-21 0 16,-24 13-1-16,4-1 1 0,-2 2-1 15,3 0 0-15,-2 0 1 16,3 0 0-16,0 1 2 16,1-2 1-16,1 2 2 15,1 0 3-15,2 2 3 16,-1 0-3-16,3 1-1 0,4 0 0 16,1 2-1-16,1-1 1 15,5 2 1-15,2 0 11 16,4 0-13-16,0 2-4 15,3 2-1-15,3 1 0 16,3 1 1-16,0 0 1 0,2 1-1 16,2 0 3-16,1-1 3 15,0 3-3-15,3-1 11 16,-2 0-2-16,5 2-7 16,-2 0-3-16,3-2 1 15,0 1 2-15,1-1 0 16,5-2-2-16,2 1 0 0,2-4 1 15,1 0-4-15,5-1 3 16,-1 0 2-16,2-1-4 16,1-1 1-16,2 0-3 15,1 0-1-15,-1 1 0 0,1-1 1 16,3-1 0-16,-1 0 1 16,3-1 2-16,-2 0 5 15,4 2-3-15,2-2-3 16,0 1-2-16,2 0-1 15,3-3 2-15,2 1-2 16,2-2 0-16,0 0 3 0,5-3 2 16,1 1-2-16,3 1-2 15,-1-2 1-15,3 1 2 16,-3 0 2-16,0 2 1 16,0 0-2-16,-4 0 1 15,-1 2 0-15,-2 0 1 0,-1-1-3 16,0 2-1-16,0 1-2 15,-1-1 0-15,-2 1-1 16,1 1 0-16,-4 1 0 16,-1-1 0-16,-3 0-1 15,0 0 0-15,-2 0 0 0,-4 1 1 16,1-1-1-16,-3 0 0 16,0 1 0-16,-2-3 1 15,-1 2 0-15,-4-1-1 16,-3 1 1-16,-2-1 0 15,-3-1 0-15,-4 2 2 0,-2-1-2 16,-3 1 2-16,-3-1-1 16,-2-1-2-16,-3 2 2 15,-2-2-1-15,-4-1 1 16,0 1 0-16,-2-2-1 16,-3-1-1-16,1 0 1 0,-1-2-1 15,-3-3 1-15,1 2-1 16,-4-3 0-16,3 0 1 15,-6-2 0-15,0 0 0 16,-1 0-1-16,-3-2 0 16,-1 2 1-16,-3-2-1 15,0-1 0-15,0-1 1 0,-3-1 0 16,1-2-1-16,-3 0 1 16,0-2-1-16,-1-1 0 15,-2 0 1-15,-3 0-1 16,1 0 1-16,-2 0-1 15,-3 0 0-15,1 0 2 0,0-1 1 16,-1 0 0-16,1-1-1 16,-2-1 0-16,0-1 0 15,1 1-1-15,-3 0 1 16,1 1-1-16,-3 1 0 0,1 2 0 16,-1 0 1-16,0-1-1 15,-1 1 0-15,0-1 0 16,0 0 0-16,-1 1 0 15,-1-1 0-15,0 0-1 16,0 1 0-16,0 0 1 16,0 2-1-16,-1 0 0 0,-4 2 0 15,3 0 0-15,-3 0 2 16,2 1-2-16,-1-2 0 16,1 2 0-16,-1-1 0 15,0-1 0-15,-3 1 0 0,2 0 0 16,-2 1 0-16,-1 0 0 15,1 1 0-15,-1 0 0 16,-2 1 1-16,0 0-2 16,-2 1 1-16,-2 2 0 15,1-2 0-15,-2 1 0 16,0-1 0-16,-2 1 0 0,0-1 0 16,-2 1 0-16,-1-2 0 15,0 0 0-15,-3-2 0 16,1 0 1-16,-1-2-1 15,-2 1 0-15,1-2 0 16,-2 0 0-16,0 0-1 0,-1-1 2 16,-1 0-1-16,0 1 1 15,-1-2-2-15,-1 1 2 16,0-4-1-16,-1 2 0 16,-2 0 0-16,0-2 0 15,-3 1 0-15,0 1 0 0,-2 1 0 16,-3-1-1-16,-1 1 2 15,0 2-1-15,-4 0 0 16,0 1 0-16,-2 0 0 16,0 1 0-16,-4 0 0 15,-1 0 0-15,-2 2 0 16,-1 1 0-16,-3 0 0 0,-3 0 0 16,-2 3-1-16,-2 1 2 15,-2 2-2-15,-4 1 2 16,0 2-2-16,-5 1 1 15,-2 3 0-15,-3 0-1 0,-5 2 1 16,-2 0-2-16,-3 0 1 16,-3 0 2-16,-5 4-2 15,1-1 1-15,-1 2-1 16,-1-2 1-16,-1 1 0 16,0-1 0-16,-2-2 0 0,2 0 0 15,-2 0 0-15,-2-1 0 16,2-1 0-16,-1 1 1 15,3 0-2-15,-2-3 2 16,-2 2-1-16,0-2 0 16,1 3-1-16,-1 0 2 15,0 0-2-15,-1 0 1 0,2 0 0 16,-4-2 1-16,5 2-2 16,-2-1 1-16,1-1 1 15,-2 2-1-15,4-2 0 16,-1-1 0-16,-1 3 0 15,0-3 0-15,2 1 1 0,-3 1-1 16,2 0 0-16,2 1 0 16,0 0 0-16,1 0 0 15,2 0 2-15,3-1-4 16,-2 1 4-16,3 0-4 16,0 0 2-16,3-1 0 0,0 0 0 15,3 1 0-15,1-2 0 16,3 1 0-16,3-1 0 15,1 1 0-15,3 0 2 16,2 0-2-16,3 1 0 16,1 0 0-16,3 0-2 0,-1 0 2 15,2 2 0-15,2 4 0 16,2 1-1-16,-2 1 1 16,4 4 0-16,2 2 1 15,2 1-3-15,0 3 1 16,2 1 1-16,1 2 0 15,2 2 0-15,2 2-1 0,5 2 1 16,1 2 0-16,2 2-1 16,4 2 1-16,3 2 0 15,1 2-1-15,5-1 1 16,1 1-1-16,5-1 1 0,2 2-1 16,3-1 0-16,4 1 1 15,3 1 0-15,2 0-2 16,1-1 2-16,6 2-1 15,0-2 0-15,2 1 1 16,2 1-1-16,-1 0 1 0,2 0 0 16,2-1-1-16,2 1 2 15,1-2-2-15,-2 2 1 16,2 0 1-16,-1 2-1 16,1 1 0-16,1 0-1 15,1 1 2-15,-1 1-1 16,2-1 0-16,0 1-1 0,1 0 1 15,-1-3 0-15,0 0 0 16,3-1 0-16,-3-3 0 16,2-2 0-16,-2-1 0 15,0-1 0-15,0-1 0 0,0-2 0 16,-2-2 0-16,2-2 0 16,-2-1 0-16,1-1 0 15,-1-2 0-15,1 1-1 16,-3 0 1-16,3-4 0 15,-3 1 0-15,1-1 0 16,0-2 0-16,0-2-1 0,0-1 1 16,0-1 1-16,2-2-1 15,-1-1 0-15,-1-1 1 16,1-2-2-16,-1 1 1 16,2-2 1-16,-2 0-1 15,0-1 0-15,0 0 0 0,-1-1 0 16,3-1 0-16,-2 0 0 15,2-1 0-15,1 1 0 16,0-1 0-16,1-1 1 16,1 1 0-16,1 0-2 15,1 0 2-15,2-1-1 16,0 2 0-16,1-1 0 0,1 0 0 16,-1 0 0-16,0 1 0 15,1-1 0-15,0-1 0 16,1 0 0-16,1 0 0 15,0 0 1-15,4-2 0 0,-1 2-1 16,0 0 0-16,3-1 1 16,-2 1 1-16,0-1-2 15,3 0-1-15,-2 0 2 16,2 0 0-16,0-1-1 16,3 0 1-16,2 0-1 0,1-4 0 15,4-1 0-15,3 1 0 16,6-2 0-16,4 1 0 15,5-1-3-15,2 1-55 16,0-5-75-16,-7-5-166 16</inkml:trace>
  <inkml:trace contextRef="#ctx0" brushRef="#br0" timeOffset="16895.81">10154 11082 7 0,'1'-3'12'0,"-1"-1"2"15,0 2-8-15,0 0-4 16,0 1 19-16,0-2-11 0,0 3-4 16,0 0 2-16,0-2 0 15,0 1 4-15,0 1-3 16,0 0-1-16,0 0-3 15,0 0-5-15,0 0-1 0,0 0 2 16,0 1 0-16,0 4-1 16,0-1 0-16,0 2-3 15,0 0-16-15,-1-4-71 16</inkml:trace>
  <inkml:trace contextRef="#ctx0" brushRef="#br0" timeOffset="50187.72">10297 13546 33 0,'-4'3'16'0,"1"-2"-12"16,1-1 62-16,1 0-26 0,-1-1-15 16,0-4 3-16,1 0-2 15,-1 0-2-15,0 1-1 16,1 0 7-16,0 3-3 15,1 0-3-15,0 1-1 16,0 0-15-16,0 0-7 0,0 2 0 16,4 3 0-16,3 0 1 15,3 0 2-15,1-1 2 16,5 0 2-16,2-2 6 16,4-2 6-16,3 0-2 15,2 0-5-15,2 0-5 0,-1 0 0 16,2-3-1-16,-2 1-3 15,-3 0 1-15,-3-1 1 16,-3 3 0-16,-2-2-3 16,-6 1-1-16,-2 1 0 15,-5 0 0-15,-2 0-1 0,0 0 0 16,-2 0-2-16,0 0 0 16,2 0 1-16,-1 0 2 15,1 0-13-15,-2 0-75 16,2-4-109-16</inkml:trace>
  <inkml:trace contextRef="#ctx0" brushRef="#br0" timeOffset="51155.73">10831 13417 209 0,'0'0'10'0,"0"0"21"0,0 0 2 0,0 0-19 16,0 0-14-16,0 0 1 15,0 0 3-15,0 0 11 16,0 0 5-16,0 0-1 0,23 43 7 15,-18-23-12-15,-2 1 11 16,1 4-16-16,0-1-4 16,-1 2-1-16,0 0-1 15,0-2-2-15,-3 0 0 16,0-3 0-16,0-4 0 0,0-1 0 16,0-4 0-16,0-3 2 15,0-3-2-15,0-4 0 16,-4 0 0-16,1-2 3 15,-2 0 1-15,1-3 0 16,0-5 0-16,-1-5 3 0,1-3-1 16,-1-4 0-16,3-1-5 15,1-3 1-15,-1 0 1 16,0 0-1-16,2 1-2 16,0 3 0-16,0 2 1 15,2 3 6-15,3-1 1 16,3 5-3-16,2 0 0 0,2 0-4 15,2 3-1-15,-1 1 0 16,2 2 0-16,2 0 2 16,0 2-2-16,-1 3 1 15,1 0-1-15,-1 0-1 0,0 6 0 16,-3 4 0-16,-1 1 0 16,-1 3 0-16,-3 2 0 15,0 1 1-15,-1 3 0 16,-2 0 1-16,0 1 0 15,-2-1 1-15,0 0 2 0,-1-1 0 16,-1-2 1-16,2-2-5 16,-3-3-3-16,0-1-8 15,0-1-19-15,0-2-17 16,0-3-22-16,0 0-36 16,0-3-39-16</inkml:trace>
  <inkml:trace contextRef="#ctx0" brushRef="#br0" timeOffset="51508.96">11228 13309 250 0,'0'0'18'15,"0"0"40"-15,0 0 12 16,0 0-22-16,0 0-44 16,27-4 4-16,-9 19 12 0,-1 4-5 15,3 0-9-15,0 4-3 16,-2-3 0-16,2-2 0 15,-6-1-3-15,2-3-13 16,-4-4-18-16,-2-2-44 16,-3-3-32-16,-3-5-101 0</inkml:trace>
  <inkml:trace contextRef="#ctx0" brushRef="#br0" timeOffset="51958.14">11511 13307 268 0,'0'0'8'15,"0"0"-6"-15,0 0-4 16,0 0 1-16,0 0 41 0,0 0-6 16,-12 41-3-16,0-21-17 15,-1-1-7-15,1-1-2 16,-2-1-2-16,3-3 0 15,2-1 1-15,2-3-1 16,1-2-1-16,3-2-9 0,3 1-23 16,0-4-21-16,0-2 15 15,0-1 17-15,5 0 13 16,-1 0 6-16,-1-4 0 16,1-1 3-16,-2 0 7 15,-2 2 15-15,1 1 11 0,-1 1 9 16,0 1-16-16,0 0-20 15,0 6-8-15,0 7 7 16,1 4 16-16,1 6 6 16,-1 4-16-16,1 4-10 15,-2 1-2-15,0 2 1 0,0-3-1 16,0-1 0-16,0-6 1 16,0-3-1-16,-2-5 0 15,1-4 1-15,-1-3-3 16,0-2-18-16,0-4-39 15,-2-3-71-15,1-1-56 0</inkml:trace>
  <inkml:trace contextRef="#ctx0" brushRef="#br0" timeOffset="52314.05">11189 13181 312 0,'0'0'5'0,"0"0"26"0,0 0 27 0,0 0-25 16,0 0-14-16,0 0-7 16,37-25 4-16,-15 24-4 15,4-1-2-15,3 2-7 16,-2 0 0-16,1 0-2 0,-4 0 1 16,2 0-2-16,-3-2-3 15,-2-1-35-15,-3-3-67 16,-4-3-90-16</inkml:trace>
  <inkml:trace contextRef="#ctx0" brushRef="#br0" timeOffset="52763.52">11618 13061 187 0,'0'0'74'15,"0"0"-29"-15,0 0 10 16,6-30-13-16,-2 22-11 0,1 0-8 16,2-1-3-16,1 2-5 15,2 2 1-15,0 0-12 16,0 2-1-16,1 3-2 15,0 0-1-15,-1 7-1 16,-2 4 2-16,-3 4-2 16,-1 5 2-16,-4-1 0 0,0 3 2 15,-2 2 0-15,-5-1 3 16,-1 1-1-16,-2-1 0 16,2-1-1-16,1-2-3 15,1-3 0-15,3-3 0 16,3-4 0-16,0-3-1 0,7-5 1 15,5-1-1-15,3 0 2 16,3-1 0-16,4-2-1 16,-2-2-3-16,0 0-2 15,-3 0-33-15,-2-1-76 16,-5-2-111-16</inkml:trace>
  <inkml:trace contextRef="#ctx0" brushRef="#br0" timeOffset="58988.01">12211 11140 72 0,'4'-5'37'0,"2"-2"-36"16,-2 2 0-16,4 1 2 15,-4 0 0-15,2 1-1 16,-2 1 1-16,-1-3 1 16,0 3-1-16,-1 0 1 15,-1-1 0-15,-1 2 4 0,0-2 1 16,0 2 4-16,0-1 0 16,0 1 3-16,0 1-6 15,-1 0-3-15,1 0-3 16,0 0 0-16,0 2-2 15,0 1 2-15,0 3 1 0,3-2 0 16,5 2-1-16,1-2 0 16,2 2 1-16,2-1-1 15,3 2 0-15,3 0 2 16,1 1-4-16,3 0 4 16,3 2 2-16,2 0 2 15,3 0-2-15,3 2 0 0,1 0 1 16,4 0-3-16,1 3-1 15,2-2 2-15,3 2-1 16,1 1 2-16,4 0-3 16,-2 0-1-16,4 0 1 0,0 1-2 15,2 0 1-15,-2 0-2 16,2 1 2-16,0 1-3 16,-3 1 1-16,3 1-1 15,1 2 1-15,-2-1 0 16,3 4 0-16,-1-1 0 0,2 0 2 15,1 1-1-15,2-1 0 16,0-2-1-16,-2-1 2 16,2-1 2-16,2-3-1 15,1-1-2-15,-2 1 2 16,3-1 0-16,-2-1 2 16,-1-1 5-16,-2 2-1 0,-3-1 0 15,0 1-3-15,-4 0 1 16,-1 0-5-16,-4 0 0 15,-1 0-1-15,-3 1-1 16,-2-2-2-16,-4-1 1 16,-1 0 0-16,-4-1-1 0,-1 0 1 15,0-1-1-15,-1-1 1 16,0-1-1-16,0 0 2 16,0-2-2-16,0-1 1 15,0-1 1-15,0-1-2 16,2-1 1-16,-2 1-1 0,1-2 0 15,-1 0 1-15,-1-1 0 16,-5 1-1-16,0-1 0 16,-3 0 1-16,-3 0-2 15,-5-1 2-15,1 1-1 16,-3 0 1-16,0 0-1 0,0 0 0 16,-3 0 0-16,2-1 1 15,-2 1 0-15,1-2-1 16,-4 1 0-16,0 0 0 15,0 1 1-15,0 0-1 16,-3 1-1-16,1 0 0 0,-3-4-43 16,-1-3-119-16</inkml:trace>
  <inkml:trace contextRef="#ctx0" brushRef="#br0" timeOffset="60253.72">12107 11140 128 0,'3'-8'11'15,"-1"1"15"-15,0 0-2 16,-2 1-5-16,0 2-1 0,0-1-5 15,-1 1 10-15,-3 0-1 16,-3 2-4-16,1 0 2 16,1 1 3-16,1 1-7 15,0 0-9-15,3 5-4 16,1 4 0-16,0 3 2 0,1 5 6 16,8 2 1-1,2 5 6-15,2 4-5 0,3 2-4 16,-2 0-3-16,2-1-4 15,-3-2 0-15,-2-4-1 16,0-6 0-16,-4-3 0 0,-3-4-1 16,1-3 0-16,-4-3 1 15,-1-2-1-15,0-1 1 16,0-1 2-16,-1 0 2 16,-5 0-3-16,0-4 0 15,-1-3-1-15,1-2 0 16,1-1-1-16,-2-4 1 0,3-2-1 15,0-3-1-15,0-2 1 16,1-4 0-16,1 1-1 16,-2-1 1-16,1 3-1 15,0 1 2-15,-1 3-2 0,2 3 1 16,0 4 0-16,0 2 0 16,1 1-1-16,1 2 1 15,0 2 1-15,-2 1-2 16,1-1 1-16,1 2-1 15,0-1 1-15,0 0 1 16,0 1-2-16,0-1-1 0,6-1 3 16,1 0-2-16,1-1 1 15,2 0 0-15,2 0 0 16,1-1 0-16,2-1 0 16,3-3 0-16,7 1 0 15,5-3-1-15,8 0 2 0,0 0-1 16,4-1 1-16,2 5 1 15,-6 0 1-15,-3 3 1 16,-6 2-2-16,-7 1-34 16,-9-5-76-16,-8-5-180 15</inkml:trace>
  <inkml:trace contextRef="#ctx0" brushRef="#br0" timeOffset="61671.89">15803 13328 180 0,'0'0'13'0,"0"0"16"16,0 0 35-16,0 0-31 0,0 0 2 16,0 0-11-16,0 0 1 15,0 0-17-15,0 0-5 16,0 0-1-16,24-20 2 16,-6 25 2-16,4 0 2 0,5 0-1 15,5-1-3-15,0-1-2 16,1 0 1-16,1-3-1 15,-3 0 0-15,-2 0-1 16,-4 0-1-16,-3 0 1 16,-4-1 0-16,-3-1 0 15,-5 0 1-15,-1 1 0 0,-5 0 2 16,-2 0-1-16,-1 0-6 16,-1 1-33-16,0 0-54 15,-1-3-63-15</inkml:trace>
  <inkml:trace contextRef="#ctx0" brushRef="#br0" timeOffset="62269.01">16517 13219 323 0,'0'0'3'0,"0"0"5"16,0 0 2-16,0 0-12 0,0 0 9 15,0 0 21-15,17 43-8 16,-15-17 2-16,0 4-10 16,1 2-7-16,-3 0-3 15,0 1-1-15,0-3 3 16,0-5 0-16,0-5 0 0,-3-3-2 15,1-6 1-15,-1-4-2 16,0-3 0-16,0-3 1 16,0-1 1-16,-1 0 1 15,2-6-4-15,0-4 1 16,0-4 1-16,1-3 0 0,1-3-1 16,0-4 3-16,4-1 0 15,3-2-3-15,3-2-1 16,0 4 0-16,4-1 0 15,-2 4 1-15,1 2 11 16,2 3 1-16,-1 3-1 16,2 3-1-16,-3 2-2 0,1 5-2 15,3 3-2-15,-3 1-3 16,3 4-1-16,0 7 0 16,-1 2 1-16,-1 5-1 15,-2 3 1-15,-2 3-2 16,-2 4 1-16,-4 2 2 0,0 0 4 15,-3 0 4-15,-2-2 0 16,1-4-4-16,-1-1-26 16,0-2-2-16,0-4-34 15,0-3 13-15,0-2-2 0,-1-5-84 16,-1-5 12-16</inkml:trace>
  <inkml:trace contextRef="#ctx0" brushRef="#br0" timeOffset="62560.87">16943 13254 81 0,'0'0'118'0,"0"0"-86"0,0 0 34 0,0 0-38 16,0 0-14-16,0 0 6 16,0 0 27-16,36 33-18 15,-21-17-11-15,5 1-9 0,0 2-4 16,0-2-1-16,1 1 1 16,0-3-3-16,-1-2-7 15,-2-1-33-15,-1-7-58 16,0-5-71-16</inkml:trace>
  <inkml:trace contextRef="#ctx0" brushRef="#br0" timeOffset="62988.13">17336 13259 319 0,'0'0'56'16,"0"0"-54"-16,0 0-2 15,0 0-2-15,0 0 3 16,0 0 8-16,-27 26 10 16,14-11-9-16,-1 3-6 0,0 0-2 15,1 0 1-15,-1-1-1 16,3 0-1-16,0-3 2 16,2-2-2-16,2-2 1 15,2-3-1-15,2-2 0 16,0-4-1-16,2-1 1 0,-1 0 0 15,2 0 1-15,-1 0-2 16,1 0 1-16,0 2-1 16,0-2 3-16,0 3 8 15,0 3-2-15,0 0-7 16,0 5 12-16,0 2 3 0,2 6-4 16,-1 2-6-16,-1 2-2 15,0 1-3-15,0 0 0 16,0-1 3-16,-2-3-3 15,-1-3 1-15,-3-3-2 16,2-2-24-16,-4-2-31 16,1-5-52-16,1-5-102 0</inkml:trace>
  <inkml:trace contextRef="#ctx0" brushRef="#br0" timeOffset="63324.98">16910 13118 267 0,'0'0'2'0,"0"0"49"0,0 0 1 0,0 0-21 16,0 0-18-16,0 0-6 16,33-18 3-16,-12 18 1 15,4 0-5-15,3 3-3 16,3-1-1-16,0 1 0 16,3-2 3-16,-3 0-5 0,1-1-16 15,-5 0-53-15,2-11-106 16</inkml:trace>
  <inkml:trace contextRef="#ctx0" brushRef="#br0" timeOffset="63715.05">17489 12981 364 0,'0'0'1'15,"26"-28"3"-15,-11 16 19 0,4 1 1 16,2 1 5-16,1 3-7 16,-1 4-4-16,0 2-8 15,-1 2-6-15,-2 2-2 16,-5 8-2-16,-3 2 2 0,-4 3 1 16,-6 4-1-16,0 3 0 15,-3 0 1-15,-8 0 1 16,-1 0 0-16,-2-1-2 15,-3-4-1-15,3-1-3 16,3-4-1-16,1-3 0 16,3-4 4-16,6-1-1 0,1-2 0 15,12-2 1-15,5-1 1 16,8 0 0-16,6 0-2 16,6 0 1-16,-2 0 0 15,4-1 0-15,-3-2-1 16,-2-4-63-16,-7-7-271 0</inkml:trace>
  <inkml:trace contextRef="#ctx0" brushRef="#br0" timeOffset="71956.75">18393 5395 224 0,'0'0'43'0,"0"0"-35"0,0 0 8 16,0 0 3-16,0 0-3 15,0 0-15-15,0 0-1 16,0 0 7-16,0 0 11 16,6 14 15-16,11 0 5 0,4 3-12 15,4 2-10-15,4 3-8 16,0 3-6-16,1 3-1 16,-1-3 0-16,-5 1 0 15,-2-4-13-15,-3-5-72 16,-5-6-27-16,-5-9-104 15</inkml:trace>
  <inkml:trace contextRef="#ctx0" brushRef="#br0" timeOffset="72390.91">18823 5419 281 0,'0'0'2'0,"0"0"5"16,-6 37 7-16,-3-19 1 0,-2 1-7 15,-3-1-2-15,-1 2-3 16,1-2 0-16,-3 1-1 16,0-2-2-16,2 0 1 15,-1-2 1-15,2-2-4 16,4 0-2-16,2-5-10 0,2-1-6 15,3-3-7-15,2-1-9 16,1 0 9-16,0-3 17 16,0 0 6-16,0 0 3 15,0 0 8-15,0 0 16 16,0 0 9-16,0 0 2 0,0 0 2 16,0 3-13-16,0 3-9 15,0 3 20-15,0 6 8 16,0 3-15-16,-2 7-13 15,0 3-3-15,-1 2-1 16,0 4-8-16,0-1 0 0,1-3-1 16,1-5 0-16,1-2-4 15,0-7-23-15,0-9-112 16,0-6-91-16</inkml:trace>
  <inkml:trace contextRef="#ctx0" brushRef="#br0" timeOffset="72669.71">19023 5159 322 0,'0'0'8'0,"0"0"0"0,-24 35 4 0,17-14 1 15,-2 4-8-15,0 3-3 16,0-2-1-16,2 1-1 16,1-2 1-16,1-4-5 0,0-4-82 15</inkml:trace>
  <inkml:trace contextRef="#ctx0" brushRef="#br0" timeOffset="72951.35">19068 5438 308 0,'0'0'10'16,"0"0"41"-16,0 0-29 15,0 0-13-15,0 0 0 16,28 33-4-16,-13-19-2 0,4 2-2 16,-1 2 0-16,2-2-2 15,-3-2-13-15,1-4-110 16</inkml:trace>
  <inkml:trace contextRef="#ctx0" brushRef="#br0" timeOffset="73159.83">19406 5443 321 0,'0'0'21'0,"0"0"0"16,0 0 6-16,-35 42-6 16,22-23-11-16,1 1-5 15,-2 3-4-15,1 0 1 16,0-1-4-16,3-4 0 0,-1-1-37 16,3-6-125-16</inkml:trace>
  <inkml:trace contextRef="#ctx0" brushRef="#br0" timeOffset="73408.61">19241 5661 301 0,'0'0'45'0,"0"0"5"0,0 0-26 15,0 0 18-15,-1 41-20 16,-3-22-11-16,0 2-5 16,0 4-1-16,-1 1-4 15,0-1 0-15,-1 1-1 0,0-4-4 16,2 1-29-16,0-6-78 16,1-4-72-16</inkml:trace>
  <inkml:trace contextRef="#ctx0" brushRef="#br0" timeOffset="73693.64">19521 5775 361 0,'0'0'58'0,"40"-14"-21"15,-14 9-18-15,3 1-10 0,0-1-7 16,4 2 0-16,-2 1-2 16,0 0-1-16,0-1-32 15,0-3-98-15,-2-4-190 16</inkml:trace>
  <inkml:trace contextRef="#ctx0" brushRef="#br0" timeOffset="74283.5">20175 5501 283 0,'0'0'44'15,"0"0"42"-15,0 0-27 16,0 0-36-16,0 0-18 16,31 16 10-16,-23 4 5 15,1 7 1-15,0 2-6 0,-1 1-6 16,-3 2-3-16,-1-3-4 16,-1-4 0-16,-3-2-1 15,0-8 0-15,0-5 1 16,0-5-1-16,0-5 0 15,-1 0 5-15,-3-8-2 16,2-6-1-16,1-7-2 16,1-5 0-16,0-4 0 0,5-3-1 15,5 0 0-15,3 2-1 16,1 4 3-16,2 7-2 16,-2 7 0-16,3 6 0 15,-1 6 1-15,2 1-2 16,1 5 0-16,0 7 1 0,-2 2 1 15,0 4-3-15,-2 0 3 16,-1 3-1-16,-1 0 0 16,-3 0-1-16,-2-1-14 15,-4 0-37-15,-1-3-42 0,-3-3-85 16</inkml:trace>
  <inkml:trace contextRef="#ctx0" brushRef="#br0" timeOffset="74533.81">20686 5270 387 0,'0'0'9'0,"0"0"31"0,0 0-7 0,0 0-30 16,0 0 6-16,41 29 5 16,-21-5 1-16,1 0-9 15,3 1-3-15,1-1-2 0,-1-2 0 16,-2-5-16-16,-2-7-85 16,-1-5-83-16</inkml:trace>
  <inkml:trace contextRef="#ctx0" brushRef="#br0" timeOffset="74749.24">21030 5303 335 0,'0'0'20'0,"0"0"1"15,0 0-1-15,-31 31 10 16,17-14-4-16,2 0-15 15,-3 1-7-15,3 0-3 16,-1-2 0-16,3 0-1 16,2-2-2-16,2-4-51 0,2-4-97 15</inkml:trace>
  <inkml:trace contextRef="#ctx0" brushRef="#br0" timeOffset="74950.06">20885 5525 201 0,'0'0'27'16,"0"0"58"-16,0 32 12 16,0-14-35-16,0 4-23 15,0 1-14-15,0 3-10 16,-3 1-8-16,-1-2-4 16,-1-2-3-16,1-4 0 0,-2-4-10 15,2-6-59-15,-1-8-110 16</inkml:trace>
  <inkml:trace contextRef="#ctx0" brushRef="#br0" timeOffset="75278">20614 5018 332 0,'0'0'15'16,"0"0"56"-16,0 0-6 15,0 0-30-15,0 0-17 16,0 0-4-16,49-17 4 15,-15 17-6-15,6 0-7 16,0 0-3-16,3 4-1 0,-2 1-2 16,-4-1-3-16,-2-3-43 15,-5-1-64-15,0-4-98 16</inkml:trace>
  <inkml:trace contextRef="#ctx0" brushRef="#br0" timeOffset="75966.95">21205 4924 135 0,'0'0'16'15,"0"0"24"-15,0 0 9 0,0 0 5 16,0 0-7-16,0 0 3 16,0 0-12-16,0 0-14 15,1-4-11-15,-1 2-8 16,0 2-4-16,0 0 0 16,0 0-2-16,0 0 2 15,0 0-1-15,0 0 0 0,0 0 0 16,0 0 2-16,0 0-1 15,0 0 4-15,0-1-1 16,0 0 2-16,0 1-1 16,0 0-1-16,0 0 0 15,0 0 1-15,0-1-3 0,0 1 0 16,0-2 2-16,0 2 1 16,0-1 2-16,1 0-1 15,0-1-1-15,0 1 0 16,1-1-2-16,-2-1 0 0,1 1-1 15,0-1 0-15,2 0 2 16,1-2-2-16,0 0 2 16,3 0 0-16,3 0-2 15,2 0 0-15,1 3-1 16,3 1-1-16,0 1 0 16,1 0-1-16,-4 8 0 0,-2 5 0 15,-4 4 0-15,-5 4 0 16,-2 4-1-16,-2 3 1 15,-8 0 2-15,-3 2 1 16,-4-2-2-16,-1-2-2 16,0-4 3-16,1-4 0 0,1-5 1 15,5-4-1-15,3-2-1 16,4-3 0-16,4-1 0 16,4-2-2-16,10 0 6 15,7-1-3-15,4 0 0 16,10 0-1-16,3 0-1 0,6-2-25 15,0-3-48-15,-1-3-71 16</inkml:trace>
  <inkml:trace contextRef="#ctx0" brushRef="#br0" timeOffset="76297.81">21689 4845 350 0,'0'0'14'0,"34"39"35"0,-17-2 6 16,-3 10-24-16,-4 11-5 16,-6 11-7-16,-4 10-4 15,-11 5-4-15,-11 4-6 16,-9 1-2-16,-12-1-1 0,-11-6-2 16,-8-6-43-16,-8-11-128 15,-3-13-184-15</inkml:trace>
  <inkml:trace contextRef="#ctx0" brushRef="#br0" timeOffset="76820.28">18239 5075 242 0,'-42'9'56'0,"0"0"-55"16,0 8 27-16,2 9 14 15,0 15-9-15,2 14 0 16,2 13-1-16,2 17-4 16,8 13-3-16,9 9 0 0,15 7-5 15,11-1-9-15,23-4-5 16,20-10-3-16,22-12 0 16,16-14 0-16,15-19-6 15,7-19-50-15,2-22-130 16</inkml:trace>
  <inkml:trace contextRef="#ctx0" brushRef="#br0" timeOffset="77630.16">21892 5392 168 0,'0'0'28'15,"0"0"-15"-15,0 0 10 16,0 0 4-16,0 0 6 15,0 0 9-15,38 5-1 16,-23-5-9-16,4 0-4 0,4 0 3 16,6 0-6-16,1-1-3 15,4-2-4-15,1 2-4 16,0-1-3-16,-5 1-2 16,-3-1-4-16,-5 2-1 0,-5 0-3 15,-4 0-1-15,-5 0 1 16,-4 0-1-16,-3 0 0 15,-1 0 0-15,0 0-4 16,-2 0 0-16,-4 0-12 16,2 0-79-16,-1-1-136 15</inkml:trace>
  <inkml:trace contextRef="#ctx0" brushRef="#br0" timeOffset="78012.88">22937 4822 308 0,'0'0'4'0,"0"0"15"16,-4-36 13-16,-8 31 3 16,-2 5-4-16,-5 0-3 0,-3 11 3 15,-2 9-7-15,-4 8-10 16,-1 11-3-16,2 10-1 16,1 9-4-16,3 6 2 15,5 7 3-15,6 4 3 16,8 0 2-16,4-2-6 0,5-2-2 15,11-1-1-15,3-6-4 16,3-5 0-16,0-9-2 16,2-6-1-16,0-11-1 15,0-13-11-15,1-13-64 16,0-7-101-16</inkml:trace>
  <inkml:trace contextRef="#ctx0" brushRef="#br0" timeOffset="78529.07">22868 5024 333 0,'0'0'4'0,"0"0"49"0,-9 34-28 0,7 1 13 16,2 11 0-16,0 7 20 15,0 10-34-15,2 0-16 16,2 4 0-16,1-2-5 0,0 2 1 15,0-7-2-15,-2-3-1 16,-2-6 0-16,-1-7-3 16,0-8-18-16,-9-12-43 15,-1-11-80-15,-1-10-78 0</inkml:trace>
  <inkml:trace contextRef="#ctx0" brushRef="#br0" timeOffset="79057.39">22864 5121 311 0,'0'0'4'15,"-10"-39"16"-15,10 22 30 16,0 0 25-16,10 3-53 15,7 1-11-15,4 3 5 16,6 2-4-16,1 4-7 16,1 4 1-16,0 0-4 0,-4 5-2 15,-4 8 0-15,-7 2 0 16,-4 3-1-16,-6 0 2 16,-4 1-1-16,-4 0 2 15,-8-2-2-15,-5-2 2 16,-1-2-2-16,-1-3 1 15,1-2-1-15,3-3-3 0,5-1 2 16,2-1 1-16,8-2 0 16,0 1-1-16,8-1-3 15,6 1 4-15,5 3 3 16,2 0-3-16,1 3 1 16,0 2-1-16,-4 0 0 0,-2 3 0 15,-5 1 0-15,-5-1 1 16,-4 0-1-16,-2 0 0 15,-7-1 1-15,-8-1 1 16,-2 1 0-16,-6-4 0 16,0-1-2-16,-3-1-1 15,0-1 3-15,1-3-1 0,1 0-9 16,2-2-37-16,2 0-30 16,0-8-37-16,4-5-77 15</inkml:trace>
  <inkml:trace contextRef="#ctx0" brushRef="#br0" timeOffset="79437.55">23099 4659 348 0,'0'0'3'0,"0"0"-4"16,-21 29 5-16,11-14 5 0,1 0-1 15,0 0 2-15,2-4-2 16,2-2-3-16,0-4-3 16,2-2 2-16,-1-3-2 15,2 0 2-15,0-4 0 0,2-7 1 16,0-2 1-16,0-2-2 15,0 0-3-15,4 4 2 16,0 1 14-16,3 5 4 16,-2 3-1-16,3 2-14 15,4 4-4-15,4 7-2 0,1 2 0 16,4 2 0-16,3 2 1 16,1-1-1-16,1 0 1 15,-1-7-18-15,-1-3-119 16,-3-6-206-16</inkml:trace>
  <inkml:trace contextRef="#ctx0" brushRef="#br0" timeOffset="79711.1">23499 4661 285 0,'0'0'71'15,"0"0"-31"-15,0 0-22 0,-18 34 1 16,3-13 8-16,-2 7-15 16,-2 3-8-16,0 3-3 15,0-1 0-15,1 0 2 16,5-7-24-16,2-6-164 15</inkml:trace>
  <inkml:trace contextRef="#ctx0" brushRef="#br0" timeOffset="80080.67">23550 5063 392 0,'0'0'41'0,"0"0"-20"16,45 10-11-16,-21 9 9 16,7 3 4-16,3 3-7 15,1 3-3-15,0 2-5 16,-4 0-5-16,-2 1-2 16,-5-1 0-16,-4-4-14 0,-4-3-30 15,-4-8-62-15,-5-8-67 16</inkml:trace>
  <inkml:trace contextRef="#ctx0" brushRef="#br0" timeOffset="80316.58">23843 5086 335 0,'0'0'14'0,"0"0"33"15,0 0 3-15,-32-9-24 16,18 22-12-16,-2 5 10 16,-1 3 3-16,2 4-14 15,-4 3-7-15,1 2-1 16,0 1-4-16,1-1 1 0,-3 0 0 16,1-2-7-16,0-5-40 15,5-6-91-15,1-8-94 16</inkml:trace>
  <inkml:trace contextRef="#ctx0" brushRef="#br0" timeOffset="80576.61">24103 4770 429 0,'0'0'0'15,"0"0"3"-15,0 0-11 0,0 0 13 16,-18 29-3-16,7-11 3 16,1 4-2-16,-2-1-1 15,1 1-2-15,1-1 1 16,-1 0-1-16,1-4-17 15,2-6-155-15</inkml:trace>
  <inkml:trace contextRef="#ctx0" brushRef="#br0" timeOffset="80860.27">24286 4949 445 0,'0'0'10'16,"31"4"30"-16,-13 5-21 15,1 6-10-15,1 5-4 16,0 2-4-16,-1 1 1 15,0 2-1-15,-3-1-1 0,1-5-1 16,-1 0-32-16,-2-8-78 16,0-5-68-16</inkml:trace>
  <inkml:trace contextRef="#ctx0" brushRef="#br0" timeOffset="81095.62">24608 4997 317 0,'0'0'21'0,"0"0"58"15,0 0-26-15,0 0-33 16,0 0-14-16,0 0-3 16,0 0 2-16,0 0-2 15,-18 34-1-15,9-20-1 0,0 1 0 16,1-2-1-16,3-1-2 15,0-2-32-15,0-4-102 16,2-3-61-16</inkml:trace>
  <inkml:trace contextRef="#ctx0" brushRef="#br0" timeOffset="81310.87">24517 5130 232 0,'0'0'38'15,"0"0"22"-15,0 0-24 16,0 0 55-16,0 0-16 0,0 29-18 16,2-14-12-16,0 3-19 15,1 3-17-15,-1 4-6 16,1 0-2-16,-3 3 0 16,-1-2-2-16,1-4-71 15,-4-7-122-15</inkml:trace>
  <inkml:trace contextRef="#ctx0" brushRef="#br0" timeOffset="81878.63">23082 6404 193 0,'0'0'56'16,"0"0"-6"-16,0 0 17 0,0 0-2 16,0 0-30-16,0 0-17 15,0 0-4-15,51-1 5 16,-12-2-2-16,4-1-6 15,1 2-5-15,-1-1-3 16,-3 1-2-16,-5 0-1 16,-7 0-2-16,-3-3-26 0,-5-3-83 15,-4-4-117-15</inkml:trace>
  <inkml:trace contextRef="#ctx0" brushRef="#br0" timeOffset="82378.8">23679 6224 387 0,'0'0'13'15,"8"27"16"-15,-4-7 37 16,0 6-28-16,3 2-23 15,-2 3-5-15,-1 1-2 16,-1 0-1-16,-1-1-2 16,-2-3-3-16,0-7-1 0,0-4 1 15,0-9-2-15,0-7 1 16,0-1 7-16,0-13 11 16,-2-5-12-16,0-8-4 15,-1-1-2-15,3-6-1 0,0 0 0 16,0-1 0-16,3 2 0 15,8 1-1-15,0 6 0 16,5 5 2-16,2 5-2 16,3 6 0-16,4 5 1 15,2 4 0-15,5 2 3 0,-2 10 0 16,0 4 0-16,-1 2 0 16,-3 5-1-16,-5 2 1 15,-5 2 2-15,-4 1-4 16,-2 1 1-16,-5 1 1 15,-3-2-3-15,-2 0-1 16,0-3-30-16,-5-4-56 0,-4-9-134 16</inkml:trace>
  <inkml:trace contextRef="#ctx0" brushRef="#br0" timeOffset="82846.8">24218 6139 349 0,'0'0'11'0,"0"0"49"0,0 0-9 0,0 0-30 16,31 23 4-16,-11 0-8 15,3 0-7-15,4 2-7 16,-2-2-2-16,0-4 1 0,1-2-4 15,-5-7-32-15,1-5-101 16,-3-5-89-16</inkml:trace>
  <inkml:trace contextRef="#ctx0" brushRef="#br0" timeOffset="83232.75">24582 6176 297 0,'0'0'5'16,"0"0"4"-16,0 0 4 0,0 0 26 16,0 0 19-16,0 0-14 15,0 0-16-15,-32 35-9 16,19-25-10-16,2 0-4 16,-1 0-2-16,1-2-1 15,1 0-2-15,2-3 1 0,0 0 0 16,2 0-1-16,0 0 0 15,1 2 0-15,2 1 0 16,-2 2 4-16,3 3 15 16,-1 5 7-16,2 2 1 15,0 5-8-15,-1 3-8 0,0 5-4 16,-3 0-5-16,1-1 0 16,0-3-1-16,-1-6 0 15,3-5-1-15,1-7-4 16,0-7-35-16,-2-4-42 15,1-2-47-15,-2-11-132 16</inkml:trace>
  <inkml:trace contextRef="#ctx0" brushRef="#br0" timeOffset="83528.07">24165 6036 319 0,'0'0'14'0,"0"0"68"0,0 0-25 16,0 0-33-16,41-9 3 15,-11 8-3-15,10 1-9 16,5 0-8-16,5 0-5 0,2 0-1 16,-3 0-1-16,-5 0-7 15,-4 0-96-15,-4-6-145 16</inkml:trace>
  <inkml:trace contextRef="#ctx0" brushRef="#br0" timeOffset="83857.22">24709 5990 294 0,'0'0'19'0,"27"-17"79"15,-9 11-34-15,0 2-23 16,1 3-7-16,-3 1-13 0,1 1-9 15,-4 9-7-15,-4 2-4 16,-5 5 1-16,-4 2-2 16,0 3 1-16,-9-1 1 15,-5 1-1-15,-1-1 0 16,-2-1 0-16,3-5 0 16,0-3-2-16,6-2-4 0,3-4-3 15,5 0-2-15,3-4 1 16,11 1 0-16,6-1 7 15,5-2-1-15,7 3-10 16,4-3-37-16,-1 0-72 16,1 0-30-16</inkml:trace>
  <inkml:trace contextRef="#ctx0" brushRef="#br0" timeOffset="84219.33">25045 5917 348 0,'0'0'15'0,"30"9"56"0,-11 12-21 16,-1 11-16-16,-2 13 6 16,-5 15-12-16,-10 6-1 15,-4 7-4-15,-17 6-10 0,-13 4-8 16,-14 1-2-16,-12 2-3 15,-12-4-7-15,-7-8-105 16,-3-13-209-16</inkml:trace>
  <inkml:trace contextRef="#ctx0" brushRef="#br0" timeOffset="98594.97">18637 6375 41 0,'0'0'7'0,"1"0"22"16,1 0 14-16,-1 0-25 16,1 0-4-16,-1 0-1 15,2 0-4-15,-2 0-1 16,0 0-4-16,0 0 0 0,0 0 1 16,-1 0 1-16,0 0 4 15,0 1 1-15,0 3-2 16,2 0 1-16,-1 1 0 15,0 1-4-15,4 2 1 16,0 0-2-16,2 0 2 16,0 0-1-16,3 0-2 0,1 1 1 15,0-2-1-15,3-1 2 16,-1 0 0-16,1-2 0 16,1 0 0-16,-1-1-2 15,2-1 0-15,-2-2 1 16,2 1-3-16,0-1-1 0,1 0 0 15,1 0-1-15,-1 0 1 16,0 0-1-16,1-2 1 16,-3-1-1-16,1-2 0 15,-2 0 0-15,3-1 1 16,-4-1-1-16,1-1 0 0,1-2 0 16,-2 2 1-16,1-4-1 15,0 2 0-15,-2 0 0 16,0-1 1-16,1 1-1 15,-2 0 0-15,3-2 0 16,-1 4 0-16,2-2 0 0,0 0 0 16,3 2 0-16,-1-1 0 15,0 1 0-15,2-1 0 16,-2 2 0-16,0 0 0 16,1 1 0-16,-1 0 0 15,2 0 0-15,1 1 0 0,2 0 0 16,3-1-1-16,-1 1 1 15,4 0 1-15,-3 1-2 16,2 1 2-16,3 1 0 16,-4-1 1-16,3 3 1 15,-1 0 1-15,1 0 0 0,-4 0 0 16,-1 3 0-16,-1 3-2 16,-3 2 0-16,-3 0-1 15,0 2 0-15,-3 1 0 16,-3 0-1-16,0 1 1 15,-2 0 0-15,-2 1 1 0,1-1-1 16,-2-1-1-16,0 0 1 16,-1-2-1-16,1-2 0 15,1 0 1-15,0-1 0 16,-1-3 0-16,0-1 1 16,-1 0 0-16,0-2-1 0,-2 0 0 15,-1 0 1-15,-1 0 2 16,0-4 2-16,1-1 1 15,-1-1-2-15,2-1-4 16,-1-1 0-16,1 1-1 16,1-1 1-16,1 1-1 0,3-1 0 15,2 3 0-15,1-3 0 16,4 2 0-16,5-1 0 16,1-1 0-16,7 1-1 15,1 0 2-15,6-1-1 16,3 2 0-16,3-1 0 15,2 1-1-15,5 2 1 0,1-1 1 16,2 0-1-16,1 0 2 16,4 2 7-16,-1-1 1 15,-1-2-1-15,-1 2-2 16,-3 0-2-16,-3-2 3 16,-2 0-2-16,-1-1 6 0,-2-1-1 15,-3 0 1-15,0 0-1 16,-4-1 0-16,-2 0-2 15,-3 0-4-15,-3-1-1 16,0-1-1-16,-4-1-1 0,-2-1-1 16,-2-2 2-16,0-1-3 15,-5-1 1-15,-2-1 0 16,0-2-1-16,-3-1 1 16,-2-1-1-16,-1-1 0 15,-2 3 0-15,-2 2-1 16,-1 4 2-16,-1 3 0 0,0 5-3 15,0 4-21-15,-5 0-63 16,-3-1-82-16</inkml:trace>
  <inkml:trace contextRef="#ctx0" brushRef="#br0" timeOffset="102725.73">23023 7004 109 0,'0'-2'40'15,"-1"-1"-1"-15,-2 1-19 16,1 1-7-16,-2-1-3 0,3 2-2 16,-2-1 5-16,1 0 1 15,0 0 0-15,0-1 0 16,1 2-1-16,-1 0-1 16,1 0-5-16,1 0-3 0,-2 0-4 15,2 3 0-15,0 3 1 16,0 3 3-16,0 0-1 15,5 2 3-15,2 2-1 16,3 2-1-16,1-1 2 16,3 1 0-16,1-1-1 0,0-2 0 15,2-2-3-15,-1-1 5 16,0-4-1-16,1-3-3 16,0-2-2-16,0 0 5 15,3-2 0-15,-1-6-3 16,3-2 1-16,1-3 0 15,0 1-1-15,3-1 0 0,-1 2-3 16,1 1 2-16,1 1-2 16,-1 1 2-16,-1 3 0 15,0-1 2-15,-1 4 4 16,-1-1 0-16,0 3-1 0,0 0-1 16,0 0-2-16,-1 0-2 15,-1 8 0-15,0 2-1 16,-1 0 0-16,-2 2-1 15,-2 2 1-15,-2 0 0 16,0-1-1-16,-4-1-2 16,-2 0 5-16,0-3-3 0,-3 0 1 15,0-3-1-15,-3-1 0 16,-2-2-1-16,2-1 1 16,-2-1 1-16,0-1-1 15,0 0 7-15,0 0 24 0,0-5-25 16,0-1-3-16,0-3-1 15,0-1 1-15,2-1-2 16,4 0-1-16,4-1 1 16,0 2-1-16,1 0 2 15,3 3-3-15,3 1 1 16,5-1-1-16,6 3 1 0,5 0 0 16,7 0 0-16,6 1 0 15,6 2 0-15,6-1 1 16,3 2-1-16,-2 0 2 15,0 0 3-15,-5 0 2 0,-4 0-3 16,-6 0-1-16,-5 2-3 16,-4-1 2-16,-5 0-2 15,-3-1 1-15,-4 0-1 16,-2-4 1-16,-3-3-1 16,-5-4 2-16,-2-1 1 15,-5-1 5-15,-2-4-3 0,-1-1-4 16,-1 0-2-16,-1 0-2 15,-1-2-42-15,0-4-132 16</inkml:trace>
  <inkml:trace contextRef="#ctx0" brushRef="#br0" timeOffset="105804.66">18823 6969 216 0,'0'-4'20'0,"-2"-2"42"15,-3 3-14-15,-4 0-10 0,-1 1-12 16,0 2-7-16,-5 0-5 15,-2 0 1-15,-2 3-1 16,-4 6-1-16,-2 4-3 16,-4 3-1-16,0 4 0 15,-4 3-3-15,4 1-2 16,2-1-1-16,5 0 0 0,9-2-1 16,4-1-1-16,9-5 0 15,2-2 2-15,16 0-1 16,5-3 1-16,6-1-2 15,3-2 1-15,2 0 1 16,-1 0-1-16,1-2 0 0,-6 3 0 16,-4 2 0-16,-6 2 1 15,-3 1-2-15,-6 0-1 16,-5 4 2-16,-4-1-2 16,0 0 1-16,-8-1 1 15,-5 1 1-15,-4-2-1 0,-1 0 0 16,-6 0 0-16,0 0-1 15,-4-1 0-15,0 2 1 16,-5-1-1-16,1-2 0 16,1 2 0-16,6-2-1 15,4-5 1-15,6 0-6 0,9-4-16 16,4-3-20-16,4-5-23 16,10-10-94-16,8-8-103 15</inkml:trace>
  <inkml:trace contextRef="#ctx0" brushRef="#br0" timeOffset="106254.82">19218 6926 340 0,'0'0'8'0,"0"0"25"0,0 0 16 16,-49-24-26-16,22 25-7 15,-2 8 3-15,0 5 3 16,0 3-10-16,3 3-6 16,6 1-4-16,5-1-1 15,8 3 0-15,5-3 0 0,2 1 1 16,12-4 1-16,7-1 0 16,6-1 0-16,3-2-2 15,4-4 1-15,-2 2 1 16,-1-1-2-16,-3 1 2 15,-4-2-1-15,-5 3 1 0,-4-1-1 16,-4-1 0-16,-5 0 0 16,-4-2-1-16,0 1 0 15,-8-1 1-15,-5 1 0 16,-8 1 1-16,-3 1-2 16,-3 0 0-16,-4 2 0 0,0 1 1 15,-1 0-1-15,2 1-1 16,2-2 1-16,7-2 0 15,8-2-1-15,6-1-10 16,7-4-47-16,3-4-45 16,14-4-128-16</inkml:trace>
  <inkml:trace contextRef="#ctx0" brushRef="#br0" timeOffset="106608.73">19540 7219 178 0,'0'0'129'0,"0"0"-77"0,0 0 20 0,0 0-61 16,0 0-1-16,3 35 14 16,5-9 6-16,1 1-11 15,-1 3-9-15,0-1-6 0,0 1 2 16,-2-1 0-16,-4-4-3 15,0 0-5-15,-2-6-13 16,0-5-33-16,-5-6-47 16,-7-5-86-16</inkml:trace>
  <inkml:trace contextRef="#ctx0" brushRef="#br0" timeOffset="106843.65">19366 7287 176 0,'0'0'114'0,"0"0"-101"15,9-33 40-15,4 22-17 16,5 0-2-16,3 1-10 16,5-3-7-16,3 2-4 15,4 0-8-15,0 0-2 0,1 2-2 16,-2 1 0-16,-2 3-1 15,-3 0-28-15,-4 2-98 16,-6-3-181-16</inkml:trace>
  <inkml:trace contextRef="#ctx0" brushRef="#br0" timeOffset="107199.72">19736 7337 282 0,'0'0'3'0,"0"0"33"16,-9 35 6-16,9-23-14 16,0-1-8-16,0-2-2 15,9-1-4-15,1-3-2 16,2-2-3-16,2-3-3 16,3 0-1-16,0 0-2 0,-1-8 0 15,-1-2-2-15,-2-1 0 16,-5-1 0-16,-1-1 1 15,-5-1-2-15,-2 1 2 16,0 0-1-16,-9 2 0 16,-5 2 4-16,-1 3 1 15,-4 2 1-15,-1 4-5 0,0 0-2 16,0 2 1-16,2 7-1 16,2 0-2-16,6 3-29 15,1-2-41-15,4-4-79 16</inkml:trace>
  <inkml:trace contextRef="#ctx0" brushRef="#br0" timeOffset="107463.82">19936 7068 412 0,'0'0'4'16,"0"0"-1"-16,6 43 9 0,0-18 19 15,3 0-16-15,1 3-3 16,1-2-8-16,0 4 0 16,-2-2 3-16,-2 1-2 15,-3-3-8-15,1-5-58 16,-5-5-12-16,0-8-77 0</inkml:trace>
  <inkml:trace contextRef="#ctx0" brushRef="#br0" timeOffset="107651.3">19942 7291 326 0,'0'0'5'16,"0"0"13"-16,42-36 8 15,-24 28-5-15,0 0-7 16,1 1-3-16,0 2-6 16,0 0-4-16,0 3 1 0,0-1-2 15,-1-2-59-15,0-1-165 16</inkml:trace>
  <inkml:trace contextRef="#ctx0" brushRef="#br0" timeOffset="108210.71">20167 7210 316 0,'0'0'14'0,"-33"17"33"16,21-7-11-16,2 0-3 15,3 2-8-15,3-1-10 0,3-1-6 16,1 0-4-16,3 1 1 16,5-4-2-16,3-1 0 15,4-2 0-15,-2-4-2 16,2 0-11-16,0-7-7 15,-3-4-1-15,-2-2 13 0,-1-1 4 16,-4 4 0-16,-3 0 0 16,-2 2 0-16,0 3 3 15,0 4 7-15,-4 1 10 16,0 0-11-16,0 4-4 16,0 3-1-16,4 2 5 15,0 0 0-15,0 2-3 0,2-2-1 16,7-1 0-16,-1 0-1 15,4-1 0-15,-1-3-1 16,3-1 1-16,-1-3-3 16,1 0 0-16,-1-3-3 15,2-7 1-15,-4-4 1 0,1-4 0 16,-2-3-1-16,-2-3 0 16,-3-5-1-16,-2 0-2 15,-3-5-2-15,0 1-5 16,-5 2 3-16,-5 1 1 15,0 5-1-15,-3 6 1 0,4 7-3 16,0 7 5-16,1 5 23 16,4 11-7-16,4 9-6 15,0 8 6-15,5 2 3 16,9 1-2-16,0-1 0 16,4 0 3-16,1-5-5 15,2-2-2-15,-4-3-3 0,1-3-33 16,0-5-69-16,-2-6-230 15</inkml:trace>
  <inkml:trace contextRef="#ctx0" brushRef="#br0" timeOffset="108872.28">20592 6827 306 0,'2'0'18'0,"5"0"2"15,1 0-4-15,10-3-8 0,3 0 3 16,8 1 2-16,4-6-1 15,5-1-3-15,3-2-5 16,-1 1-3-16,-5 0 1 16,-4 1-1-16,-5 1-3 15,-10-2-84-15</inkml:trace>
  <inkml:trace contextRef="#ctx0" brushRef="#br0" timeOffset="109861.03">21635 6489 166 0,'0'0'40'0,"0"0"-14"0,2-30 34 16,-2 23-22-16,0 0-12 15,-4 1 2-15,-1 1-12 16,-2 2-4-16,0 1-7 16,-1 1-2-16,-3 1-2 15,1 0-1-15,-2 1 2 0,0 4-2 16,-2 3-2-16,0 2 2 15,3 1 2-15,2 2-2 16,2 1 0-16,3 2-2 16,3 1 4-16,1-2-2 15,0 2 0-15,4-2 0 0,3 0-2 16,1-2 2-16,-2-2 0 16,0 0-1-16,1 0 0 15,-2-3 1-15,-1-1 0 16,0-1 0-16,-1 2-8 15,-2-4-22-15,-1-1-45 0,0-3-127 16</inkml:trace>
  <inkml:trace contextRef="#ctx0" brushRef="#br0" timeOffset="110495.61">21273 6538 126 0,'0'0'27'0,"0"0"5"0,-30-11 14 15,16 11-11-15,1 0 3 16,-1 5-2-16,-2 3-12 16,2 3-6-16,2-1-4 0,2 2-6 15,1-1-1-15,7 1-4 16,2 1 1-16,0-1 2 16,7-1-1-16,7 2 0 15,5-2 0-15,4 0 0 16,1-1-2-16,3 0-1 0,-4 2 1 15,0 1 1-15,-3 3 0 16,-4 1-1-16,-7 1 0 16,-5 1 0-16,-4 0-1 15,0 0-1-15,-8-2 1 0,-6 0 1 16,-3-1 2-16,-4-1 0 16,-2-3-1-16,-1-1-2 15,-2 0 1-15,0-2 0 16,3-2-1-16,2-3 0 15,5-2-6-15,4-2-31 16,6 0-38-16,6-8-47 16,6-7-118-16</inkml:trace>
  <inkml:trace contextRef="#ctx0" brushRef="#br0" timeOffset="111013.55">21652 6551 119 0,'0'0'10'0,"0"0"19"0,0 0 4 15,2-36 1-15,-2 31-6 16,-8-1 7-16,-1 2-2 15,-1 1-2-15,-3 3-7 16,-1 0-1-16,-1 0-3 0,-1 5-6 16,1 2-6-16,1 1-4 15,0 1-2-15,3 2-1 16,2-1 1-16,2 1-1 16,3 2 1-16,3 1 0 15,1-1 1-15,0 2 1 0,7 1-3 16,3 0 1-16,3 1 0 15,4-2 1-15,3 2-2 16,1-1 2-16,0-1 1 16,0 1 0-16,-1 1 0 15,-5-2-1-15,-4 0 0 0,-4 0 0 16,-5-1-3-16,-2-1 0 16,-3-1 2-16,-9 0 2 15,-5-1 7-15,-1-1-3 16,-5 0 2-16,-1 0-2 15,-6-1-3-15,0-1-2 0,-3-1 0 16,3-1 0-16,1-1 0 16,6 0 0-16,5-1-5 15,10-3-42-15,6-1-94 16,2-1-207-16</inkml:trace>
  <inkml:trace contextRef="#ctx0" brushRef="#br0" timeOffset="111625.59">21791 6910 209 0,'0'0'4'0,"0"0"52"15,0 0 0-15,0 0-51 16,0 0 12-16,8 33 21 0,-1-8 2 16,0 4-16-16,-1 5-15 15,1 3-2-15,-3 1-4 16,2 2 0-16,-2-7 2 15,-2-3 4-15,-1-7-6 16,-1-5-4-16,0-5-4 0,0-6-15 16,-3-4-28-16,-2-3-43 15,0-2-55-15</inkml:trace>
  <inkml:trace contextRef="#ctx0" brushRef="#br0" timeOffset="112628.58">21782 7035 224 0,'0'0'4'0,"-1"-44"17"0,1 23 40 16,4 1-8-16,6 3-15 15,4 2-12-15,3 4-8 16,2 3-10-16,0 4-1 15,-1 4-2-15,-1 2-3 0,-3 8-1 16,-4 3 1-16,-4 4-1 16,-2 1 1-16,-4 1-1 15,0-1 1-15,-3 0-1 16,-5-1 2-16,-2-2-1 16,-2 0 0-16,0-3-2 0,-1-1-4 15,2-3 0-15,2 1 4 16,4-3 0-16,0 2 0 15,5-3 1-15,0 2-2 16,2 0-1-16,8 1 1 16,-1 1 0-16,3 3 2 15,2 0 0-15,0 1-1 0,0-1 2 16,3-2 2-16,0-3-2 16,3-1 2-16,-3-6 1 15,1 0 0-15,1-2-1 16,-1-4 2-16,-3-3-4 15,-1-1 0-15,-1 0-1 0,-2-1 0 16,0 1-1-16,-2-2 0 16,-3 1 0-16,-1 0 0 15,-3 0 0-15,-2 3 1 16,0-1 3-16,-2 3 5 16,-6 1 0-16,-2 4-2 0,-2 1-2 15,0 0-1-15,-1 2-1 16,1 6 4-16,2 1-4 15,4 1-1-15,2 3 0 16,4-2 1-16,0-2 0 16,4 1 1-16,9-3 2 0,2-2-1 15,5-2 3-15,3-3-3 16,-1 0-3-16,2 0-4 16,0-3-6-16,-2-4-2 15,-2 0 5-15,-3-2 3 16,-3-1 1-16,-4 2 1 0,-3-1 0 15,-3-1 0-15,-2 2 0 16,-2-2-1-16,-3 3 1 16,-4-1 0-16,-3 3 1 15,0 2 0-15,0 1 3 16,-2 2-1-16,3 0-1 0,2 3-1 16,4 4 0-16,3 5 0 15,0 1 0-15,4 0 1 16,7 2 1-16,3 3-1 15,-2 0 1-15,0 2 0 16,-2 3-2-16,-5 1-2 0,-1 2-4 16,-4-1 3-16,0 0 3 15,-7-4-1-15,0 0 2 16,-2-6-2-16,1-3 0 16,-2-3 0-16,3-3 1 15,0-3 0-15,1 0 1 0,-1-3-1 16,3 0 1-16,-3 0-1 15,3 0-19-15,-3-5-25 16,4-3-14-16,-2-4-21 16,3-4-57-16,2-2-128 15</inkml:trace>
  <inkml:trace contextRef="#ctx0" brushRef="#br0" timeOffset="112937.56">22274 7121 249 0,'0'0'4'0,"0"0"44"15,0 0-17-15,32-3-15 16,-22 11-4-16,-3 2 3 16,0 1 4-16,-1-1-7 15,-2 1-6-15,0-2-1 0,-1-1-1 16,-3-2 1-16,0-2-2 15,0-3-1-15,0-1 0 16,0 0 3-16,-1-8-2 16,-3-2-2-16,2-4-1 15,2-2 0-15,0-2-1 0,1-1-3 16,6 1-1-16,2 5 0 16,0 3-1-16,1 5 3 15,0 3-6-15,2 3-46 16,-2-1-82-16</inkml:trace>
  <inkml:trace contextRef="#ctx0" brushRef="#br0" timeOffset="113720.76">22429 7148 270 0,'0'0'2'0,"0"0"4"15,38-23 15-15,-21 13-4 16,-1-2 0-16,-2 2-2 16,-2-1 0-16,-2 1-4 15,-4 0-5-15,-4 3 0 0,-2 0 6 16,0 1 2-16,-6 2 1 16,-5 3 0-16,0 1-4 15,-3 0-2-15,3 3-2 16,0 7-4-16,3 0-1 15,2 2 1-15,1 2 1 0,5-2-1 16,0 2-1-16,0-3 2 16,3-1-2-16,4-2 1 15,3-3-1-15,1-2 0 16,0-3 0-16,2 0 1 16,0-3-3-16,1-7 0 0,-1-3 0 15,-3-2 0-15,1-1-4 16,-3 0 1-16,-2 0 1 15,-2 2-2-15,0 3 1 16,-2 0 2-16,-1 4 1 16,1 1 0-16,-1 2 1 0,1 4 6 15,1 0 2-15,1 0-9 16,-1 5 3-16,2 3-2 16,-1 1 1-16,-1 1-1 15,0 1 1-15,-1-1 0 16,1 0 0-16,-2-1 0 0,0-1 0 15,0-2 1-15,0-1-1 16,1-2 1-16,-1-2-2 16,2-1 1-16,1 0 0 15,2-7-1-15,1-3-1 16,2-3 0-16,1-1 0 0,3-2 0 16,0 1-2-16,-2 0 1 15,1 2 1-15,-3 3-1 16,-1 3 1-16,-2 4 0 15,-3 3 0-15,0 0-2 16,-3 2-1-16,0 6 1 0,0 3 2 16,0 0 1-16,-3 0 0 15,-2 2 2-15,0-2-1 16,0 1 0-16,2-3 1 16,0-1-1-16,-1-1 0 15,1-1-2-15,1-1-14 0,2-3-21 16,0-1-20-16,0-1-41 15,0 0-8-15,0-9-105 16</inkml:trace>
  <inkml:trace contextRef="#ctx0" brushRef="#br0" timeOffset="113985.74">22815 6991 221 0,'0'0'13'0,"0"0"42"0,0 0-11 0,0 0 0 15,0 0-2-15,0 0-8 16,0 0-12-16,0 0-9 16,0 0-6-16,0 0-2 0,11 31-4 15,-11-21 4-15,0 0-2 16,0 0-1-16,0 0-18 15,0-4-64-15,-3-2-77 16</inkml:trace>
  <inkml:trace contextRef="#ctx0" brushRef="#br0" timeOffset="114154.42">22772 6898 339 0,'0'0'20'0,"0"0"31"0,0 0-28 16,0 0-18-16,0 0-5 16,0 0 3-16,0 0-3 15,30-21-37-15,-21 24-98 16</inkml:trace>
  <inkml:trace contextRef="#ctx0" brushRef="#br0" timeOffset="114525.83">22916 6937 185 0,'0'0'140'0,"0"0"-127"16,0 0 28-16,0 0-3 16,0 0 1-16,0 0-11 15,0 0-15-15,-26 34-6 0,26-23-1 16,0 0-2-16,3-3-1 15,3 0 1-15,4-3-2 16,0-2 1-16,1 0 0 16,0-3-1-16,0 0-1 15,-1-3 0-15,-1-3 0 16,-2-4-1-16,-2 0-1 0,-2-3 0 16,-3-1 0-16,0 0-1 15,-5 1 1-15,-3 2-1 16,-4 0 0-16,1 4 0 15,-2 1 1-15,2 2 0 16,2 2 1-16,2 2 0 0,3 0-16 16,4 0-16-16,0 4-17 15,2 0-25-15,6-1-86 16</inkml:trace>
  <inkml:trace contextRef="#ctx0" brushRef="#br0" timeOffset="114858.16">23012 6908 321 0,'0'0'6'0,"0"0"37"15,0 0-4-15,0 0-15 0,29-6-2 16,-22 6-6-16,-1 5-3 16,1 1-6-16,-3 0-3 15,0 1-3-15,-2-3 0 16,-1 2 0-16,-1-1 1 15,0-2-1-15,0-1 2 16,0 0-1-16,0-2-1 0,-1 0 0 16,1-4-1-16,0-4 0 15,0 0-1-15,7-5-2 16,0 3-1-16,3 0 0 16,2 0-1-16,-2 5 3 0,-1 3-1 15,0 2 1-15,-2 0 1 16,-2 3 0-16,0 6 1 15,-1 1 2-15,-2 3 1 16,1-1-4-16,-3-4-73 16,0-2-172-16</inkml:trace>
  <inkml:trace contextRef="#ctx0" brushRef="#br0" timeOffset="122281.71">17024 6186 307 0,'0'0'40'15,"0"0"11"-15,0 0-7 16,0 0-16-16,0 0-10 15,0 0-14-15,28-32-1 16,-6 23-2-16,2-1 1 16,4 2-1-16,-3 0 0 0,-1 3 2 15,-4 5 0-15,-5 0-10 16,-3 0-54-16,-7 8-75 16,-5 1-89-16</inkml:trace>
  <inkml:trace contextRef="#ctx0" brushRef="#br0" timeOffset="122436.66">17027 6401 390 0,'0'0'11'16,"54"-14"-5"-16,-15-1-2 16,7-1 0-16,1-1 1 15,0-2-2-15,-7 2-44 16,-12-1-146-16</inkml:trace>
  <inkml:trace contextRef="#ctx0" brushRef="#br0" timeOffset="123234.09">14354 6434 341 0,'0'0'6'0,"0"0"22"16,-32-26-1-16,18 22 0 15,-4 4-23-15,-2 0-1 16,-2 7 5-16,-6 6 0 0,1 5 2 15,-4 6-5-15,0 5-2 16,-1 1 1-16,2 1-2 16,2 1-1-16,9-1 0 15,7-4 1-15,12-2-2 16,2-2 3-16,17-2-2 16,10-3 2-16,6-1-1 0,6-2 0 15,4 1-2-15,1-1 0 16,-2 3 1-16,-5 0-2 15,-6 3 0-15,-7-1-3 16,-10 2 3-16,-8-2 0 16,-8 1-2-16,-1 1 5 0,-15 0 0 15,-6 2 1-15,-8 0 0 16,-5 2-1-16,-6 0 1 16,-1 0 1-16,-6 1 0 15,0-2-4-15,0-4 2 0,6-1-1 16,1-4 0-16,10-5-1 15,9-5-10-15,9-6-17 16,11-2-26-16,4-15-31 16,13-9-127-16</inkml:trace>
  <inkml:trace contextRef="#ctx0" brushRef="#br0" timeOffset="124670.89">14712 6383 61 0,'0'0'130'15,"0"0"-119"-15,0 0 22 16,0-30 1-16,-9 29-12 16,-3 1-12-16,-2 0-5 15,-6 4 1-15,0 6 7 0,-4 2 10 16,1 3-4-16,2 3-5 16,2 2-4-16,2 2-2 15,2 3-3-15,3-1-1 16,2 0-3-16,5 1 0 15,2-5 1-15,3-1-1 0,1-5 0 16,11-2 0-16,7-4 2 16,8-3 3-16,5-3 2 15,7-2-3-15,1 0 1 16,-1 0 5-16,-3 3 4 16,-5 4-7-16,-7 4-1 0,-6 6-3 15,-7 1 1-15,-5 4 1 16,-6 1-2-16,-2 1 1 15,-14-1-1-15,-4 1 1 16,-6-3-2-16,-6 1 0 16,-3-1-2-16,-4-1 0 0,1-2 0 15,1-3 1-15,2 0-2 16,6-4-2-16,9-4-10 16,7-2-54-16,8-5-43 15,5-2-106-15</inkml:trace>
  <inkml:trace contextRef="#ctx0" brushRef="#br0" timeOffset="125126.59">14772 7121 308 0,'0'0'86'0,"0"34"-86"16,0-11 3-16,6 9 21 15,3 5-7-15,0 6-5 16,2 3-6-16,-1 2-4 15,-2 1 2-15,1 0-2 16,-3-1-1-16,-1-1 2 0,-4-6-7 16,-1-4-35-16,0-11-62 15,-6-9-129-15</inkml:trace>
  <inkml:trace contextRef="#ctx0" brushRef="#br0" timeOffset="129655.66">14808 7272 138 0,'0'-9'16'0,"0"0"-7"0,0 0 16 15,0 2-5-15,1-3-4 16,1 2-2-16,1-1 0 15,1 0-1-15,1-1-2 16,0 3-4-16,3-2 4 16,2 2-3-16,2-1-4 15,2 2 2-15,3 2 1 0,2-1 1 16,1 5-1-16,-1 0-2 16,-2 0 1-16,-2 5-1 15,-4 5 2-15,-2 0 2 16,-5 4-5-16,-4 0 1 15,0 3-1-15,-4 2 2 0,-8 3 1 16,-5 0-3-16,-3 2-3 16,-2-1 1-16,-4-1-1 15,0-1 0-15,0-4-1 16,3-4 0-16,7-3 1 16,1-5-2-16,10-5 2 15,5 0 1-15,3-4 1 0,11-6-4 16,5-1 1-16,5-1 0 15,4 1 1-15,0 4-1 16,-1 4 5-16,-3 3 3 16,-1 1 5-16,-3 11 1 15,-2 2-6-15,-1 5 2 0,-2 1-6 16,-1 1 2-16,-1 1-4 16,0-2 1-16,-1-2-5 15,-1-5-1-15,0-4-1 16,2-5 1-16,2-4 0 15,0 0 1-15,2-8 1 0,-1-7 1 16,0 1 0-16,1-2-2 16,-4-2-2-16,-2 2-2 15,-2-2-3-15,-5-1 3 16,-1 3 1-16,-3-1 5 0,0 2-1 16,-4 3-3-16,-4 2-3 15,-3 4 5-15,0 3 5 16,0 1 7-16,-1 2 3 15,4 1-3-15,2 8-5 16,2 1 0-16,3 2-5 16,2 1 2-16,0 2 0 0,7-2 1 15,2-1 0-15,3-1 2 16,-1-3-2-16,3-3-1 16,0-3 1-16,2-2-2 15,2 0 2-15,-3-8-3 16,1-5 1-16,-1-2-2 0,-3-2 0 15,-3-1 0-15,-2 0 1 16,-3-2-1-16,1 0-2 16,-3 2-3-16,-3 2-1 15,0 2 1-15,0 3 4 16,0 4 0-16,0 3 4 0,0 3-2 16,2 1 0-16,3 0 0 15,1 0-5-15,3 0 4 16,5 5 2-16,2 2 4 15,1 0-4-15,-1 2 3 16,-1 1 2-16,-1 0-1 0,-3 0-2 16,-2 1-2-16,-4-2 1 15,-2-1-1-15,-3 1-1 16,0-1 0-16,0-2 2 16,-6 2-3-16,-3-2 1 15,-2 0 0-15,-1 2-1 16,0-3 0-16,-1 0 1 0,0 1 0 15,3-4 0-15,4 0 0 16,-1 0 0-16,4-2 0 16,1 0 0-16,2 0 0 15,0-5 1-15,6-3-2 16,4-1 0-16,3-4 1 0,2 0 0 16,-1 1 0-16,0-1 1 15,-2 3-1-15,-3 3 0 16,-1 0 0-16,-2 3 0 15,0 2 0-15,-1 1-1 16,1 1 2-16,0 0-1 0,-2 2 0 16,0 4 0-16,-1 1 0 15,1 2 1-15,-3 1-2 16,-1 2-50-16,0-2-83 16,0 0-111-16</inkml:trace>
  <inkml:trace contextRef="#ctx0" brushRef="#br0" timeOffset="129826.57">15520 7176 345 0,'-3'-8'1'0,"1"1"0"15,2 5 0-15,0 2-3 16,2 0-11-16,5 0-43 15,-4 2-82-15</inkml:trace>
  <inkml:trace contextRef="#ctx0" brushRef="#br0" timeOffset="130295.74">15754 7178 288 0,'0'0'3'0,"0"0"7"15,0 0 20-15,-38 1-8 0,27 6-6 16,-1 0 2-16,4 2-2 16,2 1-5-16,5 0-7 15,1 0-3-15,0-2 1 16,3-1 0-16,4-2 0 15,1-4 0-15,1-1 0 0,0 0-2 16,1-4 1-16,-3-7-1 16,0-2 1-16,-1-3-1 15,-2-4 1-15,-1-2-1 16,-1-5 0-16,-2-2-1 0,0-4-1 16,0 0-8-16,-6-3-20 15,-3 5 20-15,1 3 34 16,1 7-11-16,0 7 16 15,4 7-6-15,1 7-6 16,2 7-14-16,0 9-2 0,9 7-1 16,2 4 2-16,4 1 2 15,3 2 0-15,1-1 6 16,1-4-4-16,1-5-7 16,-4-2-44-16,2-5-23 15,-2-8-108-15</inkml:trace>
  <inkml:trace contextRef="#ctx0" brushRef="#br0" timeOffset="130701.47">15930 7082 369 0,'0'0'3'0,"0"0"25"0,0 0 21 16,0 0-13-16,0 0-6 15,0 0-20-15,0 0-7 16,0 0 0-16,0 0-2 0,0 0 0 16,18 27 0-16,-11-19 1 15,0 1-1-15,2-4-1 16,-2 1-1-16,0-3-14 16,1-3-13-16,1 0 10 15,1-7 11-15,-1-6 4 16,0-2 2-16,1-2 0 0,-5 1 1 15,0 1 0-15,-2 2-1 16,-3 4 2-16,0 2 1 16,0 3 8-16,0 2 11 15,1 2 2-15,2 0-19 16,2 0-3-16,-1 5 1 0,3 2-2 16,2 1 2-16,-2-1-1 15,4 1 0-15,1 0-1 16,0 0-41-16,-1-1-42 15,0-2-107-15</inkml:trace>
  <inkml:trace contextRef="#ctx0" brushRef="#br0" timeOffset="131342.24">16300 6949 284 0,'0'0'13'0,"0"0"45"0,0 0-17 16,-36-21-8-16,21 21-7 15,-3 0 0-15,3 8-11 0,-3 2-1 16,6 3-3-16,0 1-4 16,3 0-2-16,3 1-3 15,5-1-1-15,1-1 0 16,0-2 1-16,3-1-1 15,5-3 0-15,2-4 0 0,3-3-6 16,1 0-4-16,-2-8 4 16,1-4 2-16,-1-1 3 15,-2-2 1-15,-2 2-1 16,-1 1-1-16,-5 3 2 16,0 2-2-16,-1 5 2 0,-1 2-1 15,0 0 0-15,1 2 0 16,3 6-1-16,-2-1 2 15,6 0-1-15,0-1 0 16,4-1 0-16,1-4 2 16,4-1-3-16,-1 0 2 0,2-2 0 15,0-7 0-15,-1-4 2 16,1-1-2-16,-3-4 0 16,-1-3 0-16,-4-2 0 15,-5-2-1-15,-2-2 0 16,-3-5-2-16,0-3-4 0,-7-3-7 15,-2-1-28-15,-3 3 31 16,-1 5-1-16,1 7 3 16,1 9 33-16,3 10-10 15,2 5 0-15,4 8-11 16,2 10-3-16,4 10 9 0,9 3 12 16,5 4-4-16,3 0-7 15,3-2-1-15,0-2 0 16,-2-3-2-16,-1-5-7 15,-2-6-40-15,-2-4-51 16,0-6-134-16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20:44.095"/>
    </inkml:context>
    <inkml:brush xml:id="br0">
      <inkml:brushProperty name="width" value="0.05292" units="cm"/>
      <inkml:brushProperty name="height" value="0.05292" units="cm"/>
      <inkml:brushProperty name="color" value="#FF0000"/>
    </inkml:brush>
  </inkml:definitions>
  <inkml:trace contextRef="#ctx0" brushRef="#br0">10987 12742 252 0,'-7'1'7'0,"0"2"10"16,0 3 1-16,0 5 4 15,4 3-5-15,2 5 9 16,1 5-1-16,0 5-6 16,7 6-1-16,5 4-4 15,0 4-8-15,2 2-1 16,2 0-2-16,0-3 0 0,1-2-3 16,-1-6 2-16,-1-8-2 15,-3-5 1-15,-2-4-2 16,-1-6 3-16,-2-9-2 15,-3-2 1-15,1-7 7 16,-5-8 11-16,0-6-10 0,0-4-6 16,0 3-2-16,0 0 1 15,-3 4-1-15,0 5 17 16,2 6 0-16,1 5 1 16,0 2-6-16,0 0-13 15,5 8 2-15,5 2 0 0,2 3-1 16,3 2 1-16,-1 0 0 15,3 0-1-15,2-2-1 16,-3-2 0-16,1-2 0 16,-3-4 0-16,-2-2 0 15,-2-3 0-15,-5-1 0 0,-3-10 1 16,-2-3-2-16,0-5-5 16,-11-2-5-16,-4-2-9 15,-3-2 7-15,-5 3 6 16,-2 1 5-16,1 4 2 15,2 3 0-15,3 3 0 16,2 2 0-16,6 1 2 0,5-2-1 16,1 0 1-16,5-3 0 15,1-3 2-15,9-1-2 16,4-2 0-16,0 0-1 16,3-2 1-16,1-1-1 0,-2 0 1 15,-3 1-1-15,-2-2 0 16,-3 1-1-16,-6 3 1 15,-2 0 0-15,0 3 0 16,-5 2 1-16,-6 5 0 16,-2 2 1-16,1 5-1 0,0 2 5 15,3 5 0-15,3 9-2 16,5 5-2-16,1 6-2 16,8 3 0-16,9 2 1 15,3 3-2-15,3-2 0 16,3-1 0-16,-3-2 0 0,-1-5 0 15,-4-2 0-15,-4-5 0 16,-4-5 0-16,-2-3 0 16,-5-3 0-16,-2-3 0 15,-1-2 2-15,-1 0 4 16,-5-7-3-16,-3-1 1 16,1 0 15-16,1 0-3 0,2 1-9 15,0 3-1-15,4 0 0 16,1 2-4-16,0 1-2 15,8-1-2-15,0 2 2 16,2-2 0-16,1 1 0 0,-1 1 0 16,-2 0 0-16,0 0 0 15,0 0 0-15,-2 4 0 16,-2 2 0-16,0 3 1 16,-1 1-2-16,1-1 1 15,-2 0-2-15,3-2 1 16,0 1-4-16,1-2-14 0,1-3-13 15,0-3-2-15,2 0 6 16,0 0-1-16,-2-7 3 16,-2 0 1-16,0 1 10 15,-2-1 11-15,-3-1 5 16,0 2 0-16,0 0 3 0,-5 1 15 16,2 0 5-16,-4 3 9 15,4-1-8-15,-1 0 2 16,3 3-2-16,1 0-17 15,0 0-10-15,0 2 0 16,5 3 4-16,5-2-1 0,-2 2-2 16,2-2 1-16,0-3-2 15,0 0-1-15,-1-3-22 16,-2-7 0-16,-1-4 5 16,-2-1-3-16,-1 0 7 15,-1 1 10-15,-2 3 6 0,0 4 0 16,0 3 4-16,0 4 8 15,3 4-7-15,5 12-7 16,4 8 7-16,5 7 4 16,3 7 2-16,3 5-6 15,2 0 10-15,2 3 3 0,-3-3-9 16,0-3-4-16,-4-4 0 16,-6-5 1-16,-4-4 0 15,-6-5 5-15,-4-6 5 16,0-1-5-16,-12-4-3 15,-7-1-4-15,-3-3 0 0,-4-2-4 16,-1-2 1-16,-2-1-1 16,3-2-1-16,3 0 2 15,7 0-2-15,5-6-10 16,4-1-46-16,5-3-23 16,2-5-100-16,0-4-85 0</inkml:trace>
  <inkml:trace contextRef="#ctx0" brushRef="#br0" timeOffset="431.86">11668 12872 366 0,'5'-2'105'0,"1"1"-100"0,1 1 0 16,2 3-3-16,3 4 1 16,-1 3 1-16,1 1 4 15,-1 1 3-15,0 0-6 16,-1 2-2-16,-2-2-2 0,-1 0 1 16,-2-3-2-16,-4-1 1 15,-1-3-1-15,0-5 2 16,-4 0 0-16,-6-5 1 15,-2-7-3-15,0-4 1 16,1-3 0-16,4 1 2 0,2 1 17 16,5 2-5-16,1 5-11 15,8 2-4-15,4 7 0 16,3 1 0-16,2 3-1 16,2 6 1-16,0 3 0 15,-1 2 0-15,-1-1-1 16,-1 1-6-16,-2-1-26 0,-2-4-39 15,-3-4-70-15,-4-5-59 16</inkml:trace>
  <inkml:trace contextRef="#ctx0" brushRef="#br0" timeOffset="774.5">11988 12856 396 0,'0'0'5'0,"0"0"25"16,-5 34-7-16,5-21-6 0,0-1 3 16,7-2 1-16,2-3-12 15,2-1-7-15,1-2-1 16,3-4 0-16,-1 0-1 16,1-4 1-16,-4-7-1 15,-1-2 2-15,-3-4-1 0,-4 0-1 16,-3-2 1-16,-1 0 0 15,-10 2-1-15,-4 3 2 16,-5 3-1-16,-2 5-1 16,2 3 1-16,-2 3-1 15,5 0 0-15,4 5 0 0,2 1-1 16,4 1 0-16,5-2-1 16,2 0-16-16,0-3-54 15,2-2-39-15,5 0-1 16</inkml:trace>
  <inkml:trace contextRef="#ctx0" brushRef="#br0" timeOffset="1023.21">12077 12546 464 0,'0'0'3'15,"0"0"6"-15,16 37 33 16,-5-15-12-16,2 4-2 16,2 2-10-16,2 5-8 15,0 3-8-15,1 0-1 0,-1 0-1 16,-1-2 0-16,-3-2-2 16,-2-8-20-16,-4-5-51 15,-3-8-77-15,-4-8-70 16</inkml:trace>
  <inkml:trace contextRef="#ctx0" brushRef="#br0" timeOffset="1210.8">12142 12806 363 0,'0'0'92'0,"0"0"-71"16,0 0-17-16,0 0 4 15,30-6 2-15,-12-4 2 16,-3 0-7-16,4-5-4 16,-3-1-5-16,-3-4-161 0</inkml:trace>
  <inkml:trace contextRef="#ctx0" brushRef="#br0" timeOffset="3217.31">12543 12651 199 0,'-5'0'10'0,"2"-1"42"0,-1-2-3 0,1-1 6 15,1 0-3-15,0 0-17 16,1 0-10-16,1-1-10 16,0 0-7-16,0 1 0 15,0 0-4-15,0-1-1 16,4 2-2-16,4 1 1 0,2 2-1 15,3 0-1-15,2 2 0 16,4 8 1-16,-1 3-1 16,2 6 0-16,0 5 1 15,-1 4-1-15,-1 4 0 16,-5 1 1-16,0 0-1 0,-5-4 0 16,-1-6 0-16,-6-4 0 15,-1-7 1-15,0-5-1 16,-1-4 2-16,-6-3 5 15,-4 0 20-15,0-9-17 16,-2-6-6-16,1-7-2 0,2-6-1 16,1-3 0-16,8-4 0 15,1 2-1-15,0 3 0 16,10 6 0-16,5 8 0 16,0 7 0-16,4 9 0 15,2 0-1-15,3 13 0 0,1 5 1 16,-1 8 0-16,2 4 0 15,-2 5 0-15,1-1 0 16,-4 1 0-16,0-1-1 16,-5-3 1-16,-1-5-1 15,-3-5-36-15,-5-6-37 0,-4-6-91 16,-3-9-95-16</inkml:trace>
  <inkml:trace contextRef="#ctx0" brushRef="#br0" timeOffset="3453.18">12924 12535 528 0,'0'0'-3'0,"0"0"2"0,30 20 1 15,-14-8 1-15,6 1 0 16,2 2-1-16,1-2 0 16,-1 1 0-16,1-2-7 15,-5-5-147-15,-4-5-46 0</inkml:trace>
  <inkml:trace contextRef="#ctx0" brushRef="#br0" timeOffset="3762.04">13205 12509 471 0,'0'0'0'16,"-3"29"-1"-16,-2-12 1 15,3 3 2-15,2-1 12 16,-2 0 1-16,2-1-6 16,0 1-6-16,0-1-1 0,0-2-2 15,0-3 1-15,-1-1 0 16,-1-4-1-16,1-1 0 15,-1-4 1-15,1 1 0 16,1 2-1-16,0 3 1 16,1 3 9-16,7 5 12 0,2 2-10 15,2 2-9-15,1 1 0 16,1-2-3-16,-1 0 0 16,-2-1 0-16,-2-4-16 15,-5-3-85-15,-2-7-127 16</inkml:trace>
  <inkml:trace contextRef="#ctx0" brushRef="#br0" timeOffset="4013.7">12793 12443 486 0,'0'0'1'0,"28"-25"5"16,-2 10-3-16,6 2 1 16,6 1-3-16,-1 1 1 15,-1 2-2-15,-2 2-3 0,-5 0-101 16,-6-2-119-16</inkml:trace>
  <inkml:trace contextRef="#ctx0" brushRef="#br0" timeOffset="4448.04">13252 12287 488 0,'0'0'33'16,"0"0"-3"-16,0 0-14 15,0 0-4-15,16-30-7 16,-7 26-3-16,3 1 0 16,-1 3-2-16,1 0 0 15,0 6 1-15,-3 4-1 0,-1 5 0 16,-3 3 0-16,-3 1 0 15,-2 2-1-15,0-2-2 16,-2 0-1-16,-3-4 2 16,2-4 0-16,-3-2 1 15,5-3 1-15,1-4 1 0,0-2-3 16,9 0 0-16,4 0 2 16,3-3 0-16,1 2 1 15,0 1-2-15,-2 0 1 16,-2 9 0-16,-6 2 0 15,-4 3-1-15,-3 3 2 0,-7 1-1 16,-7-1 1-16,-5 2-1 16,-3-2 0-16,1-5-3 15,-5-6-156-15</inkml:trace>
  <inkml:trace contextRef="#ctx0" brushRef="#br0" timeOffset="5541.4">13645 12398 363 0,'0'0'3'0,"0"0"-3"0,38-25 0 15,-18 21 1-15,3 0-1 16,3 2 1-16,-2 2-1 15,-1 0 1-15,-1 5 2 0,-5 7 15 16,-6 6-1-16,-5 7-9 16,-6 5 0-16,0 2 0 15,-9 3-2-15,-3 1-1 16,-6 0-2-16,2-3-1 16,1-2 5-16,3-1 5 0,5-3-3 15,6-3-4-15,1 0-4 16,11-3-1-16,5 1 0 15,2-3-1-15,-1-2-27 16,0-4-185-16</inkml:trace>
  <inkml:trace contextRef="#ctx0" brushRef="#br0" timeOffset="5701.12">13906 13039 605 0,'0'0'-1'16,"0"0"2"-16,0 0-4 16,0 0-30-16,0 0-179 15</inkml:trace>
  <inkml:trace contextRef="#ctx0" brushRef="#br0" timeOffset="8776.85">13395 10927 147 0,'0'0'2'0,"0"0"14"16,0 0-9-16,0 0 6 15,0 0 2-15,0 0 2 0,0 0 9 16,-34-29-3-16,26 26-9 16,1 1-1-16,0-2 2 15,-2 0 2-15,2 1 2 16,-2-2-8-16,1 0 9 16,-2-1-3-16,-2 1-6 0,-3 0 1 15,1-2-1-15,-3 3-4 16,-4 1 1-16,0-1-4 15,0 2-3-15,-2 2 0 16,-3 0 0-16,0 0-1 16,-1 0 1-16,0 3-1 15,-2 3 0-15,-1-2 1 0,0 3 0 16,0-1-1-16,-2 2 1 16,2 1 0-16,-1-1 0 15,2 1 0-15,2 1 0 16,0 1 0-16,2-1 0 15,-1 1 1-15,3-1-2 0,0 2 2 16,0 0-2-16,1 0 1 16,0 0-1-16,2 0 1 15,0 1-1-15,1 1 1 16,-2-2-1-16,2 3 1 16,0-2-1-16,1 0 1 0,0-1-1 15,1-1 1-15,0 1-1 16,0 0 1-16,1 0-1 15,-2 1 1-15,1 0-1 16,1 1 1-16,0 2-1 16,0 0 0-16,1 0 1 0,2-1-1 15,-1 2 1-15,1-1-1 16,2-2 1-16,-1 1-1 16,2-2 0-16,0-1 1 15,0 1 0-15,0 0-1 16,1 0 1-16,1 0-1 0,-1 1 1 15,2 0 1-15,1 1-2 16,2 2 1-16,-1 1 0 16,2 0-1-16,1 0 0 15,0 4 1-15,2 0 0 16,-1 0 0-16,-1 1 0 0,0 0 0 16,1-1 0-16,-1 1 1 15,0 0 0-15,1-3-1 16,1 0 2-16,0 1 1 15,0-2 3-15,0 3-3 16,3-1-1-16,2 3 0 16,2-1-1-16,3 2-1 0,1-1-1 15,0 0 1-15,4-1-1 16,-2-1 0-16,4-2 1 16,-1-3-1-16,3-1-1 15,1-2 1-15,1-4 1 0,2 0 2 16,1-3 4-16,0-1 0 15,0-1 0-15,3-1 1 16,-3 0-1-16,1-2-6 16,0 1 2-16,0-1-1 15,0-1-1-15,0 0 1 0,2 0-1 16,-2 0 1-16,2 0-2 16,-2 0 1-16,2 1 1 15,-2-2-1-15,2 0-1 16,-3 0 2-16,0 0 0 15,0 0 0-15,1-2 0 16,0-2 4-16,1-3 2 0,0 0 1 16,-2-4-4-16,4-1 1 15,-1-1-1-15,-2-2-1 16,2-2 0-16,-1-1 0 16,1 0-1-16,0-1 0 15,0-1-1-15,0 0 2 0,-1-2-1 16,-3 0 1-16,0 1-1 15,-1-1 0-15,-5 0 0 16,0 1-1-16,-4 0-1 16,0 0 0-16,-1 1 0 15,0-1 1-15,-1-3-3 0,2-2 2 16,0 1-1-16,0-1 0 16,0 0 1-16,-3 1-1 15,0 3 0-15,-3-1 1 16,-1 2-1-16,-6 0 0 0,0-1 0 15,-3 1 2-15,-6-3-2 16,-3-2 0-16,-4-2 1 16,1-3-1-16,-2-1 0 15,0-1 0-15,0 0 1 16,-1 2-1-16,2-1 0 16,-1 3 0-16,0 1 1 0,2 3-2 15,2 3 0-15,2 4-10 16,4 1-54-16,1-1-65 15,6-8-259-15</inkml:trace>
  <inkml:trace contextRef="#ctx0" brushRef="#br0" timeOffset="9354.77">19441 7699 359 0,'0'0'2'16,"0"0"-7"-16,-7 52 8 15,7-18-1-15,0 7 2 16,0 6 0-16,0 2 2 16,0 1-2-16,3 1-2 0,-2-6-2 15,3-5 0-15,0-4-1 16,-2-8 0-16,-1-9-8 16,-1-10-118-16</inkml:trace>
  <inkml:trace contextRef="#ctx0" brushRef="#br0" timeOffset="10049.7">19450 8007 341 0,'0'0'6'0,"0"0"-3"15,0 0-4-15,0 0 2 16,-36 21-1-16,19-8 1 15,-2 5 1-15,-5 1 0 16,-3 2 0-16,-4 2 0 16,-3 3-2-16,-5 0 1 0,-1 0-1 15,-2-2 0-15,4-1 1 16,2-3-1-16,8-3 0 16,8-2 0-16,10-3 0 15,10-1 0-15,4-3 0 0,17-1 2 16,10 0-2-16,10-1 0 15,4-1 2-15,5-1 1 16,-1 2 1-16,-7 2 3 16,-7 1 4-16,-8 6-4 15,-13 3-5-15,-8 3-1 16,-6 5-1-16,-18 2 1 0,-9 3-1 16,-12 1 0-16,-9 2 1 15,-5 0-1-15,-5 2 0 16,2-1 0-16,0 0 1 15,6-2-1-15,11-4 0 16,5-3 1-16,12-4-1 0,9-4 0 16,13-6 0-16,7-4 0 15,15-3 0-15,15-3 3 16,9-2 0-16,11-2 4 16,5-6 2-16,4-2 1 15,-2 0 22-15,-2 0-17 0,-6 0-9 16,-8 0-3-16,-7 2 0 15,-9 0-2-15,-5 1 0 16,-7 3 1-16,-8 0 8 16,-4 1 13-16,-3 3-5 15,-2 0-4-15,-1 1-10 0,0 9-1 16,-2 2 1-16,0 4 1 16,2 3 0-16,-2 2-1 15,0 2-3-15,0 0-1 16,0 2 0-16,0 1-1 15,-4 0-3-15,-4-1-57 0,-4-4-133 16</inkml:trace>
  <inkml:trace contextRef="#ctx0" brushRef="#br0" timeOffset="10346.85">19050 9465 346 0,'0'0'14'0,"0"0"61"16,0 0-38-16,0 0-35 15,0 0 8-15,-5 31 31 16,11-8-20-16,-1 7-9 15,0 1-9-15,-2 3-3 0,-3 0 0 16,0-2 0-16,-9-3 0 16,-2-6-16-16,-4-5-52 15,-1-7-59-15,-1-8-40 16</inkml:trace>
  <inkml:trace contextRef="#ctx0" brushRef="#br0" timeOffset="10548.03">18984 9293 444 0,'0'0'3'0,"0"0"7"16,0 0 1-16,0 0-10 15,0 0-2-15,0 0 1 16,0 0 0-16,0 0-2 0,20-1-7 15,-11 10-129-15,1-2-93 16</inkml:trace>
  <inkml:trace contextRef="#ctx0" brushRef="#br0" timeOffset="10778.82">19232 9434 490 0,'0'0'5'0,"0"0"24"0,0 0-24 16,28-1-4-16,-16 1 0 15,-2 2-1-15,2 3 1 16,0 2-1-16,-1 0 0 16,0 2-1-16,-1 0-5 15,-2 1-48-15,-2 1-54 16,-4-1 38-16,-2 2-24 0,0-1-16 15,-10-3 21-15</inkml:trace>
  <inkml:trace contextRef="#ctx0" brushRef="#br0" timeOffset="10922.9">19316 9551 8 0,'-14'7'58'16,"-3"-1"23"-16,4-3-26 15,2 1-20-15,2-3-8 16,4 1-8-16,2-1-4 0,3-1-3 16,3 0 3-16,11 0-3 15,3 0-7-15,7-4-2 16,6-3-2-16,2 0-5 15,3-3-59-15,2-4-126 0</inkml:trace>
  <inkml:trace contextRef="#ctx0" brushRef="#br0" timeOffset="11125.51">19642 9427 458 0,'0'0'19'0,"0"0"10"16,-14 30-24-16,14-13 5 16,0 2-2-16,5 4-5 15,1 0-1-15,0 4-1 0,1-1-1 16,-3-3-4-16,-1-8-155 16</inkml:trace>
  <inkml:trace contextRef="#ctx0" brushRef="#br0" timeOffset="11774.86">19102 7596 378 0,'0'0'-1'0,"-1"-40"8"0,-1 23 5 16,0 7 2-16,2 5-1 15,0 5-6-15,0 0-4 16,0 2-4-16,0 8 2 0,-1 1-1 16,1 4 0-16,0 0 0 15,-2 0 0-15,2-2 0 16,0-3-1-16,0-3 1 16,0-2 0-16,0-5 0 15,0 0 1-15,2-9 0 0,2-5 0 16,4-3-1-16,4-4 0 15,1 1 0-15,0 0 0 16,-1 5 1-16,0 5-1 16,-2 5 2-16,-1 5 1 15,1 2 0-15,0 11 1 0,4 6-1 16,0 6 0-16,1 2-3 16,3 5 0-16,-3-1-2 15,3-5-2-15,-4-6-114 16</inkml:trace>
  <inkml:trace contextRef="#ctx0" brushRef="#br0" timeOffset="12258.63">20123 7863 301 0,'0'0'2'0,"-27"-2"14"15,8 7 40-15,-1 16-24 0,0 9 7 16,-1 8-3-16,1 7-9 16,6 11-5-16,4 3-6 0,7 4-2 15,3 3-8-15,10 0-4 16,12-1-1-16,6-6-1 16,8-6-1-16,2-8-1 15,3-9-2-15,-4-12-72 16,-2-16-135-16</inkml:trace>
  <inkml:trace contextRef="#ctx0" brushRef="#br0" timeOffset="12555.81">20345 7995 474 0,'0'0'8'0,"0"0"1"16,34-7-5-16,-10 19-4 15,3 4 1-15,3 4-2 0,0 3 1 16,-1-1 0-16,-2 1-5 15,-2-5-79-15,-3-10-66 16</inkml:trace>
  <inkml:trace contextRef="#ctx0" brushRef="#br0" timeOffset="12772.87">20763 7988 427 0,'0'0'4'0,"0"0"-1"16,-43 25-3-16,25-10 2 0,-2 3-1 16,-2 0 0-16,1 1-1 15,1-1 0-15,2-2 0 16,3-1-1-16,3 0-1 16,4-2 0-16,3-1-6 15,5-4-102-15,0-1 3 0,3-4-64 16</inkml:trace>
  <inkml:trace contextRef="#ctx0" brushRef="#br0" timeOffset="12922.66">20606 8207 190 0,'0'0'68'15,"0"0"-10"-15,0 0-22 0,0 31 42 16,0-16-38-16,2 4-9 16,-1 3-13-16,3 4-11 15,-3 1-3-15,1 2-4 16,-1 1-1-16,0-2 0 15,-1 0-4-15,0-5-56 0,0-5-83 16,-1-7-57-16</inkml:trace>
  <inkml:trace contextRef="#ctx0" brushRef="#br0" timeOffset="13161.69">20730 8464 389 0,'0'0'9'16,"0"0"32"-16,0 0-37 16,0 0 3-16,0 38 34 15,-1-20-15-15,1 2-10 0,-1-1-10 16,1 2-4-16,0-2-1 16,0-2-1-16,0-1-1 15,0-7-3-15,0 0-40 16,0-7-64-16,0-2-66 15</inkml:trace>
  <inkml:trace contextRef="#ctx0" brushRef="#br0" timeOffset="13333.14">20699 8349 330 0,'0'0'3'15,"0"0"-1"-15,0 0-4 16,0 0 0-16,0 0-3 16,0 0-43-16,0 0-91 0</inkml:trace>
  <inkml:trace contextRef="#ctx0" brushRef="#br0" timeOffset="13560.98">21097 8212 485 0,'0'0'4'15,"54"-25"-3"-15,-18 16 1 16,3 1-2-16,2 2 0 15,-2 2-1-15,0-1 1 16,-3 2-1-16,-3-3-9 0,-1-2-129 16,-3-5-56-16</inkml:trace>
  <inkml:trace contextRef="#ctx0" brushRef="#br0" timeOffset="13786.97">21682 7866 483 0,'0'0'2'0,"0"0"3"16,0 0-4-16,37 41 0 0,-23-18-1 16,0 2 0-16,-3 0-1 15,1 0 0-15,0-4-13 16,1-4-96-16,4-9-67 15</inkml:trace>
  <inkml:trace contextRef="#ctx0" brushRef="#br0" timeOffset="13991.35">22013 7997 367 0,'0'0'4'0,"-56"13"0"15,26-3-4-15,-1 2 2 16,3 1-1-16,1-2-1 16,5 2 1-16,3-1-2 15,4 0 1-15,8-2-2 0,2 1-3 16,5-5-7-16,2-3-112 16</inkml:trace>
  <inkml:trace contextRef="#ctx0" brushRef="#br0" timeOffset="14177.88">21864 8135 355 0,'0'0'21'0,"0"0"32"15,0 0-38-15,-10 43 31 16,8-21-15-16,1 3-10 16,1 3-2-16,0 1-10 0,-1 4-6 15,-2-1-1-15,1 2-1 16,-2-2-2-16,0-6-13 15,-1-6-96-15,3-11-140 16</inkml:trace>
  <inkml:trace contextRef="#ctx0" brushRef="#br0" timeOffset="14470.07">21577 7802 431 0,'0'0'16'16,"0"0"26"-16,32-38-21 15,-1 30-13-15,8 2-6 16,6 0-1-16,4 1-1 0,0 2 0 16,-1 1 0-16,-4 2 0 15,-3-3-15-15,-5-2-181 16</inkml:trace>
  <inkml:trace contextRef="#ctx0" brushRef="#br0" timeOffset="14733.77">22172 7645 103 0,'0'0'367'16,"42"15"-359"-16,-17 1 18 15,0 14 3-15,-4 12-8 16,-6 10-6-16,-9 11 0 15,-6 8-2-15,-18 8-3 16,-9 5-7-16,-7-1-2 0,-5-4 0 16,-3-3-1-16,-1-8-1 15,-1-12-7-15,1-12-60 16,1-12-28-16,4-14-88 16</inkml:trace>
  <inkml:trace contextRef="#ctx0" brushRef="#br0" timeOffset="15155.76">22438 7477 431 0,'0'0'2'0,"22"-30"4"16,-12 21-2-16,-2 6-3 15,-2 3-1-15,0 2 0 0,-5 7 0 16,-1 6 0-16,0 4 0 15,-5 4 0-15,-1 3-1 16,-2 2 1-16,0 1-1 16,1-1 0-16,2-3-1 15,3-4 0-15,2-5 0 0,0-4 2 16,4-5 0-16,8-4 0 16,6-2 1-16,5-1 1 15,7 0 1-15,5 0-2 16,8 0 0-16,2 2-2 15,1-2 0-15,-3 0-44 0</inkml:trace>
  <inkml:trace contextRef="#ctx0" brushRef="#br0" timeOffset="15834.28">19309 10871 509 0,'0'0'-19'0,"0"0"38"15,28-38-12-15,0 26-5 0,5 2 0 16,-1 3-1-16,-1 2 0 15,-3 4-1-15,-5 1 0 16,-5 5-1-16,-4 6-4 16,-8 2-82-16,-6-4-86 15</inkml:trace>
  <inkml:trace contextRef="#ctx0" brushRef="#br0" timeOffset="15974.24">19260 11074 420 0,'0'0'0'16,"0"0"1"-16,49 1 1 0,-6-12 0 16,6-3-2-16,6-3-1 15,-1-3-3-15,-3-2-103 16</inkml:trace>
  <inkml:trace contextRef="#ctx0" brushRef="#br0" timeOffset="16268.74">20347 9975 484 0,'0'0'5'0,"0"0"5"16,0 0-8-16,0 0 1 0,9 51 3 16,-3-19 1-16,2 6 0 15,-1 2-2-15,1 4-3 16,-1-3-1-16,0 0-1 16,0-6-2-16,-1-6-4 0,-2-8-56 15,-2-10-98-15,-2-7-65 16</inkml:trace>
  <inkml:trace contextRef="#ctx0" brushRef="#br0" timeOffset="17307.91">20360 10282 202 0,'0'0'4'0,"0"0"44"0,0 0-8 16,0 0 5-16,0 0-5 16,0 0-26-16,0 0-11 15,0 0 0-15,0 0 5 16,-26 29 10-16,13-6-6 15,-4 3-4-15,-5 5-4 16,-4 2-2-16,-3 2 0 0,-2-2-2 16,0-3 1-16,3-3-1 15,0-5 0-15,8-5 1 16,6-2-1-16,5-5 0 16,8-2 0-16,2-3-1 15,15-3 1-15,10-2 1 0,10 0-1 16,9 0 1-16,2 0-1 15,1 1 0-15,-4-1 0 16,-7 6 0-16,-10 3 0 16,-11 4 0-16,-12 4-1 15,-7 5 2-15,-17 4-2 0,-10 0 2 16,-8 3-2-16,-7 0 1 16,-1 1 1-16,-1-2-1 15,2-1 1-15,5-1-2 16,7 0 1-16,4-3 0 15,9-1 0-15,9-4 0 0,8-2 0 16,5-5 0-16,14-3 0 16,8-5 0-16,8-3 1 15,6 0-2-15,6-6 2 16,1-4 0-16,3-1 1 16,-3 0-2-16,-3 1 2 0,-2 0 1 15,-7 2 3-15,-5 1 4 16,-5 2 2-16,-6 0 2 15,-4 2-1-15,-5 2 2 16,-3 0-1-16,-1 1-2 16,-4 0-7-16,1 5 0 15,1 5 2-15,0 4 1 0,3 4 1 16,0 5 0-16,1 3-4 16,0 2-3-16,2 0-1 15,-1 2-1-15,-2 0 0 16,-2-3-1-16,-1-2 0 15,-2-1-11-15,-4-7-76 0,-6-7-80 16</inkml:trace>
  <inkml:trace contextRef="#ctx0" brushRef="#br0" timeOffset="17728.81">20633 10297 381 0,'0'0'-5'15,"0"0"22"-15,0 0 0 16,42-8-9-16,-14 16 1 16,6 6-6-16,0 2-2 0,1 2-1 15,-2 0-1-15,-3 0 0 16,-6-6-8-16,-1-4-71 16,-5-7-41-16</inkml:trace>
  <inkml:trace contextRef="#ctx0" brushRef="#br0" timeOffset="18126.74">21058 10256 258 0,'0'0'91'0,"0"0"-84"16,0 0-6-16,-28 21 2 0,13-5 0 16,-3 1-1-16,-1-1 1 15,1 1 3-15,-2-3-1 16,3-1-2-16,2 1-2 15,1-5-1-15,5-1 0 0,2-3 0 16,4-1-1-16,3-4 0 16,0 0 1-16,6 0 1 15,1 0-1-15,2 0 1 16,0-1 1-16,-2 1 14 16,3 0 28-16,-5 4-33 15,2 7 9-15,-2 4-1 0,2 3-6 16,-3 2 4-16,0 3 2 15,1 2-11-15,-2 2 3 16,-2-1-5-16,0 3-2 16,0-1-3-16,0 1-1 15,-1-1 1-15,2 2-2 0,0-4 0 16,0-2-3-16,1-5-28 16,3-2-72-16,0-11-86 15</inkml:trace>
  <inkml:trace contextRef="#ctx0" brushRef="#br0" timeOffset="18326.75">21130 10778 390 0,'0'0'58'0,"0"0"-54"16,0 0-3-16,5 43 6 0,-1-23-2 15,-2-1-1-15,1 0 1 16,0 2-3-16,0-1 0 15,0 0 0-15,-2-2-2 16,2-3 0-16,-1-3-6 16,-1-8-102-16,-1-4-74 15</inkml:trace>
  <inkml:trace contextRef="#ctx0" brushRef="#br0" timeOffset="18485.8">21109 10649 92 0,'0'0'325'16,"0"0"-319"-16,0 0-8 15,0 0 1-15,0 0-5 16,0 0-114-16,0 0 11 16</inkml:trace>
  <inkml:trace contextRef="#ctx0" brushRef="#br0" timeOffset="18875.82">21099 10037 383 0,'0'0'9'16,"-4"-27"-5"-16,4 17-3 16,8 5-1-16,0 5 0 15,1 0 0-15,-2 8 0 0,-1 4 1 16,0 4-2-16,-4 1 2 16,-1 5-1-16,-1 0 0 15,0 0 0-15,-1-2 0 16,-4 1 0-16,-1-4-1 15,2-2 1-15,1-4 0 16,3-4 1-16,0-2-2 16,10-4 1-16,7-1 1 0,5 0 0 15,8 0-1-15,5 1 0 16,4-1-1-16,2 0-1 16,-1-1-99-16,-3-3-33 15</inkml:trace>
  <inkml:trace contextRef="#ctx0" brushRef="#br0" timeOffset="19088.99">21518 10468 474 0,'0'0'6'0,"31"-4"-4"16,-7 1-2-16,3-1 1 16,4-2-2-16,3-2 0 15,-4 1-3-15,1-5-57 16,-2-4-85-16</inkml:trace>
  <inkml:trace contextRef="#ctx0" brushRef="#br0" timeOffset="19666.66">22128 10150 445 0,'0'0'4'0,"0"0"-2"0,0 0-2 16,22 34 1-16,-8-15 1 15,3 1 0-15,-2 3 5 16,-1-1 5-16,-2-1-3 16,-6 0-5-16,-2-4-3 0,-3-4 1 15,-1-3-1-15,-3-5-1 16,-4-5 3-16,-3 0 3 16,2-10 2-16,-2-5-1 15,3-4-3-15,2-6-2 16,3-2 0-16,2-2-1 0,1 1-1 15,5 3 1-15,3 3 1 16,-1 9 3-16,1 5 23 16,0 8-18-16,1 0-7 15,1 13-1-15,1 4 1 16,1 2-1-16,2 4-1 0,-4-1 0 16,3 3-1-16,-1-2 0 15,1 2-2-15,-2-5-4 16,1-5-81-16,-1-8-109 15</inkml:trace>
  <inkml:trace contextRef="#ctx0" brushRef="#br0" timeOffset="19897.96">22581 9828 456 0,'0'0'4'0,"0"0"1"0,0 0-3 0,33 17 0 15,-13 4 1-15,3 2-1 0,0 2-2 16,-1 0 1-16,1-2-2 16,0-4-1-16,-3-5-12 15,2-8-109-15,-3-6-63 16</inkml:trace>
  <inkml:trace contextRef="#ctx0" brushRef="#br0" timeOffset="20255.98">22928 9833 429 0,'0'0'8'16,"-29"27"-8"-16,12-8 1 15,-3 5 2-15,-3-1-2 0,0 0 0 16,1-5 1-16,2-2 1 15,4-3-1-15,3-2-1 16,5-2-1-16,3-2-1 16,5-3-1-16,0-1-1 15,8-3-31-15,2 0-73 0,2 0 14 16,-2 0 23-16,-1 0 65 16,-2 0 10-16,-3 1 26 15,0-1 51-15,0 2-18 16,2 8 14-16,-1 3-12 15,3 6-18-15,0 5-16 0,2 4-7 16,-1 2-9-16,0 3-7 16,-2-1-4-16,-1 0-4 15,-4-3 0-15,0-5-1 16,-2-4-2-16,0-4-18 16,-4-10-70-16,-3-6-103 0</inkml:trace>
  <inkml:trace contextRef="#ctx0" brushRef="#br0" timeOffset="20511.82">22519 9648 397 0,'0'0'42'0,"0"0"-24"16,-5-39 26-16,24 28-14 15,10 0-23-15,8 1-3 16,5 0-3-16,4 2 0 0,-1 0-1 16,1 6 0-16,-3 0-1 15,-2-1-4-15,-4-2-86 16,-1-4-158-16</inkml:trace>
  <inkml:trace contextRef="#ctx0" brushRef="#br0" timeOffset="20831.79">23101 9486 424 0,'0'0'5'0,"0"0"-2"0,41-31 3 16,-27 27 0-16,-2 3-1 15,-1 1 0-15,-3 1-1 16,-4 10-2-16,-2 2-4 16,-2 7 4-16,0 1-4 15,-2 5 2-15,-4 2 0 16,-1 1-1-16,1-3 0 0,-1-1 0 16,5-2 1-16,0-7-1 15,2-4 1-15,5-4 1 16,9-4-1-16,4-4 2 15,9 0 3-15,6 0-2 16,9 0 7-16,3 0-7 0,1 1-1 16,-3-4-2-16,-3-7-55 15</inkml:trace>
  <inkml:trace contextRef="#ctx0" brushRef="#br0" timeOffset="29440.93">10615 12101 35 0,'0'0'-6'0,"0"0"31"16,0 0-17-16,0 0 2 16,0 0 27-16,0 0-27 15,0 0-13-15,0 0-28 16,0 0 13-16,34 0 20 15,-7 0 4-15,7-2-7 0,11-1 0 16,8-1 10-16,8 1 25 16,4 3 8-16,4 0 8 15,4 0-5-15,1-3-37 16,-3 0-3-16,-3-4-2 16,-4-3 0-16,-6 0 1 15,-9-1-1-15,-9 1-1 0,-8 4-1 16,-10 2 0-16,-5 4 0 15,-9 0 0-15,-6 3-2 16,-2 2-31-16,-8-3-157 16</inkml:trace>
  <inkml:trace contextRef="#ctx0" brushRef="#br0" timeOffset="29823.59">10962 11947 22 0,'69'-6'62'0,"4"-1"3"0,-1 0-9 16,-3 1-24-16,-4 1-30 16,-5 0-1-16,-9 0-1 15,-9-2-8-15</inkml:trace>
  <inkml:trace contextRef="#ctx0" brushRef="#br0" timeOffset="33921.05">23514 9260 257 0,'0'0'27'0,"0"0"-17"16,-16-39 4-16,10 29-11 15,-1 2-2-15,-4-1 0 16,-1 2 3-16,-3-2 13 16,-2 1 0-16,-3 1 2 15,-2 1-3-15,-2 0-5 16,-3 1-6-16,-1 1-3 0,-4 2 0 16,-2 0-1-16,-3 2 0 15,1-2 0-15,0 2 1 16,-1 0 1-16,0 0-1 15,-1 0 0-15,-1 0-2 16,-3 2 1-16,-3 4-1 0,1 1 2 16,-4 1-2-16,0-1 0 15,0 3 2-15,0-2-2 16,0 2 0-16,0 0 1 16,2 2 0-16,0 2 0 15,3 1 0-15,2 3 1 0,1 0-2 16,3 2 1-16,1 2-1 15,0 0 0-15,-1 1 1 16,0 1 0-16,2 1 0 16,-4 0 1-16,2 4 2 15,-1 0 10-15,2 5 6 16,2 3-7-16,1 2-6 0,2 4-3 16,3 4 0-16,4 3 1 15,3 2-2-15,2 5-1 16,4-2 1-16,2 4-1 15,4-1 0-15,3 2 1 0,2-2 2 16,4 1 2-16,0 1-2 16,2-1-2-16,7 2-1 15,5-3 0-15,1-2-2 16,4 0 1-16,5-4-1 16,4-3 1-16,4-4 0 0,5-2-1 15,4-4 0-15,3-4 1 16,5-4 0-16,6-4 0 15,3-6 1-15,2-4 3 16,4-4 7-16,2-5-3 16,4-5 1-16,2-3 3 15,2-1-4-15,3-9 1 0,-1 0-2 16,-2-3-1-16,-2-1-2 16,0 0-3-16,-6-3 4 15,0 0 3-15,-2-3-1 16,-2-2-1-16,-2-4-2 0,-3-3-1 15,-5-4-2-15,-3-5 1 16,-3-4-1-16,-3-7-1 16,-2-7 0-16,-4-6 1 15,1-5-2-15,1-9 1 16,-3-7 0-16,0-5 0 0,-2-5-1 16,-4-3 1-16,-3-1-1 15,-4 1 0-15,-6 5 0 16,-3 5 0-16,-6 4 0 15,-3 7 0-15,-5 4 0 16,-2 10-1-16,-15 8 1 16,-8 6 0-16,-11 9 0 0,-10 8-1 15,-6 5 1-15,-8 5-1 16,-4 5 0-16,-3 4 1 16,-2 9-2-16,1 2 0 15,6 2-3-15,7 11-25 16,10 5-43-16,14-3-50 0,13-5-156 15</inkml:trace>
  <inkml:trace contextRef="#ctx0" brushRef="#br0" timeOffset="34685.81">22269 11410 231 0,'0'0'1'0,"0"0"8"15,0 0 24-15,0 0-1 16,0 0 14-16,6-37-7 0,0 23 3 16,4-2-12-16,3-1-8 15,1-1-3-15,5 1-7 16,2 3-6-16,4 2-3 16,1 5 1-16,2 5-3 15,-1 2 0-15,-1 6 0 0,-6 12-1 16,-7 7 0-16,-8 4 1 15,-5 7-1-15,-14 6 0 16,-10 5 0-16,-6 2 1 16,-7 2-1-16,2-3 1 15,3-1-1-15,4-3 0 0,7-4 0 16,9-2 1-16,8-2-1 16,4 0 1-16,9 1-1 15,7-1-1-15,1 0 2 16,6 0-2-16,-3-2 0 15,-1-3-46-15,-1-6-73 16,-3-7-110-16</inkml:trace>
  <inkml:trace contextRef="#ctx0" brushRef="#br0" timeOffset="34842.99">22375 12349 471 0,'0'0'21'16,"0"0"21"-16,0 0-41 16,0 0 0-16,0 0 0 15,0 0-2-15,0 0-26 0,0 0-57 16,0 0-119-16</inkml:trace>
  <inkml:trace contextRef="#ctx0" brushRef="#br0" timeOffset="35325.33">22656 11354 415 0,'0'0'4'0,"11"-39"6"15,0 22 7-15,7 4-6 16,1 3-5-16,4 5-2 15,1 4 0-15,0 1-1 0,-1 6-2 16,-4 9-1-16,-4 6 1 16,-6 5 0-16,-9 5-2 15,0 2 2-15,-15 3-1 16,-4 0 0-16,-4 1 0 16,-1 0 1-16,2-3-1 0,3 0 0 15,5-4 0-15,6 0 2 16,2-2 0-16,6-2-1 15,0 1 0-15,7 1-1 16,2 1 0-16,1 0 0 0,1 1-2 16,-2-1-9-16,-3-4-90 15,-4-5-111-15</inkml:trace>
  <inkml:trace contextRef="#ctx0" brushRef="#br0" timeOffset="35490.9">22754 12165 464 0,'0'0'20'15,"0"0"-15"-15,0 0-6 0,-5 38 0 16,5-28-37-16,0-5-164 16</inkml:trace>
  <inkml:trace contextRef="#ctx0" brushRef="#br0" timeOffset="36910.62">19995 12140 192 0,'0'0'49'0,"-27"-44"-31"15,8 19 27-15,0 2-10 16,-1 5-4-16,-4 5-1 0,-2 6-1 16,-5 6-6-16,-5 3 1 15,-3 16-7-15,-1 10-11 16,-3 7-1-16,1 7-5 16,3 3 2-16,6-1-2 15,6-1 1-15,10-6-2 0,8-5 2 16,9-5-1-16,14-3 0 15,18-3-1-15,13-1 1 16,14-1 0-16,5 4 0 16,6 5 0-16,-3 4 0 15,-6 6-2-15,-12 5 2 0,-13 1 0 16,-13 1 0-16,-14-2 0 16,-9-4 2-16,-14-4-2 15,-13-4 1-15,-7-4 3 16,-8-1 37-16,-4-3-19 15,-6-1-6-15,-3-3-5 16,1-3-5-16,0-5-1 0,5-6-2 16,4-5-1-16,12-5 2 15,10-14-2-15,13-8 2 16,10-11-4-16,16-7 0 16,17-4 0-16,12-1 0 15,8 1 1-15,6 4-1 0,1 10 1 16,-1 8-1-16,-5 10 0 15,-8 7-1-15,-8 8 2 16,-7 2-2-16,-6 7 1 16,-8 6 1-16,-4 4-2 0,-4 1 2 15,-2 0-1-15,-1 2 0 16,-2-2 0-16,2-1 0 16,-3 0-1-16,2-3-3 15,0-5-48-15,-1-7-74 16,-1-2 10-16,-3-13-162 15</inkml:trace>
  <inkml:trace contextRef="#ctx0" brushRef="#br0" timeOffset="37040.87">19865 12400 468 0,'0'0'5'0,"-31"-16"-1"15,27 15-1-15,4 1-5 16,10 1 1-16,8 5-8 15,5 2-72-15,2-3-40 16,2-3-45-16</inkml:trace>
  <inkml:trace contextRef="#ctx0" brushRef="#br0" timeOffset="37970.96">20212 12480 299 0,'0'0'144'0,"0"0"-140"16,-32 13 0-16,17-5 2 16,0 3 5-16,-2 0-1 15,2 4 16-15,0 0-2 16,3 0-8-16,4-1-9 16,3 0-4-16,5-5-4 0,0 0 1 15,4-4 1-15,6-4-1 16,6-1 0-16,3-7 0 15,1-5 0-15,1-1 0 16,1 1 1-16,1 2-1 0,0 6 0 16,-1 4 0-16,0 7 0 15,0 13 0-15,-1 9 0 16,-1 8 1-16,-5 9 1 16,2 3 1-16,-7 1-2 15,-2-1 2-15,-4-4-1 0,-4-7 1 16,0-5-1-16,0-10-1 15,-8-6 5-15,-2-8 22 16,-1-8-8-16,-3-2-7 16,-1-12-1-16,-1-7-8 15,-1-8-3-15,4-8-1 0,4-6 1 16,4-4-1-16,5-3-1 16,0 2 2-16,9 3-2 15,2 8 1-15,3 7-1 16,-2 10 1-16,1 8 0 15,3 7 0-15,0 4-1 16,2 6 1-16,1 8 0 0,1 4 0 16,0 3-1-16,-3 3 1 15,-2 0 1-15,-1 1-1 16,-3-7-1-16,-2-2 2 16,-2-5-1-16,-4-5-1 15,-3-6 2-15,0-1 0 0,0-12 0 16,0-8 0-16,-3-8-1 15,2-5 0-15,1-5 0 16,0-1 0-16,4 4 0 16,3 8 0-16,3 6 0 15,1 9 2-15,1 11-4 0,0 2 2 16,2 11 0-16,1 5-1 16,4 4 1-16,-2 2 0 15,1 0 0-15,-1-3 0 16,1-5 0-16,-2-5-1 15,0-6 1-15,-2-3 0 0,-2-5 0 16,0-10 0-16,-3-6 0 16,0-5-3-16,-3-2 0 15,-4 0 3-15,0 2 0 16,-2 5-1-16,0 6 2 16,1 6-1-16,1 9 1 0,1 0-3 15,2 11 2-15,4 6 0 16,1 3 1-16,3 1 0 15,2 0 0-15,-2-1-1 16,3 0 1-16,-3-4-2 16,-1-3 1-16,-1-6-5 0,-2-5-70 15,-5-2-56-15,-3-12-70 16</inkml:trace>
  <inkml:trace contextRef="#ctx0" brushRef="#br0" timeOffset="38125.5">20751 12208 394 0,'0'0'3'0,"0"0"-2"15,0 0-8-15,0 0-1 16,0 0-26-16,0 0-54 0,31 2 5 16</inkml:trace>
  <inkml:trace contextRef="#ctx0" brushRef="#br0" timeOffset="38386.82">20983 12082 336 0,'0'0'2'0,"0"0"28"16,-39 2 8-16,28 15-5 16,3 6-7-16,7 8 2 15,1 3 1-15,11 3-3 0,8 3-7 16,5 1-4-16,4 4-7 15,3-1-3-15,0 1-3 16,-2 3-1-16,-5 1-1 16,-5-2 0-16,-5-3 0 15,-7-4 0-15,-5-3 0 16,-2-6-3-16,-2-5-6 0,-5-8-19 16,-3-5-32-16,-1-6 8 15,-2-6-30-15,0-1-56 16,-4-14-60-16</inkml:trace>
  <inkml:trace contextRef="#ctx0" brushRef="#br0" timeOffset="38605.89">21027 12532 272 0,'0'0'32'16,"13"-43"46"-16,-1 26-29 16,1 3-18-16,2 4-13 15,2 0-10-15,0 7 0 0,2 1 5 16,0 2-3-16,0 0-4 15,-1 10-2-15,-1 1-2 16,0 2-1-16,-3 2-1 16,-2 2 1-16,-3-1-1 15,0-1-21-15,-6-3-54 16,-2-4-91-16</inkml:trace>
  <inkml:trace contextRef="#ctx0" brushRef="#br0" timeOffset="38749.78">21107 12281 255 0,'0'0'195'15,"0"0"-193"-15,0 0-1 16,-25-27-4-16,26 27 1 16,8 0-3-16,5 4-23 0,0-2-34 15,-1-2-90-15</inkml:trace>
  <inkml:trace contextRef="#ctx0" brushRef="#br0" timeOffset="39027.82">21437 12233 424 0,'0'0'3'16,"-39"18"5"-16,19-3 27 15,2 0-7-15,4 3 15 0,5-1-17 16,7 1-13-16,2 0-10 16,2-1-2-16,12 0 0 15,3-2 0-15,5-3-1 16,4-2 0-16,1-4 0 16,1-5-11-16,0-1-47 0,-1-2-12 15,-2-8-38-15,-3-5-69 16</inkml:trace>
  <inkml:trace contextRef="#ctx0" brushRef="#br0" timeOffset="39357.07">21614 12281 321 0,'0'0'6'0,"0"0"38"16,-31-4-12-16,22 4-17 16,2 8-9-16,2 1 1 15,2 4 11-15,3 0-2 16,0-1-10-16,1 1-4 0,5 0 0 15,3-3-2-15,0-3 0 16,1-2 0-16,0-2-1 16,0-3-16-16,-1 0-20 15,-2-8 2-15,-1-4 26 16,-2-1 8-16,0 0 1 0,-3 0 1 16,-1 3 3-16,0 1 31 15,0 4 2-15,0 3-9 16,2 2-5-16,2 0-16 15,2 1-5-15,3 5 2 16,0 3-1-16,1 1-1 0,2 0-1 16,-1 0-1-16,0 0 0 15,-2-1 0-15,0-3-41 16,-2-3-68-16,-3-3-138 16</inkml:trace>
  <inkml:trace contextRef="#ctx0" brushRef="#br0" timeOffset="39704.74">21754 12247 365 0,'0'0'3'0,"0"0"-5"16,0 0 5-16,15 39 4 16,-8-27-2-16,0-1 10 15,0 1 3-15,-1-2-13 16,-2-2-4-16,-1 1 0 15,-1-3-1-15,-2-3 2 0,0-2-1 16,0-1 0-16,0 0 1 16,0-8 0-16,-1-3-2 15,0-4 0-15,1 2 1 16,0-1-1-16,0 3 0 16,1 2 1-16,4 4-2 0,1 3 2 15,1 2-2-15,1 1 1 16,2 7-1-16,-3 1 1 15,3 2 0-15,0 2 0 16,0-1 0-16,-2-2-6 16,1-5-109-16,0-5-165 15</inkml:trace>
  <inkml:trace contextRef="#ctx0" brushRef="#br0" timeOffset="40071.99">21962 12170 403 0,'0'0'5'16,"0"0"6"-16,-23 30 13 15,22-15 10-15,1 0-4 16,4 0-7-16,8-2-7 0,2-3-9 16,3-1-2-16,0-3-4 15,0-2 1-15,1-3-2 16,-2-1 0-16,-1 0-2 15,-2-8-15-15,-2-3-1 16,-4-2 5-16,-2-4 3 16,-1-1 9-16,-4 0 1 0,0 3 0 15,-3 2 1-15,-3 3 1 16,-1 7 9-16,0 3 15 16,0 1-5-16,4 8-14 15,1 8 6-15,2 2 12 16,0 1-8-16,7-1-1 0,6-2-3 15,6-3-7-15,5-6-3 16,8-5-1-16,8-3-1 16,7-3 0-16,7-19-35 15,5-13-189-15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21:42.556"/>
    </inkml:context>
    <inkml:brush xml:id="br0">
      <inkml:brushProperty name="width" value="0.05292" units="cm"/>
      <inkml:brushProperty name="height" value="0.05292" units="cm"/>
      <inkml:brushProperty name="color" value="#FF0000"/>
    </inkml:brush>
  </inkml:definitions>
  <inkml:trace contextRef="#ctx0" brushRef="#br0">7377 10058 102 0,'-2'-7'14'0,"-1"-3"-5"15,1 2 24-15,2 1-24 0,-1 1-3 16,0 2-2-16,0 1 1 16,1 2 0-16,0-1 0 15,-1 2 4-15,0 0-4 16,1 0-5-16,-2 6 0 16,2 1 3-16,0 1-1 0,0 2 1 15,0-1-1-15,5-1-1 16,4 1 3-16,1-2-1 15,5-2 1-15,0 0-1 16,2-3 2-16,3 0-1 16,3-2 0-16,1 0 0 0,1 0 0 15,2 0-1-15,0-3-1 16,1 1 0-16,-1 0 3 16,-2-1-4-16,0 1 2 15,2 1 1-15,-2 0 4 16,1-2 4-16,1 1-1 0,1 1-3 15,-1-2 0-15,1-1-2 16,2 1 2-16,-1-2-2 16,1 0 0-16,0 0 0 15,0-1 0-15,0 2 1 0,2-3-1 16,0 1 0-16,0-1 0 16,-2 1 1-16,2-1-3 15,-2 0 0-15,2 0 0 16,0 1 2-16,-1 1-2 15,1 0 2-15,1 1-3 16,0 0 1-16,0 2-2 16,-1 1-1-16,0 1 1 0,0 0-2 15,-2 0 0-15,2 0 1 16,0 0-1-16,0 0 1 16,1 0 0-16,2 0-1 15,-1 0 0-15,4 0 1 0,0 0-1 16,0 0 1-16,4-4-1 15,-1 1 0-15,0-2 0 16,1 2 1-16,-1 1 0 16,-1-1 0-16,-1 3 0 15,-1 0-1-15,-3 0 3 0,-3 6-2 16,0 3 1-16,-4 2 0 16,-1 1-1-16,-1 4 0 15,0 1 0-15,-3-1-1 16,2 1 1-16,0-1 0 15,1-1-1-15,0-3 1 0,-1 1-1 16,-2-4 1-16,1 0 0 16,-3-1 0-16,-4-1 0 15,-1 0 0-15,-4-2 0 16,-1 1 3-16,-2-1-3 16,-1 0 1-16,-3 0 0 15,0 1-1-15,-2-1 0 0,0-1 1 16,0-1-1-16,-2 1-1 15,1-2 1-15,0 0-1 16,-2 0 0-16,2-2 1 16,-2 2-1-16,1-2 0 15,-1 0 1-15,0 0-1 0,0 0 2 16,0 0 4-16,0 0 1 16,0-5-1-16,-3-5-4 15,3-2-1-15,0-3 0 16,0-2-1-16,0-2 0 15,2 0 0-15,6 0 0 0,2 1 0 16,1 2 0-16,3 2-1 16,1 1 1-16,1 4 0 15,0 0 0-15,-1 4 0 16,2 0 0-16,-3 2 0 16,2 1 0-16,-2 2-1 0,4 0 1 15,-3 0 0-15,2 1 0 16,1 3 0-16,2 1 0 15,0 2 0-15,2-2 0 16,2 1 0-16,4-3 0 16,-1 1 0-16,3-4 0 0,2 0 0 15,1 0 1-15,2 0-1 16,1 0 0-16,0 0 1 16,2 0-2-16,-2 2 2 15,1 0-1-15,2 1 0 16,-4 1 1-16,1 0-1 0,-2 4 2 15,-1-3-2-15,0 5 0 16,1-1 1-16,-3-2-1 16,1 1 0-16,0-4 0 15,0 0 2-15,0-3-1 16,0-1-1-16,2 0 2 0,2-3-1 16,0-3 0-16,0 2-1 15,0-1 0-15,2 1 1 16,0 1 0-16,0 0-1 15,1 1 1-15,0-1 0 16,-2 1-1-16,-1 0 1 0,-3 1 0 16,0 0 0-16,-2 0 1 15,-2 0 2-15,0-1-2 16,-1 0 2-16,-2 0-3 16,2-2 1-16,-3-2-1 15,3 0 0-15,0-2-1 16,0 2 1-16,2-1 0 0,0-1 0 15,2-1 0-15,2 2-1 16,0-2 4-16,2 0 0 16,0 0 2-16,0 0 0 15,1-1-3-15,-3 1 0 16,-1-2 0-16,-2 0-1 0,-3-1 2 16,-1 1 0-16,-7-1 0 15,0 1-1-15,-7-1 0 16,-1 2-1-16,-4-1 2 15,-2 0-3-15,-6 0 0 16,0-2-1-16,-6 3 0 0,-7-5-7 16,-5-4-90-16,-1-9-157 15</inkml:trace>
  <inkml:trace contextRef="#ctx0" brushRef="#br0" timeOffset="2231.66">11832 8953 357 0,'0'0'6'0,"0"0"-4"0,0 0 3 15,0 0 3-15,0 0-5 16,0 0 0-16,0 0-1 15,5-34-1-15,4 28 1 0,0 0-1 16,-2 2 0-16,0 1-1 16,-2 1 1-16,-1-1-1 15,-4 1 0-15,0 1 1 16,0-2 0-16,-5-1-1 0,-4 1 2 16,-1-2-2-16,-2 0 0 15,-1-3 1-15,-2 1 0 16,0-3 0-16,-4 0 0 15,1-3 5-15,-2 1-1 16,-1-1-2-16,-1-3-2 0,-2 0 0 16,-3 0-1-16,-4-2 1 15,0 1 0-15,-3-1-1 16,-2-1 1-16,-3-2-1 16,0 0 1-16,-2-2 2 15,-3 0-2-15,-2-3-1 16,-2-1 2-16,0-1-2 0,-3-3 1 15,-2-2-1-15,-2 1 0 16,0-1 2-16,-3 0-2 16,1 0 0-16,-3-1 1 15,-2 0-1-15,1-2 1 16,0 0-1-16,-1 0 0 0,-1-1 1 16,-1 0-1-16,1 0 0 15,1-1 0-15,-2-5 0 16,0 0 1-16,3-2-1 15,2-3 2-15,1 0 31 0,2-2-27 16,1 0-3-16,3 0 2 16,3-1-4-16,2 1-1 15,2 1 1-15,1-1-1 16,4 3 0-16,4-1 0 16,1 2 0-16,4 2 0 15,0-3-1-15,4 0 1 0,4 0 0 16,4 0 0-16,5-2 0 15,0-1 0-15,6 2 1 16,3 0-1-16,1 2 0 16,4-2-1-16,0 2 2 15,4-2-1-15,6 0 0 16,7-3 0-16,3 0 0 0,6-1-1 16,4 0 1-16,3 1 0 15,2 0 0-15,1 1 0 16,1 4 0-16,1 2 0 15,1 0 0-15,2 1 1 0,0 0-2 16,2 0 1-16,2 1 0 16,0-1 0-16,2-1 1 15,3 2-2-15,1 0 1 16,4 1 0-16,2 0 0 16,-2 1 0-16,2 1 0 15,0 2 0-15,0 1 0 0,-1 3 1 16,2 3-2-16,-1 0 1 15,1 2-1-15,2 0 2 16,4-2-2-16,1-1 2 16,2 1-2-16,3-1 1 15,1 0 1-15,1 1-1 0,0 1 0 16,-3 0-1-16,2 1 1 16,0 0 1-16,-4-2-2 15,0 2 2-15,0 0-1 16,0-2 0-16,0 5-1 0,-2-1 1 15,0 1 1-15,0 1-1 16,-2 2 0-16,-4-1 1 16,-1 1 0-16,-3 2 0 15,-2 2-1-15,-2 2 0 16,-3 4 0-16,-3 1 1 16,-1 1-1-16,-4 3 0 0,-1 2 0 15,-3-1 0-15,-2 1 0 16,0 1 0-16,-5 0 0 15,-2 0 0-15,-3-1 1 16,-4 3-1-16,-3-2 0 16,-4 0 0-16,-3 1 1 0,-1-2-1 15,-3 3 0-15,1-1 1 16,-2-1 0-16,0 1 0 16,-2 0 0-16,1 1 1 15,-3 1-2-15,1 1 0 16,-1 0 0-16,-1 0-2 0,0 0 1 15,0 3-1-15,0 2-13 16,0-1-54-16,-4-4-124 16</inkml:trace>
  <inkml:trace contextRef="#ctx0" brushRef="#br0" timeOffset="2969.38">12521 4558 117 0,'-1'-5'5'16,"-1"0"17"-16,2-1-8 15,-1 0-2-15,1 0-3 16,0-1 0-16,0 1-1 0,-1 1 2 16,-1-1 0-16,1 2 5 15,-1 0-6-15,2 2-2 16,-1 0 7-16,-2 1 4 16,3 1-5-16,-1 0-7 15,1 2-2-15,0 5 1 0,0-1 4 16,0 3-3-16,4-1 2 15,1-3-5-15,3 2 0 16,-1-2-1-16,0-1 0 16,2-1 0-16,0-2 2 15,2 0 4-15,1-1 15 0,0 0 9 16,1 0-17-16,1 0-6 16,-1 0-4-16,1 0-1 15,-1 0-1-15,-1 0-1 16,1 2-1-16,-1-2 0 0,0 2 0 15,-4-1 0-15,0 0-2 16,-1 2 2-16,-3-2-1 16,1 1 1-16,-4 0-1 15,-1-1 0-15,2 1 1 16,-2 1 0-16,0 0 1 16,0 3 8-16,-3 1 14 0,-4 5-14 15,-3 5 0-15,-4 6-5 16,-6 12 3-16,-8 8 0 15,-7 8-5-15,-4 7-2 16,-5 4-1-16,0-7-13 16,2-9-167-16</inkml:trace>
  <inkml:trace contextRef="#ctx0" brushRef="#br0" timeOffset="3948.21">9907 6731 301 0,'0'0'-11'0,"-39"-3"11"16,16 3 7-16,1 0 21 15,-1 10-18-15,0 7-6 16,-2 2-1-16,1 4-1 15,3 1-1-15,-1 2 0 16,3 0 0-16,2-2-1 0,6-2 0 16,4-3 0-16,6-3 1 15,1-4-2-15,7-5 1 16,11-3 1-16,5-4 3 16,7 0 1-16,2-1 2 15,5-4-2-15,-3 1 1 0,0 2-1 16,-4 3-1-16,-5 1-2 15,-5 9 1-15,-5 3-1 16,-7 4 0-16,-4 3 1 16,-4 5-1-16,-2 1 1 15,-10 1-1-15,-6 2-1 0,-4-2 2 16,-2 0-3-16,-3-3 0 16,1-2-1-16,1-6-1 15,5-4-4-15,5-8-31 16,1-5-59-16,9-11-48 15</inkml:trace>
  <inkml:trace contextRef="#ctx0" brushRef="#br0" timeOffset="4429.18">10161 6536 239 0,'0'0'1'0,"0"0"3"16,0 0 14-16,-35-6 5 16,23 16-14-16,-1 3-6 15,-1 2-2-15,0 5 0 16,-2 3-1-16,-1 3 2 0,1 2-2 15,-1 1 1-15,3 0-2 16,3-2 2-16,4-6-1 16,4-4 0-16,3-5 0 15,4-5 0-15,10-3 1 16,3-4 1-16,8 0 0 0,2-1 1 16,1-3 5-16,3 2 0 15,-5 1 1-15,-1 1-5 16,-3 1-1-16,-5 7 0 15,-4 4-1-15,-6 3-1 16,-7 3 1-16,0 5 0 16,-10 2 0-16,-5 3 0 0,-8 2-1 15,-4 1 1-15,2-3-2 16,-4 0 0-16,4-3 0 16,2-5 0-16,6-5 0 15,5-5-2-15,8-5-10 16,4-5-78-16,2-12-106 0</inkml:trace>
  <inkml:trace contextRef="#ctx0" brushRef="#br0" timeOffset="4960.34">10448 6692 266 0,'0'0'2'0,"0"0"8"0,-36 15 16 0,24-2 0 16,1 2-17-16,-1 3-4 16,2 2-1-16,1 3-2 15,3 0-1-15,2 0 0 0,3 3 0 16,1 0-1-16,0 0 0 15,7 0 0-15,1-1 0 16,4 0 0-16,3-5 1 16,0-4-1-16,4-6 1 15,1-5 3-15,3-5 4 0,1-1 19 16,-1-10-8-16,2-4-7 16,-1-4 16-16,-3-3-25 15,1-1-1-15,-5 0 2 16,-1 0-4-16,-6-2 0 15,-3 2 2-15,-7 2-1 16,0-1-1-16,-7 2 0 0,-9 2 1 16,-4 3-1-16,-4 5 0 15,-2 5 0-15,-5 5-1 16,1 0-1-16,-3 10 1 16,1 5-1-16,3 0-5 15,5 0-5-15,1 0-10 0,7 1-25 16,4-6-28-16,4-2-73 15</inkml:trace>
  <inkml:trace contextRef="#ctx0" brushRef="#br0" timeOffset="7612.29">10210 6864 20 0,'0'0'5'0,"0"0"21"0,0 0 17 0,0 0-7 0,0 0 6 16,4 31-25-16,-4-26 0 16,0 0 8-16,0-2-2 15,0 1-7-15,0-1-2 16,0 0 3-16,0-2 3 0,0 0 6 16,0-1 1-16,2 0-5 15,0 0 1-15,1 2 0 16,2-1-8-16,4 1-3 15,-1 1-4-15,4 4-1 16,3 3 0-16,2 4 0 0,3 6 1 16,3 5-3-16,1 6 0 15,-1 2-1-15,0 5-1 16,-1 2-1-16,-1 1-2 16,-2 1 1-16,-1-3 1 15,-1-2-2-15,-4-5 0 0,-2-5 0 16,-1-5 1-16,-1-5-1 15,-3-5 0-15,0-3 0 16,-4-4-1-16,-1-4-26 16,0-1-27-16,-1-3-19 15,0-11-37-15</inkml:trace>
  <inkml:trace contextRef="#ctx0" brushRef="#br0" timeOffset="8412.29">10245 6918 166 0,'0'0'32'0,"0"0"-30"16,0 0 0-16,-32-10 5 15,27 7 2-15,1 0 1 0,1-1-2 16,2 0-2-16,1-2 4 16,0-2-7-16,1-2-1 15,8-3 2-15,2-3 1 16,3-6 0-16,7-4 14 15,5-4 1-15,4-3 6 0,3 0 7 16,2 2-3-16,-1 7-10 16,-3 6-9-16,-3 9-5 15,-4 7-1-15,-3 3-2 16,-4 6-2-16,0 8 0 16,-5 3 0-16,-3 3 0 0,-6 5 0 15,-3 1-1-15,0 3 0 16,-12-2 0-16,-2 2 1 15,-3-4-2-15,-3 0 1 16,0-4 1-16,1-1-1 16,3-4 1-16,1-2-1 0,4-4 0 15,5-3 1-15,0-3-1 16,4-1 0-16,0-2 1 16,2-1-2-16,0-1 1 15,5 0 0-15,5-4 0 16,5-4 0-16,1-4 1 15,6-2-2-15,4 0 2 0,-2 0-1 16,4 3 0-16,-3 2 1 16,0 4-2-16,-5 4 1 15,-2 1 0-15,-4 2 0 16,-4 7 0-16,-6 3 1 0,-4 5 0 16,0 4 0-16,-12 3 0 15,-6 3 0-15,-4 1 1 16,-2 2 0-16,-5-2-2 15,1 1 1-15,1-2 0 16,-1-4-1-16,2-1 0 0,4-6-1 16,3-2 1-16,5-5-5 15,4-5-15-15,7-4-51 16,3-5-38-16,3-8-109 16</inkml:trace>
  <inkml:trace contextRef="#ctx0" brushRef="#br0" timeOffset="8786.34">10860 6891 283 0,'0'0'8'0,"0"0"49"0,0 0-39 15,0 0 3-15,0 0 7 16,3 29-10-16,-3-12-4 0,0 1-8 16,0 1-2-16,2-1-3 15,5 1 3-15,3-3-4 16,1-1 0-16,2-5 0 16,3-3 0-16,-3-4 0 15,3-3 0-15,-3-5 1 0,0-6 0 16,-3-6 1-16,-1 0-1 15,-4-1 2-15,-2-3 2 16,-3 1 9-16,0 0-6 16,-11 2-2-16,-5 4-2 15,-6 3-2-15,-4 6-2 0,-1 3 1 16,-3 2-2-16,1 4 1 16,3 4-5-16,2 0-29 15,5-4-113-15</inkml:trace>
  <inkml:trace contextRef="#ctx0" brushRef="#br0" timeOffset="9719.87">10073 6478 129 0,'0'0'15'0,"0"0"19"15,0 0-8-15,0 0 1 16,0 0-15-16,0 0-11 0,0 0 0 16,0 0 2-16,0 0 0 15,14 34-2-15,-10-19 0 16,2 1 0-16,-2-1-1 15,1 0 0-15,0-3 1 16,-4-1-1-16,1-3 0 0,0 0 0 16,0-4 0-16,-2-1 0 15,1 1 0-15,-1-3 0 16,0-1 0-16,2 0 0 16,-2 0 1-16,0-3 2 15,2-4 7-15,1-1 13 0,-3-4-13 16,0-1-4-16,2-3-2 15,-2-1-3-15,0 2 1 16,0-1 0-16,0 1 1 16,-2 0 21-16,-1 4 8 15,1 2-8-15,0 1 2 0,1 3-4 16,-1 2 1-16,2 1-3 16,5 2-14-16,5 0-5 15,5 0 1-15,8 0-1 16,8 0 2-16,2 0-3 15,9 0-3-15,1-7-42 16,-1-8-107-16</inkml:trace>
  <inkml:trace contextRef="#ctx0" brushRef="#br0" timeOffset="24065.27">21870 2178 82 0,'0'0'90'0,"0"0"-46"16,0 0-17-16,0 0 5 16,0 0-5-16,0 0-5 15,0 0 2-15,0 0-7 0,0 0-11 16,0 0-1-16,0 0-3 15,0 0 7-15,0 0 15 16,-17 0 0-16,16 0-2 16,1 0-9-16,0-2-6 15,0-4-1-15,0-2-4 0,1 0 0 16,3-1-2-16,4-1 2 16,0 0-1-16,3 2-1 15,-1 1 1-15,2 1-1 16,1 4 0-16,1 1 0 15,0 1 0-15,1 0 0 0,1 6 0 16,-1 5 0-16,0 4-1 16,-1 5 1-16,-2 3 0 15,0 5 0-15,-3 2-1 16,-1 3 1-16,-3 0 0 16,-2-2 0-16,-3-1 0 0,0-5-1 15,0 0 2-15,-3-5 0 16,-4-2 0-16,2-5 3 15,-1-3 1-15,2-4 5 16,-2-2-1-16,2-2 7 16,-1-2 5-16,2 0-3 0,1 0-3 15,-3-7-2-15,3-3-6 16,1-4-5-16,1-4 0 16,0-3-1-16,1 0-1 15,6-1 0-15,-2 2 0 16,2 1 0-16,-1 2 1 0,0 2-1 15,1 2 0-15,0 2 0 16,-1 2 1-16,2-1-2 16,-1 2 1-16,-1 3 0 15,1-1 0-15,-2 1-1 16,1 1 1-16,0 1 0 16,-2 0 0-16,2 2 0 0,-1-2-1 15,-2 2 2-15,1-2-1 16,-1 1-1-16,-1 0 2 15,2-3-1-15,0 2 0 16,0-2 1-16,-1 0-1 0,0 0 0 16,1 0 0-16,-1 0 0 15,1 2 1-15,-3 0-2 16,2-1 1-16,0 3 1 16,0-1-2-16,0 1 1 15,1 1 0-15,3 0-1 0,0 0 0 16,1 4 1-16,1 4-1 15,-1 3 1-15,1 4 0 16,-1 2-1-16,-4 5 2 16,2 1-1-16,-4 3 0 15,-1-2 0-15,-1 2 0 16,0-3 0-16,0 0 0 0,1-3 0 16,-1-2-1-16,1-5 0 15,0-1 0-15,0-4-10 16,-1-5-57-16,3-2-39 15,-3-1-87-15</inkml:trace>
  <inkml:trace contextRef="#ctx0" brushRef="#br0" timeOffset="24364.36">22472 2079 237 0,'0'0'94'0,"0"0"-26"0,0 0-16 0,0 0-23 15,0 0-27-15,0 0-2 16,28 6 4-16,-13 9 2 15,2 3 1-15,3 4-3 16,-1 4-4-16,-1-1 1 0,-1-3-1 16,0-2-37-16,-3-6-91 15,-3-7-83-15</inkml:trace>
  <inkml:trace contextRef="#ctx0" brushRef="#br0" timeOffset="24613.11">22876 2044 380 0,'0'0'2'16,"0"0"-4"-16,-38 34 2 15,23-17 1-15,-1 2 0 0,0 3-1 16,0 0 0-16,2 1-1 16,-2 0-1-16,4-3-24 15,1-3-91-15</inkml:trace>
  <inkml:trace contextRef="#ctx0" brushRef="#br0" timeOffset="24928.53">22693 2277 357 0,'0'0'74'16,"0"0"-23"-16,0 0-50 15,0 0 2-15,-1 30 7 16,1-12 5-16,1 7-3 16,0 4-7-16,-1 2-2 15,0 3-3-15,0 1 0 16,0-4 1-16,0-2-3 0,-4-6-33 16,0-9-56-16,-4-6-84 15</inkml:trace>
  <inkml:trace contextRef="#ctx0" brushRef="#br0" timeOffset="25302.79">22506 1905 272 0,'0'0'18'0,"0"0"18"0,0 0-27 15,0 0-4-15,0 0-3 16,0 0 36-16,42-1 5 16,-11-1-27-16,5-3-10 0,5-1-3 15,0-2-2-15,-1-3-2 16,-5 0-123-16</inkml:trace>
  <inkml:trace contextRef="#ctx0" brushRef="#br0" timeOffset="25799.51">22991 1727 110 0,'0'0'181'0,"0"0"-109"15,0 0-11-15,0 0-23 16,11-35-9-16,-4 30-5 16,0-1-18-16,3 3-4 0,2 2-1 15,0 1-2-15,0 0 1 16,0 4 0-16,-4 4-2 16,-1 4 3-16,-3 2-2 15,-4 5 1-15,0-1-2 16,-5 6 0-16,-5-1 0 0,-4 1-1 15,1-2-2-15,1-3-1 16,2-2 5-16,1-6 0 16,6-2 0-16,3-5 0 15,4-3-1-15,12-1 2 16,5-1 1-16,7-6-1 0,4-4 0 16,0-5-55-16,-3-2-278 15</inkml:trace>
  <inkml:trace contextRef="#ctx0" brushRef="#br0" timeOffset="26999.17">21337 2440 152 0,'-1'0'34'0,"0"0"-2"0,-2 0 2 15,2 0 0-15,0 0 2 0,1-1-2 16,0 0 10-16,0 1-20 15,-1-1-6-15,1 1 0 16,0 0 3-16,0 0-7 16,0 0-6-16,8 0-1 15,6-1-2-15,6-1 8 0,6 2 1 16,4-2-6-16,3 1-2 16,0-1-1-16,-2 2-4 15,-2-2 0-15,-5 2 0 16,-4 0-1-16,-4-1 1 15,-5-1-1-15,-4 2 0 16,-2 0 1-16,-3-1-3 0,-2 0-28 16,0 0-34-16,-3-1-126 15</inkml:trace>
  <inkml:trace contextRef="#ctx0" brushRef="#br0" timeOffset="30394.29">23392 2327 119 0,'0'-3'38'0,"0"1"3"0,0 0-13 15,0 0 5-15,0 1 2 16,0-1 2-16,0 1 8 16,0-1 0-16,-1 2-19 0,1 0-9 15,0-1-7-15,0 1-6 16,0 0-1-16,0 0-6 16,0 0 0-16,0 0 1 15,1 4 2-15,4 3 0 16,0 2 0-16,2 1 0 0,3 4 0 15,-3 0 0-15,3 3 0 16,1 1 0-16,-1-1 0 16,1 0 0-16,-2 0 1 15,-1-2-1-15,-1 0 0 16,-1-5 0-16,-2 0 0 0,0-2 0 16,0-3 1-16,-1-2-1 15,0-1 1-15,-1 0 0 16,-1-1 2-16,1-1-1 15,0 0 2-15,-2 0 6 16,0 0 1-16,1 0-8 16,0 0-2-16,1 0 0 0,1 0-1 15,0-1 1-15,1-2-1 16,2 0 1-16,-2-1 0 16,0 1 1-16,1-1 2 15,0-1 5-15,0 0-2 16,0-1 0-16,2-1-3 0,0-1 2 15,3-2 2-15,0-4-1 16,4-5 0-16,5-3 4 16,4-7 0-16,8-6-3 15,4-6-1-15,6-6-4 0,4-4-1 16,3-3-1-16,1 3 0 16,-2 3-1-16,-6 3 0 15,-4 9 1-15,-9 6-1 16,-6 7 0-16,-8 8 0 15,-5 3 0-15,-4 6 0 16,-2 4 0-16,-3 1-1 16,0 0 0-16,0 0-7 0,0 1-1 15,0 0-26-15,0 0-7 16,0 0-14-16,0 0-64 16,0 0-45-16</inkml:trace>
  <inkml:trace contextRef="#ctx0" brushRef="#br0" timeOffset="32227.34">22611 2883 109 0,'0'0'4'0,"0"0"10"15,0 0-15-15,0 0 2 16,0 0 0-16,0 0 3 16,5 32 5-16,-5-13 11 0,0 6 22 15,0 10-10-15,0 6-17 16,0 6 13-16,0 5-9 15,0 4-8-15,0 2-3 16,0 0-2-16,0-5-1 16,0-2-1-16,-1-5-2 15,-2-4 0-15,-1-6 0 0,1-4 0 16,-2-5-2-16,1-4 2 16,0-6 1-16,0-2-1 15,2-6 0-15,1-2-1 16,1-3 0-16,0-1-1 0,0-1-1 15,0-2-4-15,0 0-82 16</inkml:trace>
  <inkml:trace contextRef="#ctx0" brushRef="#br0" timeOffset="32521.51">22400 3592 279 0,'0'0'11'0,"0"0"39"0,0 0-26 16,0 0-20-16,0 0 4 15,0 0 20-15,40 26 0 16,-23-11-10-16,3 0-12 16,0 2-2-16,-1-1-2 15,-2 0-2-15,-1-4 1 0,-3-2-2 16,-5-4-30-16,-2-4-63 16,-3-2-27-16</inkml:trace>
  <inkml:trace contextRef="#ctx0" brushRef="#br0" timeOffset="32803.68">22709 3534 320 0,'0'0'10'0,"0"0"71"15,0 0-43-15,0 0-13 16,0 0-19-16,0 0-3 16,0 0 6-16,-23 36 6 15,8-14-6-15,-2 6-4 0,-1 0-4 16,-2 3-1-16,-2-1 0 16,0-2-53-16,-2-5-224 15</inkml:trace>
  <inkml:trace contextRef="#ctx0" brushRef="#br0" timeOffset="33844.51">21258 4277 226 0,'0'0'43'0,"0"0"-13"15,0 0-3-15,0 0 17 16,0 0-1-16,0 0-11 0,0 0 0 16,0 0 0-16,0 0-11 15,0 0-7-15,0 0-11 16,0 0-1-16,-13-19-2 16,-6 28 0-16,-1 3 0 15,-4 1 1-15,-2 3-1 0,2-1 0 16,3 2 0-16,2-2 0 15,6 1-1-15,6-1 0 16,5-2-1-16,2 1-1 16,2-3 3-16,9 2-1 0,5-1 1 15,5-2-1-15,2 1 1 16,3-1 1-16,1 2-1 16,0-1 0-16,-3 1 1 15,-3 0-1-15,-2 1 0 16,-3 0 0-16,-4-2 1 15,-4 1-2-15,-4 1 1 0,-3-1 0 16,-1-1 1-16,-2 1 0 16,-7-1 0-16,-2 0 1 15,-4-1 1-15,-3 1 0 16,-2-1 1-16,-3-2-1 16,-2 1-2-16,-1-3 1 0,-2-1-1 15,4-3-1-15,1-2 1 16,4 0-3-16,5-7-44 15,4-1-41-15,6-5-76 16</inkml:trace>
  <inkml:trace contextRef="#ctx0" brushRef="#br0" timeOffset="34451.12">21571 4312 269 0,'0'0'9'0,"0"0"35"0,0 0 0 0,0 0-8 16,0 0-4-16,0 0-4 15,-3-28-10-15,-1 24-3 16,-3 1-4-16,1 1-6 16,-3 2-3-16,-1 0 0 15,-1 0-1-15,-3 4 0 0,1 4-1 16,0 0 3-16,2 2-1 15,1 0 0-15,3 2-2 16,4 0 1-16,2 1 0 16,1-2-2-16,0 2 1 15,7 0 0-15,5-1 0 16,2-2 0-16,5 0 1 0,1 0-2 16,1-1 4-16,0 0-3 15,-1 1 0-15,-3 3 0 16,-2-2-2-16,-3 3 4 15,-4-1-2-15,-2 0 0 16,-3-3-2-16,-3 3 2 0,0-3 2 16,-4 0-2-16,-6-1 1 15,-1 1 3-15,-4-1 10 16,-4-1-2-16,1 1-6 16,-2-1-3-16,-1-1-2 0,4-2-1 15,1-1 0-15,3-4-5 16,3-2-67-16,3-12-165 15</inkml:trace>
  <inkml:trace contextRef="#ctx0" brushRef="#br0" timeOffset="35709.26">21915 2647 282 0,'0'0'3'0,"0"0"13"16,0 0 4-16,0 0-15 15,0 0 0-15,0 0 13 16,0 0 18-16,0 0-15 0,-1 38-7 15,6-25-2-15,3 2-5 16,1 1-1-16,-1 1-2 16,4-4-2-16,-1 2 0 15,2-2 1-15,-1-4 3 16,2-1 3-16,1-3 5 0,0-1-4 16,0-2-2-16,2-1 0 15,-4-1-3-15,4 0-1 16,-3 0-2-16,0-1 1 15,0-5-2-15,0 1 2 16,-1-2 0-16,1-1 1 0,-1-2 2 16,-1 2-1-16,1-2-1 15,1 2-1-15,1 1 1 16,1-1 0-16,1 3-1 16,0 1-1-16,1 0-1 15,2 2 0-15,-3 2 0 0,0 0-1 16,1 2 0-16,0 6 0 15,-1 2 0-15,0 1 0 16,-3 0 0-16,-3 1 0 16,-1-1 0-16,-4-2 1 15,-2 0-1-15,-1-3 0 16,-1-1 0-16,-2-3 0 0,0 1 0 16,0-3 0-16,0 0 2 15,0 0 1-15,0 0 2 16,0-7-2-16,0-2-1 15,0-4 0-15,0-2-1 0,9-2 0 16,2 2-1-16,2-2-1 16,1 4 1-16,1 0 1 15,1 6-2-15,1 1 0 16,-2 4 1-16,3-1 0 16,1 3-1-16,1 0 0 15,0 0 1-15,-1 0 0 0,0 0 0 16,-1 0 0-16,-1 0 0 15,1 0 0-15,-1 0 1 16,-1 0-1-16,0-5 3 16,0-1 8-16,-2 0 5 15,-1-3 6-15,-1 0-5 0,-4-2-2 16,0-1 5-16,-3-3-7 16,-2-1-6-16,-2-3-3 15,-1 0-2-15,0-1-1 16,-5 0-1-16,-2 3-1 15,0 4-2-15,1 4-16 0,1 4-49 16,1 1-109-16</inkml:trace>
  <inkml:trace contextRef="#ctx0" brushRef="#br0" timeOffset="36022.08">21751 4670 193 0</inkml:trace>
  <inkml:trace contextRef="#ctx0" brushRef="#br0" timeOffset="37283.4">19317 5073 209 0,'0'0'3'0,"0"0"39"15,-10-33-2-15,10 23 0 16,0 0-11-16,0 2 5 16,3-2-12-16,4 2-9 0,4 1-7 15,1 1 2-15,2 1-1 16,3 1-3-16,1 2 1 15,1 2-3-15,0 0 0 16,0 1-2-16,-5 7 1 16,1 0-1-16,-4 4 1 0,-1 0-1 15,-4 2 0-15,0 1 1 16,-5-1 0-16,0 0 0 16,-1 0 0-16,0-3 0 15,-1 0 1-15,-5-2-1 16,2-2 1-16,-3-3 2 0,-1-2 0 15,2-2 2-15,-3 0 14 16,1-5 0-16,3-7-10 16,1-5-3-16,3-4-2 15,1-5 2-15,5-2 2 16,4 1 2-16,4 1-1 0,0 3-1 16,4 6-1-16,-3 3-3 15,1 5-4-15,0 3 0 16,3 5 0-16,-3 1 0 15,2 0 0-15,0 4-1 16,1 6 1-16,-1 0-1 16,-1 0-1-16,0 3 1 0,-2 0 0 15,2 0 1-15,-5 1-3 16,0-2-2-16,-1-1-43 16,-1 0-12-16,-3-6-45 15,-1-3-48-15</inkml:trace>
  <inkml:trace contextRef="#ctx0" brushRef="#br0" timeOffset="37564.91">19893 4611 312 0,'0'0'35'0,"0"0"1"16,0 0 17-16,0 0-27 0,33-22-21 16,-17 22-1-16,4 7 1 15,3 1 3-15,1 2-5 16,3 2-3-16,-3 1 1 16,0 0 0-16,0-1-5 0,-4-3-63 15,-3-5-61-15,-1-4-58 16</inkml:trace>
  <inkml:trace contextRef="#ctx0" brushRef="#br0" timeOffset="37937.36">20235 4561 347 0,'0'0'2'0,"0"0"12"16,0 0-5-16,0 0-5 15,0 0 0-15,0 0 5 0,0 0 3 16,-29 35-1-16,22-24-6 16,-2-1-3-16,1-1-2 15,3 2 1-15,0-2-2 16,3-1 0-16,2-3 1 16,0 1-2-16,0-4 0 0,0 1 0 15,0 0 2-15,0-1 0 16,1-1 0-16,2 2 3 15,1 2 9-15,1 4 18 16,1 1 0-16,0 5-7 16,1 3-7-16,1 3-8 0,-1 1 0 15,1 0-4-15,0-1-3 16,-1-3 0-16,0-3-1 16,-1-3 0-16,-1-5 0 15,-1-3-13-15,-4-4-67 16,0 0-83-16</inkml:trace>
  <inkml:trace contextRef="#ctx0" brushRef="#br0" timeOffset="38221.24">19840 4451 401 0,'0'0'1'0,"0"0"46"0,0 0-16 16,34-25-19-16,-8 15 6 16,4-3-5-16,4 0-6 15,1-1-5-15,3 3-1 16,0-2 0-16,-3 1-1 0,2-1-21 15,-9-2-95-15,-1-2-99 16</inkml:trace>
  <inkml:trace contextRef="#ctx0" brushRef="#br0" timeOffset="38570.72">20388 4196 352 0,'0'0'9'15,"0"0"64"-15,7-29-20 16,-3 20-29-16,3 1-11 16,0 2-6-16,2 3-6 15,1 3 0-15,0 0-2 0,-1 4 1 16,1 7 0-16,-2 4-1 15,-2 2 1-15,-3 4 0 16,-2 2-1-16,-1-1 1 16,0 1-1-16,-4-2 1 15,-2-1-1-15,1-3-1 0,-1-4 2 16,5-3 0-16,1-1 0 16,0-3-1-16,7-3 1 15,7-3 0-15,5 0 0 16,4 0 0-16,2-2-42 15,1-4-63-15,-5 0-91 0</inkml:trace>
  <inkml:trace contextRef="#ctx0" brushRef="#br0" timeOffset="38872.82">20666 4566 366 0,'0'0'18'0,"0"0"64"0,0 0-34 0,0 0-36 16,0 0-8-16,0 0-2 0,0 0-2 15,40-15 0-15,-26 14 0 16,-2 1-3-16,1 3-48 16,-4 0-66-16,-4 2-46 15</inkml:trace>
  <inkml:trace contextRef="#ctx0" brushRef="#br0" timeOffset="38990.53">20655 4713 249 0,'0'0'2'16,"0"0"8"-16,0 0 37 0,35 4-13 16,-13-8-24-16,3-5-8 15,-1-3-67-15</inkml:trace>
  <inkml:trace contextRef="#ctx0" brushRef="#br0" timeOffset="41009.33">21826 4401 183 0,'-1'-6'15'0,"-1"0"39"0,1 3-13 0,1 0 4 15,0 3-4-15,0 0-21 16,0 0-19-16,0 8 1 16,4 5 15-16,4 5 11 15,0 7-1-15,2 4 3 16,1 5-5-16,1 7-11 0,0 4-6 16,0 3-1-16,1 1 4 15,-2-1-7-15,0-3-1 16,-1-4-3-16,0-6 1 15,-5-7 0-15,1-7 0 16,-3-7-1-16,0-4 1 0,-3-4-2 16,0-6-1-16,0 0-25 15,0-5-17-15,-7-7-161 16</inkml:trace>
  <inkml:trace contextRef="#ctx0" brushRef="#br0" timeOffset="41698.3">21850 4486 31 0,'0'0'171'0,"0"0"-155"0,0 0 30 15,0 0-9-15,0 0-2 16,-15-29 15-16,14 23-12 16,0-1-16-16,1 0-4 15,0-2-4-15,0 0-3 0,0-2-3 16,7-1-4-16,3 0-1 15,1 1 1-15,3 0-1 16,3 2-2-16,0 2 2 16,3 3 0-16,-2 3-1 15,-1 1 0-15,-2 0-2 0,-2 5 1 16,-3 5-1-16,-3 0 0 16,-2 2 1-16,-3 0-1 15,-2 1 0-15,-2 0 0 16,-6-2 0-16,-2 1 0 15,-1-2 0-15,1-1 0 0,-1-1 0 16,4-2-1-16,2-2 1 16,3-2 0-16,2-1 0 15,4-1-1-15,7 0 1 16,4 0 1-16,3 0-1 16,3-1 1-16,0 1-1 0,-1 0-1 15,-2 1 2-15,-4 5-1 16,-4 1 0-16,-3 1 0 15,-4 2-1-15,-3-3 1 16,0 3 1-16,-4-2-1 16,-6 0 1-16,-3-1-1 15,-2 1 0-15,-4-1 1 0,1-2-1 16,-2 0 0-16,2-1 0 16,1-2-1-16,3 1 1 15,4-1-8-15,3-2-49 16,6 0-73-16,1 0-63 15</inkml:trace>
  <inkml:trace contextRef="#ctx0" brushRef="#br0" timeOffset="42224.66">22275 4510 198 0,'0'0'33'0,"0"0"16"0,0 0-3 0,0 0-7 15,0 0 6-15,0 0-14 16,0 0-9-16,0 0-9 16,0 0-3-16,-33 3-1 15,28 4 7-15,0 0-6 16,2 2-2-16,1 0 0 0,2 2-1 16,0-1-1-16,0-1 0 15,6 1 1-15,3-2-3 16,3 0-1-16,-2-4 0 15,4-1-2-15,0-2 4 16,0-1-2-16,-1 0 1 0,-2-1-1 16,-2-4 0-16,-2-2 0 15,-3 0 2-15,-2-1 2 16,-2-2 11-16,0 0-10 16,-3-1-3-16,-6 1-4 15,-4 0 0-15,0 3-2 0,-3 3-1 16,2 3-12-16,1 1-44 15,3 0-70-15,4-3-255 16</inkml:trace>
  <inkml:trace contextRef="#ctx0" brushRef="#br0" timeOffset="46167.16">19479 5478 88 0,'0'0'24'0,"0"0"2"0,0 0-13 0,0 0-6 16,0 0 0-16,0 0 12 15,0 0 5-15,0 0-5 16,0 0-1-16,39-31 1 16,-29 27-6-16,2 1-1 15,2 0-4-15,3 1-3 0,2-1-2 16,3-2 1-16,4 3 3 15,5-3-2-15,6-3-2 16,4 1 0-16,5-3 0 16,6 0-1-16,3-1 0 15,1-2 0-15,4 1 1 16,1 0 2-16,1-1 2 0,1 0 3 16,-1 1-5-16,4 1-1 15,3-1 4-15,-1-1 1 16,1 1 1-16,3-1 1 15,5 0 5-15,2-3 2 0,6 1-7 16,1 0-2-16,4-1-3 16,2-1-1-16,-1 2-1 15,1-1 0-15,0 0-1 16,-2 1-1-16,-1-1 0 16,-3 0 6-16,-3 1 0 15,-7 1-4-15,-3 1-2 0,-5 1 0 16,-7 1-1-16,-5 0 1 15,-7 4 0-15,-7-1-1 16,-5 1 0-16,-4 2 0 16,-4 2-1-16,-7 0 0 0,-2 3 0 15,-6 0 1-15,-4 0-2 16,-4 0 0-16,-6 6-33 16,-3-2-85-16,-12-3-137 15</inkml:trace>
  <inkml:trace contextRef="#ctx0" brushRef="#br0" timeOffset="47088.24">19503 5665 69 0,'0'0'30'0,"0"0"-6"0,0 0 0 15,0 0-6-15,-28 0-1 16,25 1-3-16,1-1-2 16,2 1-3-16,0-1-1 15,0 0-7-15,8 0 8 16,6 0 0-16,6-1 4 0,8-5 7 16,12-3 0-16,9-2-5 15,10-2 3-15,10-2-1 16,10-2-4-16,8-1-2 15,6 3-4-15,9-3-4 16,3 0 0-16,5 3-1 0,1 0-1 16,6 0 1-16,-1 1-1 15,1 0-1-15,0-1 3 16,-2 0 4-16,2-1 23 16,-3-2-15-16,0 1-6 15,-4-1 1-15,-4 2-2 0,-3-1-2 16,-4 2-2-16,-9 2-3 15,-5 0 0-15,-9 2-1 16,-7 1 1-16,-10 2-1 16,-8 0 0-16,-10 3 1 15,-9 0-1-15,-6 2 1 0,-8-1-1 16,-7 3 0-16,-4 1 0 16,-3 0 0-16,-1 0 0 15,-3 0 0-15,0 0-1 16,0 4-2-16,0-1-10 15,0-3-106-15,0 0-95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23:09.262"/>
    </inkml:context>
    <inkml:brush xml:id="br0">
      <inkml:brushProperty name="width" value="0.05292" units="cm"/>
      <inkml:brushProperty name="height" value="0.05292" units="cm"/>
      <inkml:brushProperty name="color" value="#FF0000"/>
    </inkml:brush>
  </inkml:definitions>
  <inkml:trace contextRef="#ctx0" brushRef="#br0">18992 5513 95 0,'0'0'90'0,"0"0"-82"0,0 0-5 0,0 0 0 16,0 0 14-16,0 0 23 15,0 0-10-15,0 0 2 16,0 0-3-16,0 0 1 0,-8-2-5 16,6 2-11-16,-4-2-6 15,2 2-3-15,-6 0-2 16,-2 0 0-16,-3 2-2 16,-4 8 4-16,-3 0-1 15,-1 3 1-15,-1 2-1 0,0 1-2 16,2 2-1-16,3-1 0 15,6 0 1-15,3-1-2 16,6-3 0-16,4 0 0 16,1-1 0-16,11-2 0 15,7-2 0-15,4-1 0 0,4-1 2 16,2 1-4-16,1-2 2 16,-1 3 0-16,-3 0 0 15,-5 4 0-15,-4 0-2 16,-4 2 2-16,-3 1 0 15,-6 2 0-15,-3-1 0 16,-1 0 0-16,-4 1 0 0,-6-3 2 16,-6 0 0-16,-2 0-1 15,-4-1 3-15,-2-3 1 16,-4 0-1-16,1-2 1 16,0-4-3-16,2-3-1 0,1-1 1 15,5-1-1-15,6-8 0 16,5-1 0-16,4-2-2 15,4-1-33-15,0 0-63 16,9 0-21-16</inkml:trace>
  <inkml:trace contextRef="#ctx0" brushRef="#br0" timeOffset="695.23">19342 5504 88 0,'0'0'123'0,"0"0"-110"0,0 0 3 0,0 0-4 0,0 0 2 16,0 0 0-16,-30-10 5 15,20 10 6-15,-4 2 8 16,0 4-11-16,0 2-4 0,-1 1 2 15,0 1-5-15,0 2-6 16,2 1-6-16,0 1-1 16,3-2-1-16,3 2 0 15,3 0-2-15,1-2 2 16,3 1-1-16,1-3 0 0,8-1 0 16,1-2 0-16,5-1 1 15,3-1-1-15,0-1 1 16,0 0 0-16,0 0 0 15,0 0-1-15,-4 3 1 16,-1 2-1-16,-1-2 0 0,-2 3 1 16,-3 0-1-16,-1 0-1 15,-4 1 2-15,-1-1 0 16,-1 2 2-16,-1-1 5 16,-7 1 3-16,-4-1 0 15,-5 1 0-15,-2 0 0 16,-4-1-4-16,-1-1-2 0,-4-1 3 15,0-1-4-15,1-2-2 16,1-2-1-16,5-3 1 16,4-1-2-16,4 0 1 15,7-7 0-15,5-2-1 16,1-3-4-16,4-3-77 0,5-1-134 16</inkml:trace>
  <inkml:trace contextRef="#ctx0" brushRef="#br0" timeOffset="1158.61">19794 5435 293 0,'0'0'19'0,"0"0"10"0,-28 6-4 0,16 3-1 0,-1 3 22 15,2 3-12-15,1 2-8 16,-1 6-6-16,6-1-10 0,-1 4-4 16,4-1-4-16,2 2-1 15,0-1 0-15,5-5-1 16,5-2 0-16,5-5 1 15,0-3-1-15,4-6 1 16,1-4 0-16,2-1 0 16,2-6-5-16,0-9-31 0,-3-7-58 15,0-1-79-15</inkml:trace>
  <inkml:trace contextRef="#ctx0" brushRef="#br0" timeOffset="1910.66">19954 5517 336 0,'0'0'43'16,"0"0"-19"-16,0 0-17 16,-15 39-2-16,15-25 15 15,0 3 17-15,1-1-21 0,5 1-9 16,3-2-5-16,3-2-1 16,0-1 0-16,4-4 0 15,-2-3 0-15,1-4-1 16,0-1 3-16,-1 0-3 15,-1-8 2-15,-2-2-1 16,-2-3-1-16,-2-4 1 0,-2 1 0 16,-4-1 0-16,-1 0 0 15,0 2 0-15,-8 3-1 16,-5 0 2-16,0 6-1 16,-5 1-2-16,-2 5 2 15,-2 0-1-15,1 0-1 0,2 2 1 16,1 4 0-16,5-1 0 15,5 0 1-15,4 0-2 16,4-3 1-16,0-1-1 16,4-1 1-16,8 0 1 15,4 0-1-15,4-6 0 0,1-1 0 16,3-1 0-16,1-2 0 16,2 3 0-16,0-2 0 15,-1 3 0-15,-1 2 0 16,-2 2 6-16,-3 2 14 15,-1 0-13-15,-5 6-3 16,-3 3-2-16,0 2-1 0,-4 2 0 16,-2 1-1-16,-1-1 1 15,-1 1-1-15,-1-2 0 16,-1-1 0-16,-1-2 0 16,0-2 2-16,0-4-2 15,0 0 1-15,0-3-1 0,-4 0 2 16,1-3 1-16,-1-5 0 15,0-5 0-15,4-4 0 16,0 2 0-16,0-4-3 16,8 1 0-16,2 2 1 15,1 3-2-15,2 4 1 0,2 3 1 16,1 4-1-16,0 2 0 16,0 0 0-16,2 4 0 15,-3 4 0-15,1 0 1 16,-1 2-2-16,0-1 1 0,-2 1 0 15,-3-2 0 1,0 3-1-16,-2-3-8 0,-2-1-58 16,-2-3-94-16,-2-1-88 15</inkml:trace>
  <inkml:trace contextRef="#ctx0" brushRef="#br0" timeOffset="2639.02">20593 5243 425 0,'0'0'7'0,"0"0"4"0,0 0-7 0,0 0-3 16,8 38-1-16,-4-12 1 15,0 5 16-15,0 0 8 16,-1 2-17-16,1 0-3 0,-1-2-3 16,-3-3-1-16,0-3-1 15,0-5 1-15,0-4-1 16,0-6 1-16,0-3-1 15,0-6 1-15,0-1 2 16,-3-3 3-16,1-8-3 0,0-4-2 16,2-3 2-16,0-1 1 15,7 0-1-15,3 1-2 16,2 3-1-16,2 3 1 16,2 5 1-16,2 3-1 15,-2 4 0-15,0 0-1 0,-2 4 0 16,-1 6 0-16,-1 2-1 15,-1 0 2-15,-2 2-2 16,-1 0 2-16,-1-1-2 16,-4 0 1-16,1-3 0 15,-1 0 0-15,-3-2 0 0,0-1 0 16,0-4 0-16,0-1 0 16,-3-2 0-16,-2 0 1 15,1 0-1-15,-1-8 1 16,4-3 0-16,1-2-1 15,0-1 1-15,4-1 0 16,7 1-1-16,2 1 1 0,1 4 1 16,4 2 3-16,-4 4 10 15,2 3-6-15,-1 0-7 16,-2 3 0-16,1 4-1 16,-4 4-1-16,-3 1 1 15,0-1-1-15,-1 2 1 0,-3-1-1 16,-1 1 0-16,0-2 0 15,-1-2 0-15,-1 1-1 16,0-3-27-16,0-1-60 16,-1-5-122-16</inkml:trace>
  <inkml:trace contextRef="#ctx0" brushRef="#br0" timeOffset="2842.32">20887 5314 470 0,'0'0'34'0,"0"0"-7"0,0 0-26 0,0 0 0 16,0 0-1-16,0 0-1 16,29-8-12-16,-24 12-176 0</inkml:trace>
  <inkml:trace contextRef="#ctx0" brushRef="#br0" timeOffset="3529.15">21017 5288 301 0,'0'0'5'16,"0"0"61"-16,0 0-22 16,0 0-9-16,0 0-23 15,0 0-10-15,0 0 5 16,30 23 17-16,-23 5-12 0,-1 4-7 15,-1-1-3-15,-2 2 1 16,0-3-2-16,-2-4 0 16,-1-3 0-16,0-5-1 15,0-5 1-15,0-4-1 0,0-4 1 16,0-5-1-16,0 0 2 16,0-5 4-16,0-8-6 15,9-3 2-15,2-1-2 16,4 0 0-16,1 2 0 15,3 5 0-15,0 4 1 16,1 5-2-16,-3 1 1 0,-2 4-1 16,-3 7 2-16,-4 2-2 15,-3 1 1-15,-2 3 0 16,-3-1 0-16,-3 0 0 16,-4 0-1-16,-5-1 2 15,-3-2-1-15,-2-2 0 0,-1-1-1 16,-2-2 1-16,-2-3-1 15,2-3 1-15,1-2-1 16,3 0-2-16,6 0-14 16,5-7-45-16,5-6-60 15,0-2-125-15</inkml:trace>
  <inkml:trace contextRef="#ctx0" brushRef="#br0" timeOffset="3976.54">21322 5471 408 0,'0'0'12'0,"0"0"46"0,0 0-38 16,0 0-7-16,0 0-4 15,0 0 2-15,0 0-3 0,-15 33-2 16,24-22-2-16,0 0-2 15,2 4-2-15,0-4 0 16,1 1 1-16,0-4-1 16,0-4 0-16,0-3-2 0,0-1-6 15,-2-5-10-15,-1-3 3 16,-3-3-8-16,-3 0 13 16,-1 3 10-16,-2-2 0 15,0 3 1-15,-3 1 4 16,-2 1 8-16,0 3 17 15,0 2-7-15,2 0-2 0,0 2-7 16,3 3-7-16,0 5-2 16,1 0-4-16,7 1 0 15,3-1 0-15,2 2 0 16,1-3-2-16,2 0 1 0,0-3-1 16,0-1-35-16,-1-5-22 15,-1 0-77-15,-1-9-29 16</inkml:trace>
  <inkml:trace contextRef="#ctx0" brushRef="#br0" timeOffset="4192.99">21609 5270 442 0,'0'0'10'0,"0"0"4"0,0 0-11 0,8 46 3 15,0-23 14-15,0 5-7 16,-1 1-7-16,2 2-3 16,-2 2-2-16,-2-2 0 15,0 0-1-15,-3-3-1 16,-2-3-3-16,0-7-78 0,0-7-73 16,-3-5-89-16</inkml:trace>
  <inkml:trace contextRef="#ctx0" brushRef="#br0" timeOffset="4476.75">21598 5552 316 0,'0'0'56'0,"0"0"13"16,31-31-42-16,-14 23 11 16,3 1 2-16,1 0-7 15,0 2-8-15,1 2-13 0,-2 2-8 16,-1 0-2-16,-3 1-1 15,-1 0-1-15,-2 0 1 16,-3 5-2-16,-1 2 2 16,-1 0-2-16,-3 3 2 15,1 1-2-15,-2 1 2 0,-1 1-2 16,-1 2 1-16,-1-2-2 16,-1 0-17-16,0-1-57 15,-3-4-82-15,-3-3-116 16</inkml:trace>
  <inkml:trace contextRef="#ctx0" brushRef="#br0" timeOffset="4633.1">21808 5390 414 0,'0'0'3'0,"0"0"-1"16,0 0-2-16,0 0-3 15,0 0-16-15,36-25-140 16</inkml:trace>
  <inkml:trace contextRef="#ctx0" brushRef="#br0" timeOffset="5039.3">22014 5453 411 0,'0'0'9'0,"0"0"5"16,0 0-1-16,-30 35-5 15,24-22 1-15,4 0 5 16,2 2-4-16,0-1-8 16,2 0 0-16,6-1-2 0,2-1 1 15,0-4-1-15,3-3 0 16,1-4 2-16,0-1-2 15,0-4 0-15,0-8 1 16,-1-3-1-16,-2-1-1 16,-2-2-2-16,-4 0 2 0,-5 1 1 15,0 2 0-15,-3 1 1 16,-7 3-1-16,-5 2 1 16,-2 2-1-16,-4 4 2 15,0 2-2-15,4 1 1 16,1 0-1-16,5 0 0 0,4 1 0 15,6 2-1-15,1 0 1 16,5 0 0-16,9-2-2 16,4-1-66-16,2 0-100 15</inkml:trace>
  <inkml:trace contextRef="#ctx0" brushRef="#br0" timeOffset="5393.26">22173 5425 327 0,'0'0'84'15,"0"0"-46"-15,0 0-24 16,33 5-3-16,-21 3-3 0,0 2-5 16,-2-1 1-16,0 2-2 15,-1 2-1-15,-1-3 0 16,-3 3-1-16,-1-2 0 16,-2-1 0-16,-2-3 0 15,0-1 0-15,0-2 0 0,0-3 2 16,0-1-2-16,-3-1 2 15,0-7-1-15,2-5 0 16,1 1-1-16,0-3 1 16,4 2-1-16,5-1 1 15,1 3 1-15,2 2 1 0,1 3 15 16,1 3-3-16,2 3-6 16,-1 0-4-16,0 0-2 15,0 5 2-15,0 2-3 16,-2 2 0-16,-1 0 0 15,-2 1-2-15,-1 1 0 16,-2 1 0-16,-3-2-2 0,-4 0-47 16,0-2-158-16</inkml:trace>
  <inkml:trace contextRef="#ctx0" brushRef="#br0" timeOffset="6925.19">22847 5204 332 0,'0'3'-1'0,"-1"3"0"16,1 6 1-16,0 3 0 0,1 5 5 15,4 3 24-15,0 3 10 16,1 2-16-16,0-1-18 15,1-2-3-15,-1-2-1 16,-1-6 0-16,0-4 0 16,-3-5 0-16,-1-3 0 15,0-3 0-15,-1-2 1 0,0 0 20 16,0-6 23-16,0-5-41 16,0-2-2-16,0-2-1 15,2 0 0-15,2 0 0 16,3 2 0-16,3 3-1 15,1 7 0-15,1 3 1 0,1 0-1 16,0 7 0-16,-1 5 0 16,-2 1-1-16,-1 1 2 15,-2 0-2-15,-3 0 1 16,-1-2 1-16,-3-1-1 0,0-1 0 16,-2-1 0-16,-7-1 0 15,-1-1 0-15,-4-1 0 16,0-2-1-16,-2 0 2 15,2-2-2-15,2-1-1 16,4-1-5-16,2 0-29 0,6 0-3 16,0-3-61-16,7-2-85 15</inkml:trace>
  <inkml:trace contextRef="#ctx0" brushRef="#br0" timeOffset="7549.03">23099 5374 254 0,'0'0'11'0,"0"0"41"0,0 0-33 16,0 0 25-16,0 0 1 15,0 0-12-15,0 0-14 16,0 0-11-16,0 0-6 0,0 0 0 16,10-15-2-16,-9 21 1 15,0 1 1-15,0 3 3 16,0 0 5-16,2 2-1 16,1 0-1-16,1-1 0 15,1 2-5-15,2-2-1 0,0 1-1 16,4-3 0-16,0-2-1 15,0-1 1-15,1-2-1 16,0-3 1-16,1-1 0 16,-4 0 0-16,1-7 0 15,-1-4 0-15,-2-2-1 0,-2-4 0 16,0 0-1-16,-4-1 0 16,-1 3 1-16,-1 1 0 15,0 4 1-15,0 3 0 16,-3 3 3-16,0 4 38 15,3 0-27-15,0 10-13 0,0 3 1 16,3 3 4-16,4 3-1 16,2 3 0-16,1 2-2 15,0 1-3-15,-1 0 0 16,0 3-1-16,-4-2 0 16,-1-1 1-16,-3-4-1 15,-1-2 0-15,-2-1 1 0,-8-3 0 16,-4-4 0-16,-3-1 0 15,-7-3 0-15,-2-2 0 16,-3-2 0-16,0 0 1 16,1-2-2-16,3-1-2 15,4 0-1-15,7 0-25 0,5 0-54 16,5-7-142-16</inkml:trace>
  <inkml:trace contextRef="#ctx0" brushRef="#br0" timeOffset="8149.87">23667 4999 350 0,'0'0'6'0,"0"0"45"0,0 0-49 0,0 0 0 16,29 13 8-16,-14 2 7 15,3 0-3-15,2 4-10 0,-1 0-3 16,4 0-1-16,-3-2 0 15,-5-1 0-15,2-4-13 16,-7-3-92-16,-2-5-28 16</inkml:trace>
  <inkml:trace contextRef="#ctx0" brushRef="#br0" timeOffset="8411.12">24019 5058 286 0,'0'0'15'15,"0"0"-6"-15,0 0-4 0,0 0 7 16,-31 26 35-16,20-19-21 15,-2 3-17-15,0-1-7 16,1 4-1-16,-1 0-1 16,-1 0-1-16,4-1 0 15,0-2-87-15,4-1-122 0</inkml:trace>
  <inkml:trace contextRef="#ctx0" brushRef="#br0" timeOffset="8864.2">23898 5222 239 0,'0'0'53'0,"0"0"-11"16,0 0 20-16,0 0-10 15,0 0-16-15,0 0-19 16,0 0-5-16,0 0 6 0,0 0 7 15,-10 31 2-15,9-11-4 16,1 6-9-16,0 1-7 16,0 1-3-16,0-3-3 15,0-2 0-15,2-5-1 16,1-3 1-16,0-6-1 16,-1-3 1-16,-1-1-1 0,1-3 0 15,-1-1 0-15,-1-1-32 16,0 0-48-16,-5-6-205 15</inkml:trace>
  <inkml:trace contextRef="#ctx0" brushRef="#br0" timeOffset="9812.99">20156 6230 334 0,'0'0'4'0,"0"0"-1"0,0 0 3 16,-4 33 8-16,3-9 25 15,1 4-1-15,0 3-9 16,0 3-9-16,3 0-12 16,1 0-4-16,0-3-4 0,1-4 1 15,-1-4-1-15,-2-7 1 16,-1-6-13-16,-1-4-48 16,0-6-93-16</inkml:trace>
  <inkml:trace contextRef="#ctx0" brushRef="#br0" timeOffset="10610.15">20130 6493 256 0,'0'0'6'15,"0"0"15"-15,0 0-5 16,0 0 5-16,-38 37 4 0,24-24-10 16,-3 0-6-16,-4-1-2 15,-1 1-4-15,-2-1-1 16,-5-2 0-16,-2 3-2 16,3-2 1-16,2-2-1 15,4 0 1-15,6-2 0 0,7-3-1 16,6 0 3-16,3-1-3 15,10-1 1-15,10 0 0 16,5-2 4-16,6 3 0 16,4-1 0-16,-2 3-2 15,-2 1 0-15,-5 3 12 16,-6 1-7-16,-5 0-5 0,-7 3 1 16,-6 0-2-16,-2 3-1 15,-7 0 1-15,-7 0-1 16,-10 2 0-16,-2-1 0 15,-5 0 1-15,-7 1-2 16,1-1 1-16,-1 1 0 0,2 0-1 16,4-1 0-16,7-2 0 15,7 0 2-15,5-2-1 16,7-3 0-16,6 0 1 16,0-2 0-16,11-1-2 0,7-2 10 15,5 0 11-15,6-3-7 16,3-1-8-16,2-1 0 15,1 0-1-15,1 0-1 16,-1-1-1-16,-4-3 0 16,-2 1-1-16,-5 1 0 15,-3-1 1-15,-4 3 0 0,-5-2-1 16,-2 2 2-16,-4-1 2 16,-2 1 9-16,-1 0 0 15,-2 0 2-15,0 0-2 16,0 0-5-16,-1 0-1 0,0 0 0 15,1 0-7-15,1 0 0 16,-1 6-2-16,2 3 1 16,0 2 0-16,1 4 0 15,-1 2 1-15,1 2-1 16,1-1 0-16,-2-1-1 16,1-1 0-16,0-2 0 0,-2-3 1 15,1-4-1-15,-2 0-1 16,1-2-25-16,-1-4-58 15,-1-1-74-15</inkml:trace>
  <inkml:trace contextRef="#ctx0" brushRef="#br0" timeOffset="13270.32">20307 6469 281 0,'0'0'5'0,"-1"-2"51"0,1 2-1 0,0 0-44 16,3 5-9-16,8 5 8 16,3 2 17-16,0 2-8 15,3 2-11-15,1 2-5 16,-1-2-2-16,-1 1-1 0,-1-2-2 15,-4-4-57-15,-1-6-94 16</inkml:trace>
  <inkml:trace contextRef="#ctx0" brushRef="#br0" timeOffset="13502.45">20616 6497 308 0,'0'0'39'15,"0"0"-18"-15,0 0-9 16,0 0 31-16,-28 33-18 16,15-20-9-16,-1-1-10 15,1-1-5-15,1 1 0 16,0-2-1-16,2 1 0 0,1 1-1 15,0-4-27-15,2-1-103 16,0-4-52-16</inkml:trace>
  <inkml:trace contextRef="#ctx0" brushRef="#br0" timeOffset="13752.02">20461 6650 91 0,'0'0'227'0,"0"0"-160"0,0 0-48 16,0 0 37-16,0 0-5 15,3 34-7-15,-3-20-12 16,4 3-11-16,-1 3-10 16,1 1-5-16,-1 1-3 15,0-1-2-15,-1 0 0 0,0-1 0 16,0-3-2-16,0-4-19 15,-2-2-45-15,1-2-43 16,-1-5-118-16</inkml:trace>
  <inkml:trace contextRef="#ctx0" brushRef="#br0" timeOffset="14015.35">20623 6913 438 0,'0'0'34'0,"0"0"15"15,0 0-40-15,0 0 23 16,2 37-8-16,-1-24-14 16,0 0-2-16,0 0-4 15,1-1-3-15,-2 1 1 0,1-3-2 16,-1 1-2-16,0-4-62 15,0-3-67-15,0-2-130 16</inkml:trace>
  <inkml:trace contextRef="#ctx0" brushRef="#br0" timeOffset="14186.05">20623 6842 407 0,'0'0'20'16,"0"0"40"-16,0 0-23 16,0 0-22-16,0 0-13 15,0 0-2-15,0 0-1 16,0 0 0-16,14-15-67 0,-11 12-108 16</inkml:trace>
  <inkml:trace contextRef="#ctx0" brushRef="#br0" timeOffset="14641.97">20719 6352 348 0,'0'0'4'0,"0"0"42"0,6-32 0 16,-2 24-18-16,4 3-14 15,0 0-5-15,4 3-1 16,-2 2-3-16,0 0-4 15,2 0-1-15,-4 6 1 16,-3 3-1-16,-1 1 0 0,-4 2 1 16,0 1-1-16,0 0-1 15,-7 2 1-15,-3-2 0 16,0 0 0-16,1-2 0 16,0-2 0-16,5-2 1 15,-1 0-1-15,5-1 0 0,0-4-1 16,10 0 1-16,6-2 1 15,3 0-1-15,5 0 0 16,1 0-1-16,0-4-56 16,-4-2-118-16</inkml:trace>
  <inkml:trace contextRef="#ctx0" brushRef="#br0" timeOffset="15334.2">21149 6723 284 0,'0'0'32'0,"0"0"29"0,0 0-29 16,0 0-26-16,0 0-1 16,33-3 1-16,-20 3 0 15,3 0-4-15,-2 0-2 16,1 0 0-16,-4 0-14 0,-1 1-158 16</inkml:trace>
  <inkml:trace contextRef="#ctx0" brushRef="#br0" timeOffset="15489.93">21171 6810 243 0,'0'0'7'0,"0"0"-5"16,32 1 0-16,-11-3 0 15,3-3-1-15,1-3-4 0,-2-2-147 16</inkml:trace>
  <inkml:trace contextRef="#ctx0" brushRef="#br0" timeOffset="15754.19">21728 6299 512 0,'0'0'5'16,"0"0"-8"-16,28 31 6 15,-13-9 1-15,0-1-3 0,-1 3 0 16,1 0-1-16,0-3-1 15,-4-2-17-15,0-6-67 16,-1-8-122-16</inkml:trace>
  <inkml:trace contextRef="#ctx0" brushRef="#br0" timeOffset="16000.06">21978 6380 359 0,'0'0'18'0,"0"0"-11"16,0 0 6-16,-28 25 15 15,18-16-7-15,0 1-1 16,0-1-11-16,-1 0-4 16,1 1-3-16,0 0-2 15,1 0 0-15,0 0-2 0,2-1-14 16,2-2-71-16,1-2-81 15</inkml:trace>
  <inkml:trace contextRef="#ctx0" brushRef="#br0" timeOffset="16235.14">21874 6561 303 0,'0'0'67'16,"0"0"-13"-16,0 0-25 15,0 0 36-15,-1 35-15 16,3-18-23-16,2 2-3 16,2 1-14-16,-1 3-5 15,-1-1-3-15,0 1-2 0,0-3 1 16,-3-2-8-16,-1-5-69 15,0-5-92-15</inkml:trace>
  <inkml:trace contextRef="#ctx0" brushRef="#br0" timeOffset="17253.27">17186 5881 229 0,'0'0'39'0,"0"0"-37"15,0 0 0-15,0 0 2 0,-30 23 9 16,25-10 19-16,1 5-2 15,1 4 3-15,0 4-9 16,2 3-9-16,-1 4-7 16,1 1-3-16,0 4 0 15,-1 2-2-15,-2-1-2 16,0-1 2-16,-3 0 0 0,-1-4-1 16,0-3 1-16,-4-5 1 15,1-3-1-15,1-8 2 16,1-5 22-16,-1-9-2 15,1-1 0-15,2-16 3 0,2-7-21 16,2-11-5-16,3-10 0 16,0-7-2-16,0-5 1 15,3 0-1-15,1 0 1 16,0 0-2-16,2 10 1 16,-4 7 0-16,3 6 0 15,-2 8 0-15,-1 9 0 0,1 7 0 16,0 6 0-16,1 3 0 15,1 3-3-15,1 11 4 16,3 6-3-16,3 5 2 16,4 4 1-16,0 3 0 0,5 4 1 15,3 2 1-15,-1 0-1 16,3 3 0-16,0-1 0 16,3 0-2-16,-4-4 1 15,1-2-1-15,-2-6 0 16,-4-4-1-16,-5-6-1 15,-5-3-8-15,-5-4-51 0,-5-7-29 16,-1-4-90-16</inkml:trace>
  <inkml:trace contextRef="#ctx0" brushRef="#br0" timeOffset="17466.25">17139 6309 331 0,'0'0'25'0,"0"0"-13"0,0 0-4 0,0 0-7 0,31-27 0 16,-11 17 1-16,2-1 0 16,3-2-1-16,0 1 0 15,2-1-1-15,0-2-2 16,0-3-109-16</inkml:trace>
  <inkml:trace contextRef="#ctx0" brushRef="#br0" timeOffset="17754.99">17548 6046 389 0,'0'0'9'16,"-33"15"3"-16,15-4-4 15,1 4 17-15,3 0 1 16,-1 2 1-16,7 2 5 0,3-2-10 16,5 1-11-16,1 0-10 15,11-3 1-15,5-1-1 16,4-6 0-16,3 0 0 16,1-7-1-16,-1-1 1 15,3 0-1-15,-5-6-20 0,0-6-54 16,-3-5-49-16,-6-4-101 15</inkml:trace>
  <inkml:trace contextRef="#ctx0" brushRef="#br0" timeOffset="17951.49">17642 5853 375 0,'0'0'3'0,"0"0"-3"16,-5 30-1-16,5-11 3 0,5 4 0 16,2 2 0-16,0 2 4 15,2 1-2-15,1-2-1 16,2 2-3-16,0-3 1 16,0-2-2-16,-5-3-70 0,0-7-146 15</inkml:trace>
  <inkml:trace contextRef="#ctx0" brushRef="#br0" timeOffset="18499.11">17662 6099 331 0,'0'0'13'16,"0"0"9"-16,0 0-9 15,-6-30 7-15,15 20 5 0,2 3 0 16,4-2-5-16,2 1-7 16,3-1-7-16,0 3-3 15,0-1-1-15,-1 3 0 16,-1 0-2-16,-3 4 0 16,-3-2 0-16,-3 2 0 15,0 0 0-15,-2 2 0 0,-5 4 0 16,0 1 0-16,-1 1 0 15,1 2 2-15,-2 2 2 16,3-1 2-16,-2 0-3 16,3 0-3-16,1-2 1 15,0 0 0-15,2-4-1 0,1-2 0 16,1-1 1-16,-1-2 0 16,3 0-1-16,-2-7 0 15,1-4 0-15,0-2 1 16,-3-2-2-16,0-2 1 0,-3 1-2 15,0-1 1-15,-1 2 1 16,-3 2 1-16,0 3-1 16,0 3 1-16,0 1 0 15,-3 5 1-15,2 1 1 16,0 1 7-16,1 7-7 16,0 2 0-16,1 0-2 0,6 2 0 15,3-3 0-15,2 2-1 16,1-2 0-16,3-1-1 15,-1-1-52-15,2-5-80 16,-3-2-185-16</inkml:trace>
  <inkml:trace contextRef="#ctx0" brushRef="#br0" timeOffset="19177.65">18231 5873 370 0,'0'0'9'0,"-32"4"14"0,15 2-7 0,3 1-10 16,1 3 5-16,3 1 6 15,0 0 1-15,4 3-4 16,2 0-9-16,1 0-3 15,3-1 0-15,0-2 0 16,3-1-2-16,4-3 0 0,2-1 0 16,1-4 1-16,0-2-2 15,2 0 1-15,0-3-3 16,0-5-3-16,-2-3-6 16,-3 0 5-16,-1 0 5 15,-3 2 2-15,-1-1 1 0,-2 3-1 16,0 3 1-16,0 1 0 15,0 2 2-15,0 1 3 16,0 0-1-16,0 2-5 16,0 7 1-16,1 0 0 15,3 1 0-15,2 0 0 16,1 0 0-16,1 0 0 0,2-3-1 16,0-1 0-16,1-1 1 15,-1-3-1-15,3-2 1 16,-2 0 0-16,2-6-1 15,-1-6 1-15,-2-5-1 16,-1-4 1-16,-2-4-1 0,-1-6 0 16,-4-1-1-16,-1-3 0 15,-1 1-3-15,0 2 1 16,-3 1 1-16,-5 5 1 16,-2 6 1-16,0 5 0 15,1 5 2-15,-1 8-1 0,0 2 3 16,5 9-1-16,0 9 1 15,5 5 5-15,0 3 4 16,9 3-5-16,5 2-4 16,5-1-2-16,1-1-1 0,5 1-1 15,-1-2 1-15,1-4-2 16,-2-5-80-16</inkml:trace>
  <inkml:trace contextRef="#ctx0" brushRef="#br0" timeOffset="20390.2">22030 6787 186 0,'0'0'65'0,"0"0"21"0,0 0-27 16,0 0-13-16,0 0-22 15,0 0-18-15,0 0-2 16,0 0 30-16,6 29-5 0,-4-13-6 16,2 2-5-16,0-1-7 15,-2 1-4-15,1-2-5 16,0-2 0-16,-1-1-1 15,-1-2-1-15,2-4 1 16,-2-4-8-16,1-3-57 16,-1-3-62-16</inkml:trace>
  <inkml:trace contextRef="#ctx0" brushRef="#br0" timeOffset="20889.88">22102 6248 315 0,'0'0'44'0,"0"0"1"0,-1-35-10 0,3 25-12 16,5 5-12-16,2 3 5 15,2 2-1-15,-1 1-8 0,0 9-5 16,-5 4 0-16,1 3-1 15,-5 2-1-15,-1 0 1 16,0 0 0-16,0-2-1 16,-5-1 0-16,-2-1 1 0,3-2-1 15,-1-3 0-15,4-3 0 16,1-2 0-16,0 0 1 16,4-4-1-16,9 1 0 15,4-2 1-15,4 0-1 16,4 0-1-16,2 0-1 15,0 0-40-15,-4 0-55 0,-1-2-198 16</inkml:trace>
  <inkml:trace contextRef="#ctx0" brushRef="#br0" timeOffset="21154.58">22364 6629 411 0,'0'0'37'16,"0"0"-3"-16,45 0 1 16,-24 0-9-16,3-3-11 15,-1 1-4-15,2 0-8 16,-1-1-1-16,-3 2-2 0,-2-1 1 15,-3 0-3-15,-4 1-52 16,-5-1-40-16,-4-5-109 16</inkml:trace>
  <inkml:trace contextRef="#ctx0" brushRef="#br0" timeOffset="21327.08">22481 6566 269 0,'0'0'82'15,"0"0"-12"-15,0 0-27 16,0 0-31-16,0 0 7 0,0 0 19 16,0 0-13-16,9 28-12 15,-1-13-8-15,0 0-3 16,-2 4-1-16,-2 0 0 16,-2 1-12-16,-2-5-102 15,0-2-126-15</inkml:trace>
  <inkml:trace contextRef="#ctx0" brushRef="#br0" timeOffset="21620.18">22807 6328 470 0,'0'0'6'15,"0"0"5"-15,0 0-6 16,37 12 2-16,-19 8-3 16,-1 3-1-16,0 3-1 15,2 1-1-15,-3 0 0 16,0-3-2-16,-2-4-44 0,-1-8-172 15</inkml:trace>
  <inkml:trace contextRef="#ctx0" brushRef="#br0" timeOffset="21837.97">23088 6421 347 0,'0'0'9'0,"-27"15"-5"0,9-5 4 16,2 1 16-16,0 1-6 16,1-1 4-16,0 0-16 15,2 0-3-15,3-1-2 16,3 1-1-16,3-2-5 16,3-3-65-16,1-1-106 0</inkml:trace>
  <inkml:trace contextRef="#ctx0" brushRef="#br0" timeOffset="22018.21">22959 6571 316 0,'0'0'44'16,"0"0"-6"-16,0 0 22 16,0 0-10-16,3 35 0 15,3-19-22-15,0 1-12 16,0 4-8-16,0 1-6 15,-4 1-1-15,1 0 0 0,-2 0-1 16,-1-3-24-16,0-2-89 16,0-6-122-16</inkml:trace>
  <inkml:trace contextRef="#ctx0" brushRef="#br0" timeOffset="22373.13">23081 6803 434 0,'0'0'29'0,"29"-17"19"16,-15 12-7-16,2 5-20 16,-3 0-11-16,-4 2-5 15,-2 6-2-15,-4 3-2 16,-3 1-1-16,0 1 2 0,-8 2-2 15,-2 0 0-15,-2 0-2 16,0-2-10-16,0 1-4 16,2-2-14-16,1-3 7 15,2 0 5-15,4-3 11 16,3-1 3-16,0-4 0 0,10-1 4 16,3 0 2-16,5 0-2 15,2-1 1-15,3-4-1 16,1-2 0-16,-1 1 0 15,0-1-36-15,-3 0-59 16,-5-3-160-16</inkml:trace>
  <inkml:trace contextRef="#ctx0" brushRef="#br0" timeOffset="22783.65">23189 6194 408 0,'0'0'2'0,"0"0"2"16,0 0 1-16,0 0-3 15,28-11 1-15,-18 24-2 16,-1 4 1-16,-3-2 0 0,-1 4-1 16,-3-2 0-16,-2 1-1 15,0-3 1-15,-4-1-1 16,-3-3 1-16,-1 0-1 16,1-2 0-16,-2-3 1 15,3-1-1-15,3-1 0 0,3-1 1 16,0 0-1-16,5-1 0 15,8 1 0-15,3 0 0 16,4 1 0-16,1 1 0 16,1-1-6-16,-1-1-89 15,-3 0-90-15</inkml:trace>
  <inkml:trace contextRef="#ctx0" brushRef="#br0" timeOffset="23015.73">23361 6575 417 0,'0'0'25'0,"42"0"25"16,-15-3-3-16,0 1-15 0,1 0-13 15,-3 2-3-15,-4-2-9 16,-4 2-5-16,-4 0-1 15,-4 0 0-15,-4 0-1 16,-5 0-37-16,0 0-74 16,-3-1-89-16</inkml:trace>
  <inkml:trace contextRef="#ctx0" brushRef="#br0" timeOffset="23192.93">23461 6509 406 0,'0'0'35'15,"0"0"15"-15,0 0-41 16,0 0 11-16,0 0 19 16,3 39-21-16,4-21-11 15,-4 3-5-15,1-1 0 16,-1 0-2-16,-3-1 0 0,0-3-70 16,0-3-131-16</inkml:trace>
  <inkml:trace contextRef="#ctx0" brushRef="#br0" timeOffset="23422.97">23667 6590 466 0,'0'0'3'15,"0"0"-2"-15,0 0 0 16,0 0 0-16,0 0-2 16,0 0-1-16,0 0-104 15</inkml:trace>
  <inkml:trace contextRef="#ctx0" brushRef="#br0" timeOffset="23608.38">23848 6578 421 0,'0'0'3'0,"0"0"-4"16,0 0 2-16,0 0-14 15,0 0-66-15,0 0-145 0</inkml:trace>
  <inkml:trace contextRef="#ctx0" brushRef="#br0" timeOffset="23760.85">23981 6588 381 0,'0'0'1'15,"0"0"-2"-15,0 0-9 0,0 0-203 16</inkml:trace>
  <inkml:trace contextRef="#ctx0" brushRef="#br0" timeOffset="24040.68">24185 6579 480 0,'0'0'15'0,"46"-5"21"15,-17 3-29-15,0 1-4 16,-1-2-1-16,-2 3 0 15,-4-2 0-15,-4 2-2 0,-3 0 1 16,-7 0-2-16,-3-2-10 16,-5-1-79-16,0-3-163 15</inkml:trace>
  <inkml:trace contextRef="#ctx0" brushRef="#br0" timeOffset="24228.14">24302 6506 399 0,'0'0'16'0,"0"0"65"16,0 0-65-16,0 0 19 0,0 0-4 15,0 0-13-15,16 41-11 16,-8-25-4-16,-1 1-3 16,-2 1 1-16,0 0-1 15,-2-3-30-15,-3-2-114 16</inkml:trace>
  <inkml:trace contextRef="#ctx0" brushRef="#br0" timeOffset="24644.3">24616 6328 286 0,'0'0'120'0,"0"0"-114"0,0 0 16 16,0 0 1-16,28 4-15 15,-14 12 8-15,2 5 3 16,2 2-3-16,2 1-12 15,0 1-4-15,0-2 2 0,0-2-2 16,-1-3-3-16,-4-6-58 16,-2-5-100-16</inkml:trace>
  <inkml:trace contextRef="#ctx0" brushRef="#br0" timeOffset="24881.92">24968 6392 429 0,'0'0'3'0,"0"0"3"16,-42 11 12-16,22-2 8 16,0 2-11-16,0 1-2 15,1 2-8-15,1 1-3 16,2 0-2-16,2 1-1 15,3-1-2-15,4-2-53 0,2-4-150 16</inkml:trace>
  <inkml:trace contextRef="#ctx0" brushRef="#br0" timeOffset="25147.16">24826 6544 361 0,'0'0'13'16,"0"0"80"-16,0 0-40 0,0 0-14 15,0 0 3-15,11 28-15 16,-7-10-6-16,0 3-7 16,0 4-9-16,1 3-2 15,-3 1-2-15,1 0 0 16,-2 0 0-16,-1-4-1 0,0 0-14 15,0-7-23-15,0-5-39 16,0-7-65-16,0-5-248 16</inkml:trace>
  <inkml:trace contextRef="#ctx0" brushRef="#br0" timeOffset="25546.99">24950 6841 467 0,'0'0'43'16,"0"0"-21"-16,0 0 11 15,0 0-10-15,0 0-3 16,0 0-6-16,31 30-5 16,-24-24-7-16,-3 0-1 15,0-1-1-15,-2-1 2 0,-2-1-3 16,2-1 1-16,-2-2 0 15,0 0 0-15,0 0 1 16,0-2 0-16,1-5-1 16,1-1 1-16,1 0-2 15,2-3 1-15,0 1 0 0,2 1 0 16,2-1-1-16,0 4 2 16,1-1 0-16,2 5-1 15,-1 2 0-15,2 0 0 16,-3 4 0-16,0 5 0 15,-1 2 0-15,-3 1 0 16,-2-1 0-16,-1 0 0 0,1 1 0 16,-2-1 0-16,-1-2-1 15,0-1-38-15,0-3-64 16,-1-3-85-16</inkml:trace>
  <inkml:trace contextRef="#ctx0" brushRef="#br0" timeOffset="26050.49">25073 6069 399 0,'0'0'5'0,"0"0"9"15,33-33 24-15,-17 30-26 16,-1 3-6-16,1 2-3 16,-3 9 0-16,-3 3-2 0,-2 4-2 15,-7 3 2-15,-1 2-1 16,-4 0 0-16,-5 0 0 16,-6-1 0-16,1-4 0 15,-2-2 1-15,4-4-2 16,2-4 2-16,3-3-1 0,7-2 0 15,4-1 0-15,10 0 0 16,6 0 1-16,7 1-1 16,5 0 0-16,-1 0 0 15,-1-1-2-15,-6 0-140 16</inkml:trace>
  <inkml:trace contextRef="#ctx0" brushRef="#br0" timeOffset="27360.19">20357 8109 344 0,'0'0'2'0,"0"0"5"0,0 0 9 15,0 0-1-15,0 0-6 0,0 0 14 16,-13 50 15-16,23-21-12 16,2 6-3-16,4 0 0 15,-1 3-4-15,0 3-13 16,0-2-4-16,-4-1-1 0,0-3-1 15,-2-7 1-15,-2-6-1 16,-1-7 1-16,-2-9-1 16,0-6 2-16,1-7 1 15,1-9 0-15,1-8-3 16,1-3 0-16,0-1-1 0,-1 1 1 16,-3 4 0-16,1 5 1 15,-4 5 0-15,0 6-1 16,0 7 2-16,0 0-2 15,2 4-1-15,1 7 1 16,0 2 3-16,3 4 3 16,3 1-3-16,2 0-1 0,0 0 2 15,2-1-3-15,0-1 1 16,3-2-1-16,-2-3 0 16,0-5-1-16,0-2 1 15,-2-4 0-15,-1 0 0 16,-2-6 1-16,-3-5-1 0,-1-5 1 15,-2-4-2-15,-4-3 1 16,0-5-1-16,-10-2 0 16,-1-3 1-16,-4-2-1 15,-1-1 0-15,-1 1 3 16,-1 1-4-16,3 6 1 16,3 2 0-16,2 5 0 0,8 5 0 15,2 4-1-15,1 5 0 16,10 1-14-16,3 3-87 15,2-2-92-15</inkml:trace>
  <inkml:trace contextRef="#ctx0" brushRef="#br0" timeOffset="27842.95">20720 8008 399 0,'0'0'10'0,"0"0"32"0,0 0-24 16,0 0-14-16,0 0 6 16,-8 36 17-16,19-15-2 15,3 3-9-15,3 4-6 0,0 0-6 16,1 2-2-16,-3-2 1 16,0 0-5-16,-4-5 3 15,-2-4-1-15,-4-3 0 16,-3-6 0-16,-2-2 1 15,0-3-1-15,0-4 1 16,-3-1 0-16,-1-3 1 0,-2-8-1 16,3-2-1-16,-1-6 1 15,2 0-1-15,2-3 0 16,0 2 1-16,1 1 0 16,6 2-1-16,3 3 1 15,2 3 1-15,3 3 5 0,0 3 0 16,2 4-3-16,0 1-1 15,2 0-1-15,-2 8 0 16,0 3-1-16,-1 3-1 16,-1 2 0-16,0 2 1 0,-2 2-1 15,-1 0 0-15,-2-2-1 16,-1-1 0-16,-2-1-28 16,-2-3-73-16,0-4-74 15</inkml:trace>
  <inkml:trace contextRef="#ctx0" brushRef="#br0" timeOffset="29365.96">21103 8138 319 0,'0'0'35'0,"0"0"-20"0,-15 32-6 15,15-16 3-15,0 4-2 16,3 0 1-16,6-1 5 16,1-1 2-16,2-4-8 15,1-3-3-15,2-4-6 16,-2-6 0-16,0-1 1 16,2-6 0-16,-4-9-1 0,-1-4-1 15,-2-5 0-15,-4-2-1 16,-2 0 1-16,-2 1 0 15,0 2-1-15,-3 7 1 16,-2 4 10-16,0 5 19 16,3 7-6-16,2 1-6 0,0 13-14 15,2 3 3-15,8 6 10 16,3 5-5-16,2 3-2 16,2-1 1-16,-2 2-7 15,-1 0 0-15,-2-2-1 16,-5-1 0-16,-3-2-1 0,-4 0 1 15,0-1 1-15,-11-3 2 16,-3-1 0-16,-4-4-2 16,-4-1 1-16,-2-1-2 15,-1-4-1-15,-2-3-1 16,-2-2 2-16,2-3-2 0,1-3 0 16,3-1-2-16,6-2 1 15,7-8-11-15,7-6-46 16,3-4-46-16,6-8-91 15</inkml:trace>
  <inkml:trace contextRef="#ctx0" brushRef="#br0" timeOffset="29686.85">21954 7694 507 0,'0'0'4'0,"0"0"1"0,13 45 0 0,-1-6 10 15,4 8 14-15,1 7-6 16,1 3 2-16,0 4-9 15,0 2-10-15,-3-1-3 16,0-4-2-16,-2-2 0 0,-2-3 0 16,-4-7 0-16,-2-6-1 15,-4-7 0-15,-1-7-20 16,0-7-47-16,-7-7-56 16,-3-10-73-16</inkml:trace>
  <inkml:trace contextRef="#ctx0" brushRef="#br0" timeOffset="30209.9">22013 7919 259 0,'0'0'60'16,"-5"-47"-27"-16,5 25 13 15,4 4-14-15,7 3-8 16,3 3 2-16,3 6-11 0,3 2-4 16,-1 4-6-16,1 2-4 15,-1 3 0-15,-4 5 0 16,-2 1-1-16,-6 2-1 16,-2-1 2-16,-2 1-1 0,-3-1 0 15,0-1-1-15,-4 1 0 16,-6-1 1-16,-1-2-1 15,-2-1 0-15,0-1 0 16,4-2 1-16,4-2-1 16,5 0 1-16,1-3 0 0,13 0 0 15,7 0 0-15,5 0 0 16,4 3 0-16,1 2 0 16,0 2 0-16,-6 4 0 15,-4-1 0-15,-5 2 0 16,-5 3 1-16,-8-4-2 0,-3 3 2 15,-4-3 0-15,-11 2 1 16,-5-2 0-16,-4 1 1 16,-2-2-1-16,1-1 0 15,1-3-2-15,3 0 1 16,4-2-2-16,7-1 0 16,6-2-5-16,4-1-53 0,7-2-93 15</inkml:trace>
  <inkml:trace contextRef="#ctx0" brushRef="#br0" timeOffset="30535.95">22392 8103 322 0,'0'0'35'16,"0"0"6"-16,0 0-20 0,1 35 4 0,11-28 3 0,3 1-9 15,5-4-7-15,1 1-9 16,1-3-2-16,-1-2 1 16,-2 0-1-16,-5 0-1 15,-3-7 1-15,-6 0 0 16,-5-4 1-16,-5-2 0 0,-10-1-2 16,-5 0 0-16,-3 2 1 15,-4 0-1-15,2 2-1 16,0 4 1-16,4 1 0 15,5 3-3-15,6 2 0 16,4 0-37-16,5-1-94 0,1-2-202 16</inkml:trace>
  <inkml:trace contextRef="#ctx0" brushRef="#br0" timeOffset="30783.16">22687 7774 477 0,'0'0'41'16,"0"0"-13"-16,35-30-24 15,-17 26-1-15,1 1 0 0,-1 2-4 16,-1 1 1-16,-1 0 3 16,-3 0-7-16,-3 4-59 15,-4 0-65-15</inkml:trace>
  <inkml:trace contextRef="#ctx0" brushRef="#br0" timeOffset="30939.04">22709 7904 270 0,'0'0'31'15,"0"0"-24"-15,43 0 0 0,-20-3-2 16,4-4-3-16,1-1 0 16,-2-5-144-16</inkml:trace>
  <inkml:trace contextRef="#ctx0" brushRef="#br0" timeOffset="31903.05">23193 7723 279 0,'0'0'28'0,"0"0"37"16,0 0-21-16,-4-34-22 16,13 25-10-16,0 0-6 15,2 3 0-15,1 2-4 0,0 1 0 16,2 3 1-16,0 2 4 16,2 9 2-16,-1 1-2 15,1 3 4-15,-1 3-3 16,-2 0-4-16,-1 2 0 15,-4 2-2-15,-2-1-1 16,-3 0 0-16,-3-1-1 0,0-2 1 16,0-1 0-16,-4-5-1 15,-4-3 1-15,3-4 2 16,-5-3-2-16,3-2 5 16,0-7 28-16,0-8-19 15,2-6-6-15,3-7-1 0,2-5-1 16,5-4-1-16,7-1-2 15,1 4-1-15,3 3-2 16,0 6 1-16,2 8 3 16,-2 9-2-16,1 5-2 15,1 3 2-15,1 6 1 0,0 6-2 16,-1 6-1-16,0 0 2 16,1 3-2-16,-2-1 0 15,0 0-1-15,-2 0 1 16,-2-2-1-16,1 1 0 15,-3 0-1-15,-2-2-16 0,-1-2-54 16,-6-3-71-16,-2-4-187 16</inkml:trace>
  <inkml:trace contextRef="#ctx0" brushRef="#br0" timeOffset="32191.22">23741 7387 490 0,'0'0'10'0,"0"0"23"0,30 6-31 0,-8 8 1 16,7 4 2-16,2 2-1 15,0 0-2-15,1 0-1 16,-1 0 0-16,-4-3-3 0,-4-3-71 16,-3-4-121-16</inkml:trace>
  <inkml:trace contextRef="#ctx0" brushRef="#br0" timeOffset="32479.21">24165 7405 353 0,'0'0'10'0,"0"0"6"16,-42 18 22-16,28-8-5 15,0-1-9-15,0 1-6 16,3 1-13-16,0-2-3 16,2 2-1-16,0-1-1 15,2-2 1-15,3 0-1 0,0-2-1 16,4 0-1-16,0-2-30 16,0 0-23-16,3-3-34 15,1 1-53-15,-1-1-31 16</inkml:trace>
  <inkml:trace contextRef="#ctx0" brushRef="#br0" timeOffset="32650.44">24041 7533 126 0,'0'0'83'0,"0"0"7"0,0 0-30 16,0 0 10-16,0 0-12 15,-1 39 3-15,1-21-11 16,0 3-21-16,7 3-10 16,0 2-5-16,2 1-6 15,1-1-5-15,0-1-1 0,-1-1-2 16,-2-5 0-16,-2 1 1 15,-1-7-17-15,-3-3-50 16,-1-3-79-16,-1-7-246 16</inkml:trace>
  <inkml:trace contextRef="#ctx0" brushRef="#br0" timeOffset="32938.42">23761 7286 231 0,'0'0'146'0,"0"0"-96"15,0 0 3-15,0 0-20 16,34-23-14-16,-3 15 4 16,10 0-7-16,4 1-11 15,2 2-3-15,-2 0-1 0,-3 4-2 16,-4 0-2-16,-7-3-84 16,-7-1-195-16</inkml:trace>
  <inkml:trace contextRef="#ctx0" brushRef="#br0" timeOffset="33300.96">24327 7189 410 0,'0'0'11'0,"28"-25"25"15,-12 14-8-15,2 4-7 16,-2 5-9-16,-1 2 2 16,-2 0-8-16,-3 10-5 0,-2 5-1 15,-5 3 0-15,-3 2 0 16,0 3 0-16,-1 1 0 16,-9 2 0-16,-1-2-1 15,-3 0 0-15,1-4 0 0,1-2 0 16,2-5 1-16,4-3-1 15,5-3 2-15,1-4-1 16,13-1 1-16,5-1-1 16,6-1 1-16,6 0-1 15,1 0 1-15,3 0-2 16,-3 0-64-16,-5-2-92 0</inkml:trace>
  <inkml:trace contextRef="#ctx0" brushRef="#br0" timeOffset="33735.31">24876 7382 419 0,'0'0'37'0,"37"-24"-25"0,-14 18 0 0,0 6 3 15,0 0-3-15,-3 11-4 16,-5 3-5-16,-6 4-1 15,-4 1-2-15,-5 2 1 0,-2-1-1 16,-7 3 1-16,-5 0 0 16,-2 0-1-16,-3 4 1 15,1-1-1-15,1 1 0 16,-3-1 1-16,3 0-1 16,3-1-1-16,1 0 1 0,2 0 1 15,4-2-1-15,2-2-12 16,3-2-36-16,2-3-53 15,0-4-121-15</inkml:trace>
  <inkml:trace contextRef="#ctx0" brushRef="#br0" timeOffset="33922.03">24830 8000 347 0,'0'0'36'0,"0"0"-3"16,0 0 15-16,0 0 30 16,0 0-34-16,30 1-29 15,-23-1-12-15,-4-2-6 16,-3-5-179-16</inkml:trace>
  <inkml:trace contextRef="#ctx0" brushRef="#br0" timeOffset="36610.99">20427 9283 101 0,'0'0'60'0,"0"0"-50"0,0 0-8 0,0 0-1 16,0 0 0-16,0 0-1 16,0 0 0-16,0 0 1 15,0 0 2-15,0 0 4 16,0 0 2-16,0 0-2 0,0 0 1 16,17 5 1-16,-7-5 29 15,5 0-11-15,7-6-9 16,6-4-5-16,4-3 2 15,2-2-3-15,7-2 3 16,1 1-1-16,6-3 4 0,3 1-4 16,2-1 1-16,5 0-2 15,2 1-1-15,2 0-4 16,-1-2-2-16,0 2-1 16,-1 0-2-16,-1 0-1 15,1 1 0-15,0 0 0 0,2 0-1 16,1 0 1-16,5 2 0 15,-1-1 2-15,1-1-1 16,1 2 1-16,3-1 1 16,-3-1-2-16,2 2 0 15,0-1-2-15,1-1 0 16,-1 0 2-16,-1-1 1 0,2 0-2 16,-2 0 2-16,4 0-3 15,0 0 2-15,1 1-1 16,1 0-1-16,0 0 1 15,-1 0-2-15,0 2 2 16,2 0-2-16,-1 0 0 0,3 2 1 16,-2 0 0-16,-2 0-1 15,-3 1 2-15,-4 0-2 16,-4 1 0-16,-1 0 0 16,-2 0 1-16,-1 2-2 15,-2-1 1-15,0 1 0 0,-3 2 0 16,-4 1 0-16,-5 2 0 15,-6 0 0-15,-5 4 0 16,-5 0 0-16,-6 0 0 16,-5 0 0-16,-3 4-2 15,-5-1 4-15,0-2-2 0,-3 1 0 16,-2-2 0-16,0 0 0 16,1 0 1-16,-1 0 0 15,1 0 0-15,1-5 20 16,1-1 7-16,1 0-14 15,1 0-5-15,0 1-3 0,-1 0-2 16,-1 2-2-16,-1-2 0 16,-2 3-1-16,0 0 0 15,-2 0-1-15,-1 1 1 16,1 0-1-16,-2 1 0 16,1 0 0-16,0 0 0 0,1 0-1 15,-3 1 1 1,-1 3-2-16,0-3-42 0,-7-1-78 15,-7-2-329-15</inkml:trace>
  <inkml:trace contextRef="#ctx0" brushRef="#br0" timeOffset="37734">20438 9148 130 0,'5'0'4'0,"3"0"-3"15,2 0 1-15,6-4-1 16,1-2 3-16,5-1 5 16,4-1 6-16,3-2 1 15,1-1-8-15,4-1 0 0,1 0-3 16,4-2 0-16,1-1-2 16,4-1 0-16,2-1 0 15,2 2 1-15,3-2-2 16,2 1-1-16,3 0 0 15,-1 0 0-15,6-2 0 0,5 2 0 16,4-4-1-16,2 2 1 16,4-4 1-16,3 2 2 15,0-1 4-15,-2 0-2 16,0 2-3-16,0 1-2 16,0 2-1-16,-2-1 1 15,5 2-1-15,-3-1 0 0,1 1 1 16,-1 0-2-16,-1 0 2 15,-1 0-2-15,-1 2 1 16,0 0 1-16,-2 1-1 16,-1 2 0-16,-1 0 0 15,-3-1-1-15,1 1 2 0,-3-2-2 16,2 1 1-16,1-2 0 16,0-1 0-16,0 1-1 15,-3 2 1-15,-2-2 0 16,-3 2 0-16,-2 1-2 15,-2 1 2-15,-2 1-2 0,-2 1 1 16,-2 1 0-16,-3 1 1 16,-3 1 0-16,-3-1-2 15,-5 2 2-15,-3 1 0 16,-3 0 0-16,-1-1 0 0,-4 1 0 16,-2-1 0-16,-3 3 0 15,-3-2 0-15,-2 1-2 16,-4-1 1-16,0-1-1 15,-2 0-73-15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38:41.076"/>
    </inkml:context>
    <inkml:brush xml:id="br0">
      <inkml:brushProperty name="width" value="0.05292" units="cm"/>
      <inkml:brushProperty name="height" value="0.05292" units="cm"/>
      <inkml:brushProperty name="color" value="#FF0000"/>
    </inkml:brush>
  </inkml:definitions>
  <inkml:trace contextRef="#ctx0" brushRef="#br0">21422 7622 279 0,'0'0'20'16,"0"0"47"-16,0 0-30 16,0 0 2-16,0 0-6 15,1-30 7-15,-1 26-3 0,-3 1-14 16,-3 0-14-16,-1 2 1 15,-3 1-5-15,-2 0-1 16,-3 0-1-16,-2 9-1 16,-1 1-1-16,0 5 0 15,0 1-1-15,2 3 0 0,2 0 1 16,3-2-2-16,6 1 1 16,3-2 1-16,2-2-2 15,3-1 1-15,10-3 0 16,2 0 0-16,3-1 1 15,4-3 0-15,1 1 0 0,1-2 0 16,0 0-1-16,-1 1 0 16,-2 0 0-16,-5 2 0 15,-3 1 1-15,-4 1-2 16,-4 3 1-16,-5 0-4 16,0 2 3-16,-5 2 2 0,-6 0-3 15,-4 0 3-15,-5 1 0 16,-2 0-1-16,-4-1 1 15,-2 0-1-15,1-2 0 16,4-2 1-16,2-2-1 16,4-3 0-16,6-4 1 15,5-1-1-15,5-3-4 0,1 0-32 16,3-6-31-16,5-9-78 16,3-5-145-16</inkml:trace>
  <inkml:trace contextRef="#ctx0" brushRef="#br0" timeOffset="552.65">21635 7569 316 0,'0'0'4'15,"0"0"40"-15,0 0-11 16,2-28-3-16,-6 23-4 0,-3 3-5 16,-2 0 0-16,-2 2-4 15,-2 0-8-15,-2 7-1 16,-2 3-3-16,0 3 0 16,-1 2-3-16,1 2 1 15,3-1-2-15,4 2 1 16,5-1 0-16,3-2 0 0,2-2 0 15,4 0 0-15,6 0-1 16,4-3 2-16,2-2 0 16,3 1 0-16,-1-1 1 15,1 0-2-15,0 1-2 16,-2 1 1-16,-3 0-1 0,-2 1 0 16,-4 2 0-16,-1-2 0 15,-5 3 0-15,-2-1 1 16,0 0-1-16,-2 1 1 15,-6-1-1-15,-3-2 1 16,-1 2 0-16,-2-2-1 16,-2 0 1-16,-3 0-1 0,2-2 1 15,1 1 0-15,0-2-1 16,3-1 0-16,2-3 0 16,4 0-1-16,2-4-18 15,4 0-41-15,1 0-36 0,0-8-94 16</inkml:trace>
  <inkml:trace contextRef="#ctx0" brushRef="#br0" timeOffset="1035.81">21768 7498 360 0,'0'0'8'0,"0"0"34"15,0 0-5-15,-31 8-8 16,24 5-6-16,1 2 8 16,0 3-3-16,4 2-9 15,2 3-2-15,0 2-5 0,1 0-2 16,6 0-3-16,3-4-2 15,2-1-2-15,0-4-1 16,1-4 0-16,1-3-1 16,1-5 0-16,1-2 2 15,-2-2 1-15,0 0 3 0,-1-5-2 16,-1-5-1-16,-2-2-2 16,-1-6 0-16,-3-3-1 15,-2-4 0-15,-3-5-1 16,-1-1 1-16,-1-2-2 15,-9 2 1-15,-1 3 0 0,-4 5-2 16,-3 4 0-16,-3 9 3 16,1 4-1-16,0 6-2 15,0 0 2-15,3 6-5 16,1 6-20-16,4 2-24 16,2 1-29-16,3-1-30 0,3 1-104 15</inkml:trace>
  <inkml:trace contextRef="#ctx0" brushRef="#br0" timeOffset="1373.76">21730 7695 297 0,'0'0'51'0,"0"0"8"0,0 0-20 15,0 0 3-15,0 0 3 16,0 0-10-16,0 0-7 16,0 0-8-16,2-29-4 15,3 25-1-15,2 0-7 16,4-1-2-16,4 0 1 16,4 0 0-16,1 1-1 0,4 3 0 15,0 1 0-15,2 0-2 16,-1 0 0-16,-1 7-1 15,-2-2-1-15,-1 0 1 16,-1-2-3-16,-2 0 1 0,-1-3-1 16,0 0 1-16,-1-1 0 15,-1-8 0-15,1-2-2 16,0-4-29-16,-3-6-61 16,-1-3-116-16</inkml:trace>
  <inkml:trace contextRef="#ctx0" brushRef="#br0" timeOffset="4920.89">22647 9083 188 0,'0'6'7'16,"0"4"2"-16,0 4 32 15,0 6 3-15,0 5-3 16,1 9 6-16,1 8 1 15,1 12-8-15,0 6-8 0,1 7 21 16,0 4-14-16,0 0-13 16,0-3-13-16,0 0-5 15,-2-5-2-15,1-6-4 16,-2-4 1-16,0-8-3 0,1-9 1 16,-1-8-1-16,0-8 0 15,2-10-8-15,-1-10-29 16,1-2-45-16,0-17 28 15,-1-10-139-15</inkml:trace>
  <inkml:trace contextRef="#ctx0" brushRef="#br0" timeOffset="5533.93">22660 9325 311 0,'0'0'9'0,"0"0"2"16,-3-32 24-16,3 22 6 15,3 2-10-15,6-1-4 16,2 1-5-16,3 0-5 15,3 5-5-15,1 0-2 16,1 3-4-16,1 0-3 16,-3 6-1-16,0 3-1 0,-5 3 0 15,-2 2 0-15,-4 2 0 16,-5-1 0-16,-1 2 0 16,-4 0 0-16,-6-1 0 15,-3 0 0-15,-3-4 0 0,0-1-1 16,-1 0 0-16,2-4 1 15,1 0-2-15,6-2 1 16,1 0 1-16,6-1-1 16,1-1-1-16,8 0 1 15,4-1 0-15,5 1 3 16,1 1-2-16,1 0-1 0,-2 1 0 16,-2 2 0-16,-3 0 1 15,-4 0-1-15,-4 0 0 16,-4 0 0-16,0 1-1 15,-7 2 3-15,-5-2 0 0,-3 2 5 16,-4-1 4-16,-2 0-1 16,-2 0-4-16,-1 1-3 15,1-1 0-15,0 1-3 16,3 0 0-16,3-1 1 16,5-1-1-16,4-1-1 15,7-1-2-15,1-2-49 0,4-4-50 16,9 0-89-16</inkml:trace>
  <inkml:trace contextRef="#ctx0" brushRef="#br0" timeOffset="5910.63">22892 9605 383 0,'0'0'10'0,"0"0"34"15,0 0 2-15,-6 34-15 0,5-23 23 16,1 0-31-16,0-1-4 16,0 0-8-16,3 1-7 15,4-2-2-15,0-1 0 16,2-1-3-16,3-3 1 16,0-3-1-16,0-1 1 0,-1 0 0 15,1-3-2-15,-2-6 2 16,-2-1-1-16,-3-1 1 15,-2-2-1-15,-3 0-2 16,0 1 2-16,-8 0 0 16,-4 3 0-16,-3 0 1 0,-1 4 0 15,-3 2 0-15,2 2-1 16,2 1 1-16,3 0-1 16,3 1-25-16,5 1-46 15,3-2-51-15,1 0-159 16</inkml:trace>
  <inkml:trace contextRef="#ctx0" brushRef="#br0" timeOffset="6203.74">23336 9366 457 0,'0'0'13'0,"0"0"1"0,0 0-6 16,35-4 17-16,-14 1 11 15,1 0-13-15,0-1-11 16,-1 1-6-16,0 2-6 0,-4 1 0 15,-3 0 0-15,-3 0-14 16,-3 0-55-16,-3 0-63 16,-5 2-145-16</inkml:trace>
  <inkml:trace contextRef="#ctx0" brushRef="#br0" timeOffset="6374.39">23322 9511 326 0,'0'0'65'0,"0"0"-17"16,0 0 2-16,49 5-4 0,-21-5-17 15,-1-3-15-15,3-2-11 16,-2-3-3-16,-3-1-82 16,-7-5-417-16</inkml:trace>
  <inkml:trace contextRef="#ctx0" brushRef="#br0" timeOffset="7575.63">20782 9414 306 0,'0'0'11'0,"0"0"23"16,0 0 26-16,0 0-28 16,0 0-24-16,0 0 16 0,-5 36 17 15,6-11-11-15,3 3-11 16,3 5-5-16,-3-1-6 16,2 0-4-16,-3-6 1 15,1-2-3-15,-1-6-1 0,-3-3 0 16,0-6 1-16,0-3-1 15,0-4 0-15,0-2 0 16,0 0 3-16,0-7 2 16,0-5-3-16,0-3-1 15,7-2-2-15,3 1 0 0,4 2-1 16,1 3 1-16,3 4 0 16,1 6-1-16,0 1 1 15,-2 0 0-15,1 9-1 16,-1 1 2-16,-5 3-1 15,-2 0 1-15,-5 0 0 16,-2 2-2-16,-3-3 2 0,-1 1-1 16,-9 0 1-16,-5 0-1 15,-2-3 0-15,-3 3 1 16,-3-3-2-16,0 0 1 16,1-3 0-16,1-1 0 15,5-2-2-15,4-2-6 0,5-2-21 16,7 0-29-16,0-1-21 15,8-9-84-15,7-3-80 16</inkml:trace>
  <inkml:trace contextRef="#ctx0" brushRef="#br0" timeOffset="8169.06">21049 9683 340 0,'0'0'5'0,"0"0"25"0,0 0-7 15,0 0 5-15,39-20 2 0,-25 12-5 16,1-2-9-16,-1 3-4 16,0-3-10-16,-2 1 1 15,-3-1-2-15,-2 1 0 16,-5 0 0-16,-2 2 3 16,-2 0 10-16,-8 2-5 0,-4 4 0 15,-3 1 5-15,-1 0 5 16,1 8 3-16,1 3-9 15,3 4 1-15,4 2-5 16,5 2 0-16,4 0-5 16,0 0-1-16,9-1-2 0,5-2-1 15,3-3 2-15,5-3-1 16,0-2 1-16,-2-4-6 16,2-1-17-16,-2-3-30 15,-3 0-23-15,-2-1-30 16,-1-6-71-16</inkml:trace>
  <inkml:trace contextRef="#ctx0" brushRef="#br0" timeOffset="8409.92">21336 9622 267 0,'0'0'84'15,"0"0"-10"-15,0 0-23 16,-33-17 6-16,20 17 0 15,0 0-13-15,1 4-12 16,2 6-13-16,3 1-6 16,4 3-3-16,3 0-5 0,0-1-4 15,8 1 1-15,3-1-2 16,2-2 0-16,4-3 2 16,1-1-18-16,0-3-22 15,1-3-28-15,0-1-36 0,-3 0-39 16,-3-5-150-16</inkml:trace>
  <inkml:trace contextRef="#ctx0" brushRef="#br0" timeOffset="8967.49">21494 9657 312 0,'0'0'59'16,"0"0"7"-16,0 0-25 0,0 0 6 16,0 0 0-16,0 0-15 15,-37-25-9-15,27 25-6 16,0 5-3-16,1 2-5 16,1 2 0-16,1 3-3 15,3-1-3-15,3 3-2 0,1-1 0 16,0 0-2-16,3-3 3 15,4 0-3-15,3-3 1 16,1-2-1-16,0-3-2 16,-1-2 1-16,0 0-4 15,1-6 4-15,-3-3 3 0,-1-1 1 16,-2 1-3-16,-3-1 1 16,-1 1 1-16,-1 1-1 15,0 2 2-15,-1-1-3 16,-3 4 2-16,-1 0 1 0,1 3 0 15,0 0 2 1,2 0-1-16,1 2 2 0,1 3-2 16,0 1 0-16,0 1 1 15,6 1-1-15,0-2 0 16,4 1-1-16,0-1-1 16,0-2-1-16,2 2 0 0,-1-4 0 15,-1 0-2-15,0-1-21 16,0-1-7-16,-3 0-11 15,2-3-22-15,-4-5-18 16,0-2-41-16,-2-1-115 16</inkml:trace>
  <inkml:trace contextRef="#ctx0" brushRef="#br0" timeOffset="9889.9">21603 9673 259 0,'0'0'66'0,"0"0"-28"0,0 0 32 0,0 0-5 16,0 0 9-16,0 0-29 16,0 0-19-16,0 0-11 15,0 0-10-15,0 0-2 16,10 20-2-16,-7-14 0 16,1 0-3-16,2-2 2 0,0 1 0 15,1-2-1-15,0-1 1 16,1-2-3-16,-1 0-6 15,1 0-2-15,-1-3 4 16,-1-4 4-16,0-1-1 16,-2 0 1-16,-1 1 1 0,-3-1 2 15,0 1 0-15,0 1-1 16,0 0 1-16,0 2 1 16,-4 1 0-16,2 1 8 15,1 2 7-15,1 0-5 0,0 0-8 16,0 3 2-16,0 2 2 15,4 2-1-15,3-1-3 16,2 0-1-16,0 0-1 16,0 0 0-16,1-2-1 15,-2 2 1-15,2-4-1 16,0 0 0-16,-2-2-2 0,2 0 1 16,-3-3 0-16,3-5 2 15,-3-4 0-15,1-2 0 16,1-2-1-16,-1 0 0 15,2 1 0-15,2 0 1 16,-1 3-2-16,0 4 1 0,-1 5 0 16,2 3-1-16,-5 0-1 15,-2 3 3-15,-1 5-2 16,-3 4 0-16,-1 2 1 16,0 0 0-16,-2-1 0 15,-6 1 1-15,1-2-1 0,-2 0 0 16,3-3 0-16,-2-2 0 15,2-1 0-15,0-2-2 16,2-2-2-16,2 1-2 16,1-3 3-16,1 0 3 15,0 0-1-15,2-3-3 0,5-3-5 16,4 0 0-16,4 0-1 16,2-2 0-16,2 1 0 15,2-2 6-15,0 1 2 16,-1-3 3-16,-2 4-1 15,-2-2 1-15,-2 0 0 0,-4 2 2 16,-4 0 1-16,-1 2 2 16,-3-1 2-16,-2 1 3 15,0 2-2-15,-1 0-1 16,-4 1-1-16,-2 2 0 16,-1 0-1-16,0 1 2 15,1 6 2-15,0 5-2 0,0 1-4 16,4 2 2-16,-4 0 3 15,7 2-2-15,0-1-2 16,0-1-2-16,8-4-1 16,4 0 0-16,8-3-1 15,3-3-2-15,5-4-2 0,5-1-56 16,1-2-68-16,6-12-274 16</inkml:trace>
  <inkml:trace contextRef="#ctx0" brushRef="#br0" timeOffset="11011.58">23885 9134 229 0,'0'0'33'0,"0"0"-23"0,-11-31 48 16,11 25-3-16,0 2-8 15,0 1-10-15,4 3-5 16,6 0-12-16,4 10-5 15,4 3 4-15,2 2 2 16,3 5-10-16,1 0-8 0,-2 1-3 16,-2-1 1-16,-3 1 0 15,-3-4-13-15,-3 0-56 16,-3-6-40-16,-3-3-126 16</inkml:trace>
  <inkml:trace contextRef="#ctx0" brushRef="#br0" timeOffset="11277.76">24304 9168 434 0,'0'0'2'0,"0"0"10"15,0 0 7-15,-39 15 9 0,22-7 3 16,1 1-15-16,0 0-7 16,2 1-6-16,-1 1-3 15,1-1 1-15,2 0-1 16,1 0-1-16,2-1-19 16,1-1-51-16,3-2-66 0,0-2-139 15</inkml:trace>
  <inkml:trace contextRef="#ctx0" brushRef="#br0" timeOffset="11542.65">24105 9326 364 0,'0'0'32'0,"0"0"30"15,0 0-27-15,0 0 33 0,0 0-25 16,4 37-14-16,-2-19-2 16,-2 3-11-16,0 4-8 15,0 3-4-15,0 2-3 16,0-2 1-16,0-1 0 0,0-3-4 16,0-4-10-16,2-7-31 15,1-6-63-15,-1-6-152 16</inkml:trace>
  <inkml:trace contextRef="#ctx0" brushRef="#br0" timeOffset="12308.64">23894 9014 222 0,'0'0'48'0,"0"0"-29"0,0 0 15 16,0 0-12-16,0 0 22 0,42 7 1 15,-9-4-11-15,10-2-7 16,9 0 0-16,7-1 1 15,5 0-1-15,-2 1-4 16,-2-1-4-16,-6-2-1 16,-10 1-6-16,-10-1-5 0,-10 1-5 15,-8-1 0-15,-8 2-2 16,-3-1 1-16,-5 1-1 16,0 0 2-16,0 0-4 15,-3 0 2-15,-3 3-8 16,0 0-61-16,-2-2-113 15</inkml:trace>
  <inkml:trace contextRef="#ctx0" brushRef="#br0" timeOffset="14611.93">23916 9947 149 0,'0'-6'34'0,"1"-1"35"16,-1-1-16-16,1 1-4 15,0 2 1-15,-1-2-8 16,0 3-15-16,0 0-8 0,-3 1-8 16,-4 3-4-16,-3 0 0 15,-1 0 2-15,-2 0 2 16,-4 8 4-16,-1 2 1 16,0 2-2-16,0 4-2 0,0 1-5 15,4-1-2-15,3 2-4 16,4-2 0-16,5-2 0 15,2-2 0-15,1-1 0 16,9-4 1-16,3-2-1 16,4-4 2-16,2-1-1 0,2 0 1 15,0-7-2-15,-1-2 0 16,-2-3 0-16,-3-1 1 16,-3 2-2-16,-4-1 0 15,-2 4 0-15,-3 2 0 16,-1 2 1-16,-1 4 0 15,0 2-2-15,4 9 1 0,-1 3 1 16,4 5 7-16,-1 6-2 16,1 2 1-16,1 5-2 15,-2 3 0-15,-3 0-3 16,-3 1 0-16,-1 0-2 16,-1-2-1-16,-6-3 1 0,-4-5-1 15,-2-6 1-15,-3-5 0 16,0-5 0-16,-1-7 0 15,-1-3 1-15,0 0 0 16,0-8-2-16,3-5 3 0,3-4-2 16,5-3-1-16,7 0 1 15,4-2 0-15,15 0 0 16,8-1 1-16,9 3-2 16,5 0-1-16,2 2 2 15,0 0-1-15,-2 2 0 16,-6-1-3-16,-5 2-5 0,-7-1 1 15,-5-1 5-15,-7 2 2 16,-3 0 1-16,-7 3-1 16,-1 1 1-16,-5 3 1 15,-3 1-2-15,0 6 4 16,0 1 6-16,2 3-2 0,4 10-5 16,2 6 0-16,0 5 1 15,2 6-1-15,6 4 1 16,1 2 2-16,2 3 5 15,-1 2-2-15,0-3-3 16,-1 0-4-16,-3-5 1 0,-3-3-2 16,-3-5 1-16,0-6-1 15,-9-4 0-15,-3-5 2 16,-2-6-2-16,0-3 1 16,-1-1 0-16,1-6-1 15,0-6 1-15,2-3-1 0,2-2 0 16,2-1 0-16,6-1 1 15,2 2 0-15,4 2-2 16,12 2 1-16,5 2-1 16,7 2 0-16,5 3 0 15,3 2-3-15,1 0-28 0,-4 0-52 16,-4-2-111-16</inkml:trace>
  <inkml:trace contextRef="#ctx0" brushRef="#br0" timeOffset="24668.41">21369 11181 434 0,'0'0'29'0,"-37"10"-1"15,20 0-1-15,-1 6-3 16,3 4-4-16,2 4 1 0,5 3 10 15,2 2-13-15,6 0-11 16,0 2-2-16,6-4-2 16,7 1-3-16,2-6 2 15,2-4-2-15,2-5-1 16,1-6-4-16,-1-7-3 0,2-2 5 16,0-12 6-16,-1-8 0 15,-2-5-1-15,-3-6-1 16,-5-2 0-16,-8 2-1 15,-2 2 0-15,-17 6 1 16,-7 5-2-16,-11 9 0 16,-5 7 0-16,-2 4 0 0,-2 2 1 15,6 8-1-15,4 2 1 16,8 1-1-16,9-2-19 16,10 0-12-16,7-2-23 0,5-4-49 15,14-5-33-15</inkml:trace>
  <inkml:trace contextRef="#ctx0" brushRef="#br0" timeOffset="24866.88">21600 11011 552 0,'0'0'9'0,"0"0"32"15,0 0-27-15,18 36 9 16,-13-3 7-16,1 9-8 15,1 5-2-15,1 5-14 0,-3 1-5 16,2 1-1-16,-2-3-17 16,-1-3-42-16,-4-8-61 15,0-11-42-15,0-9-164 16</inkml:trace>
  <inkml:trace contextRef="#ctx0" brushRef="#br0" timeOffset="25798.79">21558 11406 492 0,'0'0'5'0,"0"0"14"15,-2-40 0-15,13 27-7 0,6 1-4 16,3-1 1-16,3 0 4 16,4 0-8-16,-3-1-3 15,0-1-2-15,-1-1 0 16,-4-2 0-16,-3-2 0 15,-5 1-1-15,-4 1 1 0,-4 2 1 16,-3 2 2-16,0 4 30 16,0 5 7-16,-2 4-17 15,-2 1-12-15,2 7-10 16,0 8 0-16,2 5 6 16,0 6 0-16,3 4-1 0,5 1-2 15,-1 2-2-15,2 0 0 16,-1-3 0-16,1-4-2 15,-2-5 0-15,1-5 0 16,-3-5 0-16,0-4 0 16,-2-5-3-16,0-2 3 0,1-5 5 15,-3-7-2-15,1-4-2 16,1-3 1-16,1-2-2 16,1 3 0-16,4-2 1 15,1 2-2-15,1 4 0 16,0 4 1-16,-1 4-2 0,0 4-1 15,-2 2 1-15,-1 2-4 16,1 4 1-16,0 4-2 16,-1 1 4-16,3 0 5 15,-3 1-2-15,2-1 1 16,0 1-2-16,0-1 1 0,2-2 0 16,-2-3 1-16,1 1-1 15,-1-2 0-15,0-2 1 16,0-1-1-16,1-2 0 15,0 0 1-15,0-1-1 16,1-5 1-16,-1-4-1 0,-1 0 1 16,-1-1-1-16,-1 1 0 15,-4-3 1-15,-3 2-1 16,0 1 0-16,-3 0-2 16,-7 4 0-16,-2 1 1 15,-1 5 3-15,1 0 2 16,1 3-2-16,3 7 0 0,2 2-1 15,6 1 0-15,0 3 0 16,1-2 0-16,8 0 0 16,4 0 0-16,1-2-1 15,1-4 0-15,2 0 0 0,0-3-1 16,0-3-8-16,-1-2 2 16,-1 0 6-16,-1-7 2 15,0-3 0-15,0-5-1 16,-2-3 2-16,0-2-2 15,-1 0 1-15,1 1 0 0,-3 2 0 16,0 7 0-16,-2 2 0 16,-1 8 1-16,-2 0-1 15,-2 9 0-15,0 5 3 16,0 3-1-16,0 1-1 16,2 1 0-16,0-3-2 15,1 0 0-15,4-6 0 16,1-3-4-16,0-4-44 0,2-3-57 15,-1-8-130-15</inkml:trace>
  <inkml:trace contextRef="#ctx0" brushRef="#br0" timeOffset="26765.48">22778 11148 323 0,'3'-3'9'0,"1"-1"58"15,2 4-16-15,3 0-25 16,2 1 10-16,2 8-8 0,2 2-6 16,-1 3-9-16,-1 5-6 15,-3 2 0-15,-1 2 0 16,-4 0-4-16,-2 3-1 16,-3-3-1-16,0-1 0 15,0-3 0-15,-1-5-2 0,-5-6 1 16,2-4-1-16,-2-4 2 15,1 0 3-15,0-7 8 16,0-8 8-16,2-5-1 16,3-8-8-16,1-2-6 0,12-4-2 15,6-1-1-15,4 2-1 16,4 3-3-16,2 7-34 16,0 5-32-16,-5 6-46 15,-4 4-112-15</inkml:trace>
  <inkml:trace contextRef="#ctx0" brushRef="#br0" timeOffset="27668.68">23070 11262 482 0,'0'0'14'0,"0"0"14"15,46-4 9-15,-22-2-10 16,2-2-5-16,-1-1-10 16,-1 0-6-16,-2 0-4 0,-5-2-3 15,-3 2 1-15,-6-2 3 16,-6 3 3-16,-2-1 6 16,-3 3 1-16,-10 2-2 15,-2 1-1-15,-6 3 0 16,-2 0-1-16,1 6-3 15,0 3-3-15,3 3-2 0,3 1 1 16,8 0 0-16,4 0-1 16,4 2-1-16,9-5 1 15,7 3 0-15,4-3 0 16,6-5 0-16,3 0-1 0,-1-5-4 16,3 0-5-16,0-2 1 15,-3-6 2-15,-1-4 4 16,-4-4 2-16,-4 1 0 15,-6-1 0-15,-5 1 0 16,-4 0 0-16,-4 3 1 16,0 3-1-16,-8 2 0 0,-2 5 1 15,-1 2-1-15,3 2 0 16,0 11 1-16,1 7-2 16,4 5 1-16,2 8 1 15,1 2-1-15,0 6 2 0,0 2-1 16,1 1-1-16,1 2 2 15,-2-3-2-15,0-2-1 16,0-3 2-16,-3-8-1 16,-4-5 0-16,-1-9 0 15,-1-7 1-15,1-8 0 16,-1-1 3-16,0-9 9 0,0-6-6 16,2-7-3-16,1-3-3 15,5-3 1-15,1-3-1 16,0 0-1-16,4-1 1 15,6 3-1-15,4 1 0 16,2 3-1-16,2 3 1 0,-1 4 0 16,3 3 0-16,-1 4-1 15,1 4 2-15,-2 2-2 16,-1 4 0-16,-4 1 1 16,-2 0-2-16,-4 6-1 15,-4 3 2-15,-2 2 0 0,-1 0-1 16,0 0 1-16,-2 1 1 15,-3-3 0-15,0-2 0 16,-1-1 0-16,2-3-1 16,0-2 1-16,1-1 0 15,3-2 1-15,0-8-1 0,1-7 1 16,9-5-1-16,4-4 0 16,4-3 0-16,3-3 0 15,2 3 0-15,-1 4-20 16,-3 3-38-16,-4 6-73 15,-5 3-217-15</inkml:trace>
  <inkml:trace contextRef="#ctx0" brushRef="#br0" timeOffset="29048.65">23640 11356 245 0,'0'0'31'16,"0"0"27"-16,0 0 6 0,3-3-8 15,4-1 6-15,2-2-15 16,3-1-15-16,2-3-12 16,3 0-6-16,1-3-1 15,1 0-3-15,-1-4 0 16,-1 1 1-16,0-2-4 0,-6-1-2 16,-2 1-2-16,-7 2-1 15,-2 1-1-15,0 4 1 16,-5 2 3-16,-5 6-2 15,-3 3-3-15,-1 0 1 16,2 3-1-16,0 7 0 0,1 2 0 16,5 2 0-16,2 1 0 15,4 0 0-15,0 0 0 16,5-2 0-16,6-2 0 16,1-2 0-16,1-1 0 15,1-3-1-15,0-4 0 0,2-1-1 16,-3 0 0-16,1-4 1 15,-2-4 2-15,2-2-1 16,-3-3 1-16,2-1-1 16,-3-2 0-16,1 3 1 15,-1-2-1-15,-1 1 1 0,0 3-1 16,-1 1 0-16,-1 3 0 16,-1 1 0-16,0 5 0 15,1 1-1-15,0 0 2 16,2 6-1-16,-2 4 0 15,1 3 0-15,-2 3 0 0,-4 1 1 16,-1 3-1-16,-1-2 0 16,-2 4 0-16,-7-3 0 15,-2-2 0-15,0-1 0 16,0-4 0-16,3-2 0 16,-1-3-2-16,4-3 2 0,1-4 0 15,3 0 0-15,1-3 1 16,0-5-1-16,7-3 1 15,3-3-2-15,6-2 2 16,3-1-2-16,2 0 1 16,2 1 0-16,2 0 0 15,-2 1 0-15,-4 3 0 0,-1 2-1 16,-4 3 2-16,-5 1-1 16,-2 4-1-16,-4 2 1 15,0 0 0-15,-3 0 0 16,1 7 0-16,-1 2 1 15,0 3 0-15,0 0-1 0,0 1 1 16,0 1-1-16,-2-1 1 16,-2 0-1-16,-1-2 0 15,1-1 0-15,0-3 0 16,0-1 0-16,2-4 0 16,1 0 1-16,0-2-2 0,1 0 2 15,0-6 0-15,0-5 0 16,7-2 0-16,6-4 0 15,1-1 0-15,6 0-1 16,2 0 0-16,1 4 2 0,1 3 9 16,-4 5 5-16,-3 3 0 15,-4 3-5-15,-3 0-6 16,-3 10-4-16,-4 2 0 16,-3 3 1-16,0 0-2 15,-3 3 0-15,-6-1 0 16,-1-1-10-16,0-1-44 0,-1-5-55 15,2-3-115-15</inkml:trace>
  <inkml:trace contextRef="#ctx0" brushRef="#br0" timeOffset="29199.84">24308 11037 507 0,'-1'-21'1'15,"-4"6"1"-15,5 6-2 16,0 5-27-16,0 4-87 0,8 0-63 16</inkml:trace>
  <inkml:trace contextRef="#ctx0" brushRef="#br0" timeOffset="29785.46">24521 11121 548 0,'0'0'18'16,"0"0"-2"-16,0 0 13 16,-14 34 14-16,7-20-7 15,2 1-9-15,0 1-10 0,3 0-7 16,2-1-4-16,0 0-6 16,0-2 1-1,4-2 0-15,2-3-3 0,1-2 1 16,0-5-11-16,0-1 4 15,0-3 6-15,0-9 3 0,-2-2-1 16,2-5-1-16,-2-2 1 16,0 0 0-16,-1-2 1 15,-1 2-2-15,-1 2 1 16,1 2 1-16,-3 2-1 16,4 3 0-16,-1 4 1 15,2 2-1-15,4 4 3 0,1 2-1 16,6 1 0-16,0 8 0 15,-1 4 1-15,0 2-1 16,-4 3-1-16,-2 0-1 16,-4 2 2-16,-2-1-3 15,0-2 2-15,-1-2-2 0,0-4 1 16,-1-2 0-16,1-4-1 16,0-5-1-16,3 0 1 15,2-8 3-15,4-5-1 16,2-6-1-16,5-4 1 0,3-1 0 15,6 0 1-15,-2 4 2 16,2 4 8-16,-3 7 1 16,-5 7-6-16,-4 2-3 15,-7 14 0-15,-5 8-3 16,-3 4 1-16,-3 4-2 16,-10 5-1-16,-9-5-44 0,-3-3-126 15</inkml:trace>
  <inkml:trace contextRef="#ctx0" brushRef="#br0" timeOffset="30486.5">21223 12048 533 0,'-29'23'-5'0,"-2"8"14"0,4 8 16 16,4 5 2-16,2 1-5 15,10-1-9-15,7-5-6 16,4-5-1-16,1-6-6 15,10-5 1-15,7-5-1 0,2-8-1 16,4-7-2-16,4-3-4 16,1-13-9-16,0-9 1 15,2-4 6-15,-4-3 7 16,-5 4 2-16,-4 5 2 16,-7 5-1-16,-5 8 1 0,-3 7 15 15,-3 2-9-15,0 12-4 16,0 5 2-16,0 1 0 15,0 5-2-15,1-5 0 16,8-2 1-16,3-5 0 16,5-3-2-16,4-10 0 0,4 0 2 15,1-8-4-15,0-9 0 16,0-3 0-16,-3-3 0 16,-7-2-1-16,-6-2 0 15,-7-2 1-15,-3 0-1 16,-13 2 1-16,-10 4-4 15,-6 5-3-15,-6 8 2 0,-2 10 3 16,1 2-2-16,4 11-15 16,4 9-29-16,7-1-38 15,10 2-46-15,5-5-100 16</inkml:trace>
  <inkml:trace contextRef="#ctx0" brushRef="#br0" timeOffset="31593.55">21621 12368 550 0,'0'0'-2'0,"18"-31"9"16,-3 11 5-16,1-3 7 16,2-2-14-16,0-1 1 15,-5 4 5-15,-2 1-7 0,-4 6-3 16,-7 8 1-16,0 7 6 15,-10 7-3-15,-1 11-1 16,-3 4 0-16,3 4 3 16,2 1-1-16,7-3-3 15,2-2-1-15,6-7-1 16,9-4-1-16,5-7 2 0,3-4 1 16,4-7-3-16,2-10-8 15,1-7-1-15,-1-5 8 16,-1-5 0-16,-3-4 2 15,-5 1-1-15,-5 2 0 16,-6 7 1-16,-6 6-1 0,-3 12 6 16,0 10 8-16,-9 10-7 15,-2 20-2-15,1 13 5 16,-2 11 13-16,4 10 1 16,1 7-18-16,0 2-4 15,4 2-1-15,-1-1 0 0,1-3 0 16,0-4 0-16,-3-9-1 15,0-12-1-15,-1-9 0 16,-2-14-4-16,1-12 1 16,-1-11 3-16,2-7 0 15,1-14-7-15,5-10 1 0,1-6 1 16,3-5-1-16,11-5 4 16,0-1 1-16,7 3 1 15,1 2 0-15,1 3 0 16,1 3-6-16,1 2-13 15,-2 2-8-15,-2 2-9 0,-3 0 0 16,-2 3 19-16,-3-2 15 16,-2 5 3-16,-4 2 1 15,-1 5 1-15,-2 5 22 16,-4 11 16-16,0 2-12 16,0 14-24-16,0 9 0 0,0 8 8 15,-3 6-1-15,1 7-4 16,-2 2-2-16,0 1-3 15,0 2 0-15,1-4-2 16,-4-1 2-16,3-8-1 16,1-6-1-16,0-7 0 15,0-8-1-15,1-7 1 0,-4-8 0 16,2-4 2-16,-2-10-2 16,2-6 0-16,-4-2 2 15,4-3-2-15,2-2 0 16,2 1 1-16,0 0 1 15,10 1 1-15,5 1 0 0,4 1-2 16,5 2-1-16,2 2 0 16,5 0 0-16,-1 1 0 15,1 1-3-15,-3 1-15 16,-5 2-1-16,-3 0 7 16,-7 1 2-16,-5 2 7 0,-3 3 4 15,-5 3 0-15,0 3 3 16,0 2 8-16,0 0 0 15,0 7-7-15,0 5-1 16,0 4 2-16,2 4-2 16,2 3-2-16,1 2-1 0,-2 0-1 15,0-1 0-15,-3-4 0 16,0-2 0-16,-3-4 0 16,-6-5 0-16,-3-4 0 15,-2-3 0-15,-1-2 0 16,0 0-1-16,-3 0 0 0,5-5-12 15,2-3-20-15,3-2-30 16,4-3-50-16,4-4-125 16</inkml:trace>
  <inkml:trace contextRef="#ctx0" brushRef="#br0" timeOffset="32452.98">22912 12283 458 0,'-13'-14'14'0,"-1"-1"62"0,1 2-32 16,0 8 0-16,-1 2-19 0,0 3-2 16,-1 7-9-16,0 7 0 15,-1 4-2-15,3 2-6 16,4 1 0-16,1 0-1 0,5-1-4 16,3-2 0-16,0-3 0 15,6-4-1-15,4-3 0 16,4-7-1-16,4-1 0 15,-1-7-5-15,3-7-3 0,-1-6 0 16,-2-2 1-16,-2-3 2 16,-4 0 2-16,-1 1 5 15,-4 5 0-15,-2 4 0 16,-2 7 3-16,-1 6 12 16,-1 2-7-16,0 12-6 0,0 3 4 15,0 4 3-15,0 1 1 16,1 1 0-16,3-2-1 15,3-1-5-15,4-2-2 16,1-3-2-16,2-3 0 16,3-3-1-16,0-6 1 15,1 0-1-15,2-6-1 0,1-6 0 16,0-6 0-16,0-1 1 16,0 0 0-16,-1 1-4 15,-4 4 2-15,-2 5 0 16,-3 5 0-16,-3 3 0 15,-2 5-1-15,-1 6 1 0,-1 4 1 16,1 1 0-16,0-1 0 16,2-1-3-16,1-3-3 15,3-1-1-15,0-5-3 16,3-3-4-16,2-2 4 0,-1 0 1 16,2-9 6-16,0-3 2 15,0-2 2-15,0-2-1 16,-4-3 3-16,-1 1-3 15,-3-2 1-15,-5 2 0 16,-4 1 1-16,0 3 0 16,-6 4 6-16,-5 6 2 0,-4 4-1 15,-1 7-1-15,-1 6-2 16,5 4 2-16,2 3 7 16,5-1-7-16,5-2-4 15,2-1 0-15,12-4-3 16,6-2 1-16,4-5 0 0,1-3 1 15,4-2-16-15,-3 0-24 16,2-3-16-16,-4-4-74 16,-3-3-130-16</inkml:trace>
  <inkml:trace contextRef="#ctx0" brushRef="#br0" timeOffset="33388.85">23982 12038 547 0,'0'0'3'0,"-23"-39"0"0,20 24 16 16,3 3-1-16,10 5-10 16,8 2-3-16,3 5 0 15,4 0-3-15,-1 10-1 0,-4 6-1 16,0 5-1-16,-6 4 1 16,-6 3-1-16,-3 1-1 15,-5-1-5-15,0 2-4 16,-5-2 1-16,-4-1 3 15,-1-3 5-15,1-2 2 0,0-1 0 16,1-2 0-16,4 0 0 16,3-2 0-16,1 4 1 15,0 2 0-15,3 2 1 16,2 4-1-16,-1 3 0 16,-4 0-1-16,0-1 1 15,-5-1-1-15,-8-1 0 0,-4-4 1 16,-5-5-1-16,-2-3 5 15,-1-7 15-15,0-4 2 16,4-5 9-16,0-1-11 16,3-4-9-16,2-8-5 15,5-5-5-15,2-2 0 0,6-6 0 16,3-1-1-16,9-3-2 16,12 1 2-16,7-1 2 15,11-1-2-15,5 2 1 16,7 0-2-16,3 0 1 15,0 3-1-15,-4 1 1 0,-6 2 0 16,-8 3-1-16,-12 0 0 16,-8 4 1-16,-11 0 0 15,-5 5 1-15,-11 1 0 16,-7 4 4-16,-5 5 6 16,-1 0 6-16,1 8 9 0,3 6-3 15,3 3-8-15,8 2-10 16,5 0-3-16,4 2-1 15,1-2 0-15,11-3-1 16,4 0 0-16,3-4 1 16,2-3-5-16,2-5-7 0,0-4-9 15,-2 0 6-15,0-9 5 16,-1-6 5-16,0-7 5 16,-1-3 0-16,1-3 0 15,-1 2-1-15,0 1 1 16,-3 7 2-16,-2 6 4 0,-2 9 3 15,-3 3-6-15,-1 10-2 16,-1 8 0-16,-1 3 0 16,0 1-1-16,-1 1-1 15,0-3-1-15,2-2 0 16,-2-4-35-16,3-6-64 0,0-7-147 16</inkml:trace>
  <inkml:trace contextRef="#ctx0" brushRef="#br0" timeOffset="33703">24683 12227 526 0,'0'0'16'0,"0"0"13"0,-36 36 23 16,27-20-8-16,4 1-7 16,5-2-15-16,0 0-11 15,10-2-4-15,4-3-4 16,7-3-1-16,-1-3-2 0,4-4 1 15,1 0 0-15,-1-3-1 16,0-6-1-16,-5-4 1 16,-4-3 1-16,-7-2 0 15,-5 0 0-15,-3 1 1 16,-7 0 2-16,-10 4 6 0,-8 2-5 16,-1 6-3-16,-3 2-2 15,3 3 0-15,2 0-5 16,7 4-40-16,5 1-16 15,5-1-56-15,5-2-181 16</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39:32.607"/>
    </inkml:context>
    <inkml:brush xml:id="br0">
      <inkml:brushProperty name="width" value="0.05292" units="cm"/>
      <inkml:brushProperty name="height" value="0.05292" units="cm"/>
      <inkml:brushProperty name="color" value="#FF0000"/>
    </inkml:brush>
  </inkml:definitions>
  <inkml:trace contextRef="#ctx0" brushRef="#br0">16050 6350 58 0,'0'0'184'0,"0"0"-146"0,0 0 7 15,0 0-9-15,0 0-15 16,0 0-12-16,0 0-8 16,0 0 1-16,0 0 0 15,-2 5 2-15,2 3 7 16,0 2-1-16,0 3 0 0,0 2-2 15,0 2 1-15,0 3-1 16,0 3 1-16,0 1-1 16,0 4 3-16,0 1 18 15,2 2-12-15,-1 2-10 16,1 3-3-16,0 2 5 0,0 3 2 16,1 1-7-16,-1 2 5 15,-1 2 3-15,1 1-4 16,3 2-1-16,-2 1-2 15,1 0-1-15,2 1-1 16,-1 0-1-16,0 0-1 16,1 1 0-16,0-1 0 0,-2 0 0 15,0 0 1-15,0 0-1 16,-2 1 0-16,-1 0 3 16,-1-2 0-16,0 0 2 15,0 1-1-15,0 0-1 0,-1 0 0 16,-1-2 4-16,2 1-2 15,0 1-2-15,0 0 3 16,0 0-2-16,2 1 0 16,4-1-3-16,1 0 0 15,-2 0-1-15,2-1 0 0,0-1-1 16,0-2 0-16,0 2 2 16,-1-1-2-16,-2 1 1 15,0-3 0-15,-3 1 1 16,0 1 6-16,-1-2-4 15,0 0 1-15,0-1 1 16,-2-1 0-16,-2 0-4 0,1-3 1 16,0 1-2-16,0 0 1 15,1-3-2-15,-3 0 1 16,1-3-1-16,0 1 1 16,1-2-1-16,0 1 0 15,0-1 0-15,2-1 1 0,-1-3-1 16,2-1 1-16,-1-2-1 15,0-2 0-15,1-4 0 16,0 0 2-16,-2-3-2 16,1-1 0-16,-1-3 0 0,0-1 0 15,-1-2 1-15,2-1-1 16,0-3-1-16,0-1 2 16,-1-3-1-16,2 0 0 15,-2-2 1-15,2-1-1 16,0-1 1-16,0 0 0 0,0 0 0 15,0 0 1-15,0 0-1 16,0 0 0-16,0 0-1 16,0 0 0-16,0 0 0 15,0 0-1-15,6 0 0 16,4 0 2-16,5 0-1 16,5 0 1-16,7 0-1 0,6 0 0 15,8 0 0-15,7-2 0 16,6-1 2-16,9-2-1 15,8 0-1-15,4 0 0 16,7-3 1-16,7 0 0 16,3 1 0-16,6-2-1 0,2 1 2 15,3-1-2-15,2 1 2 16,2-1-2-16,2 1 0 16,-2-2 0-16,3 3 1 15,0-3-1-15,-2 1 2 16,0-1-3-16,-2 1 1 0,-4 0 1 15,-3-1-1-15,-1 0 1 16,-5 3-2-16,-6-1 1 16,-4 1 1-16,-6 2-1 15,-6 0 0-15,-7 0 1 16,-5 1-1-16,-6 0 0 16,-5 2 0-16,-3 0-1 0,-4 0 2 15,-3 0-2-15,-5 0 2 16,-4 1-1-16,-2-1 0 15,-3 2 0-15,-3-2 0 16,2 2 0-16,-3 0 2 0,0-2 10 16,4 0-2-16,-2 0-4 15,3-2-1-15,3-1 1 16,2-1-2-16,2 1-2 16,2-2 0-16,2-1-3 15,-1 0 2-15,2 3 0 16,-1-1 0-16,-1 2-1 0,-3-1 0 15,-2 3 0-15,-4-1 0 16,-2 3 0-16,-7 0 0 16,-1 0 0-16,-7 0 0 15,-2 0 0-15,-2 0-1 16,-5 0 1-16,0 0-9 0,-5-2-42 16,-5-6-61-16,-3-7-195 15</inkml:trace>
  <inkml:trace contextRef="#ctx0" brushRef="#br0" timeOffset="3082.66">15088 7002 257 0,'-2'-1'44'0,"-1"-1"-26"0,1-1 9 15,2 3-14-15,0 0-16 16,0 1 0-16,4 5 5 16,5 3 6-16,5 1 4 0,2 3 0 15,5 2 7-15,3 3-5 16,3 1-5-16,-2 4-7 15,1-2 1-15,-3 2-3 16,-4-1 1-16,-1-3 0 16,-2-2 0-16,-4-1-2 0,1-4-11 15,-6-5-49-15,0-4-88 16</inkml:trace>
  <inkml:trace contextRef="#ctx0" brushRef="#br0" timeOffset="3346.05">15547 7029 347 0,'0'0'4'0,"0"0"-1"16,0 0-2-16,0 0-1 15,0 0 6-15,0 0 5 16,-42 43 2-16,23-28-2 15,0 2-7-15,-3 0-2 16,1 0-1-16,0 1 0 0,1-3 1 16,3-1-1-16,3-2 0 15,3 0-5-15,2-4-33 16,3 0-86-16,1-4-67 16</inkml:trace>
  <inkml:trace contextRef="#ctx0" brushRef="#br0" timeOffset="3597.39">15309 7283 281 0,'0'0'11'16,"0"0"27"-16,0 0-33 15,0 0 11-15,0 0 14 16,-6 36 4-16,6-17-7 15,0 5-4-15,3 6-6 0,2 3-9 16,0 5-2-16,0-1-4 16,0 0 0-16,0-2 2 15,-1-5-1-15,0-7-7 16,-2-11-68-16,-2-12-146 16</inkml:trace>
  <inkml:trace contextRef="#ctx0" brushRef="#br0" timeOffset="4596.12">15965 6375 113 0,'0'0'10'16,"0"0"18"-16,0 0-7 16,0 0-2-16,0 0 8 0,0 0 2 15,0 0-7-15,0 0 0 16,-34 2-1-16,25 7-1 16,0 4-3-16,-1 3-1 15,0 3-6-15,-1 4-2 16,1 0-4-16,2 1 1 0,-1 1-3 15,2-3 0-15,3-3-1 16,-2-4 1-16,3-4-1 16,0-4-1-16,2-1 1 15,-1-6 0-15,1 0 1 0,1 0 5 16,0-9-7-16,0-3 0 16,3-3 0-16,5-3 0 15,1-3-2-15,1-2 3 16,1-1 0-16,1 2 0 15,0 1-1-15,2 1 0 16,-1 4-1-16,0 3 1 0,0 2-1 16,-4 3 1-16,1 4 2 15,-2 1 2-15,0 1 1 16,0 2-1-16,-1 0 0 16,2 2 2-16,1 2 8 15,2 5 6-15,2 2-2 0,0 2-5 16,6 2 4-16,1 3-1 15,5 4-3-15,0 0-7 16,3 2-3-16,0-1 1 16,-2 0-1-16,-1-1-1 15,-4-6-5-15,-5-6-101 0,-4-9-176 16</inkml:trace>
  <inkml:trace contextRef="#ctx0" brushRef="#br0" timeOffset="5469">15965 9962 396 0,'0'0'14'0,"0"0"-12"15,0 0 11-15,0 0 3 0,0 0-8 16,0 0 3-16,0 0 5 16,0 0 11-16,-34-5-7 15,27 12-5-15,-1 4-8 16,-4-1-2-16,2 5-2 15,-2 1-1-15,2 1 1 16,2 4 0-16,-1 0-1 0,3 3 1 16,4-1 1-16,2 2 2 15,1-2-1-15,9-2-3 16,6-4 0-16,3-2 2 16,5-6 3-16,3-5-4 0,3-4 0 15,1-1 0-15,-2-8-2 16,-5-4 1-16,-5-5-2 15,-7 0 1-15,-6-2 0 16,-6-3 0-16,-3 1-1 16,-14 0 2-16,-5 3-1 15,-4 2 0-15,-3 4-1 16,0 5 0-16,1 5-13 0,6 1-70 16,3-2-88-16</inkml:trace>
  <inkml:trace contextRef="#ctx0" brushRef="#br0" timeOffset="6624.17">19740 9444 66 0,'0'0'7'0,"0"0"15"16,0 0-15-16,0 0-1 15,0 0-4-15,0 0-1 16,0 0 3-16,0 0 10 16,0 0 7-16,0 0 3 15,17-25 0-15,-17 23-6 0,0 2 5 16,0 0 2-16,3 0-18 15,0 0-7-15,4 0 10 16,5 0 0-16,4 0 4 16,4 2 1-16,7 0-3 15,9 0 0-15,8-1 0 0,9-1 3 16,10 1-3-16,10-1-1 16,9-3-3-16,3-2-1 15,3-2-2-15,1-1-1 16,-4 1-3-16,-3 1 1 15,-7-1 0-15,-5 2-1 0,-7 0 0 16,-8 2-1-16,-10 1 1 16,-8 1-1-16,-10 1 0 15,-8 0 1-15,-6 0-1 16,-5 0 0-16,-8 0-3 16,0 1-53-16,-2-1-35 15,-4 0-57-15</inkml:trace>
  <inkml:trace contextRef="#ctx0" brushRef="#br0" timeOffset="7165.7">20867 9211 64 0,'0'0'158'0,"0"0"-156"16,0 0 23-16,0 0 0 16,0 0-25-16,0 0 8 15,0 0 36-15,0 0-1 16,32 29-13-16,-12-14-9 0,2 4-3 16,2 1-9-16,0 1-5 15,0 0-3-15,-2-1 1 16,-2-2 0-16,-4-2-2 15,1-4-26-15,-3-2-77 16,-3-7-101-16</inkml:trace>
  <inkml:trace contextRef="#ctx0" brushRef="#br0" timeOffset="7431.73">21132 9412 333 0,'0'0'14'15,"-33"10"20"-15,11 1 0 16,-8 6-2-16,-4 8 1 15,-4 9-20-15,-4 6-8 16,-2 3-2-16,0-2 2 0,4-7-157 16</inkml:trace>
  <inkml:trace contextRef="#ctx0" brushRef="#br0" timeOffset="8221.43">19562 9470 27 0,'0'0'4'0,"0"0"-2"15,0 0-1-15,41 0 5 16,-22-2 6-16,8-1 14 16,14-1 8-16,15-2 2 15,17 1-14-15,18-3-10 16,15 4-6-16,15-1-6 0,6-2 0 16,6-2-9-16</inkml:trace>
  <inkml:trace contextRef="#ctx0" brushRef="#br0" timeOffset="16488.21">16972 8071 133 0,'1'-7'14'0,"3"1"6"0,1-1-8 16,2 1-5-16,0 0-4 15,0 0-3-15,0 1 1 16,0 0-2-16,-1 3-8 16,-2-1-1-16,-2 3-10 0,-1-1-26 15,-1 1-17-15</inkml:trace>
  <inkml:trace contextRef="#ctx0" brushRef="#br0" timeOffset="16896.33">17019 8017 6 0,'0'0'57'0,"0"0"-3"16,0 0-10-16,-27 0-10 16,21 0 9-16,2 0-6 0,1 0-14 15,-3 1-24-15,3-1 23 16,-2 2 3-16,1-2-13 16,-2 0 0-16,2 1 0 15,-2-1 4-15,1 2 4 16,-2 0-3-16,1 1-5 0,-1 2-2 15,0 3 0-15,0 2-4 16,1 3 3-16,1 2-3 16,1 2 3-16,2 2-4 15,2 0 1-15,0 0-2 16,0-2-2-16,7 0-2 16,0-4 1-16,3-5-2 0,4-4 2 15,-1-3 4-15,-1-2 10 16,4-10 4-16,-2-2-10 15,0-2-6-15,-2-3 0 16,-3-2-1-16,-4 1 1 0,-4 0 0 16,-1-1 0-16,-6 3 0 15,-6 3-3-15,-4 3-1 16,-1 6 0-16,-5 3 1 16,2 2-1-16,1 3-6 15,6 5-33-15,3 1-21 0,2-1-46 16,8-3-143-16</inkml:trace>
  <inkml:trace contextRef="#ctx0" brushRef="#br0" timeOffset="17273.5">17334 8035 389 0,'0'0'12'0,"0"0"13"15,28-38-2-15,-14 29-1 16,4 1-11-16,1 2-3 16,-1 4 1-16,2 2 1 15,0 0-5-15,-1 6-3 0,-3 4 0 16,-2 2-2-16,-5 2 0 15,-5 0 0-15,-4 2 1 16,-3-1 0-16,-10 0 4 16,-8-2 4-16,-3-1 0 15,-2-4-4-15,-3-1-1 16,3-5-2-16,3-2-1 0,4-2 2 16,7-10 0-16,7-3-1 15,5-4-4-15,10-3-18 16,11-1-44-16,5-3-49 15,3-3-125-15</inkml:trace>
  <inkml:trace contextRef="#ctx0" brushRef="#br0" timeOffset="17628.2">17747 7726 471 0,'0'0'5'0,"0"0"0"16,40-17 0-16,-26 17-4 16,0 4-1-16,-4 6 0 15,-3 1-1-15,-4 3 3 16,-3 1 2-16,0 0-1 15,-12 0 0-15,-2 0 2 0,-4-2 0 16,-3-5-2-16,1-1-1 16,0-5 0-16,3-2 0 15,5-2 0-15,6-9 0 16,6-3-1-16,6-2-8 0,11-4-35 16,6-3-40-16,4-3-137 15</inkml:trace>
  <inkml:trace contextRef="#ctx0" brushRef="#br0" timeOffset="17965.87">18269 7604 515 0,'0'0'0'16,"12"-34"18"-16,-2 21 3 15,2 5-14-15,-1 2-7 16,1 5 1-16,-3 1-1 0,-1 2-1 16,-4 8-2-16,-1 2-1 15,-3 5 1-15,0 3-1 16,-6-1 3-16,-7 1 2 15,-5-2-1-15,0-3 0 16,-2-4 1-16,-1-4-1 0,3-4-5 16,4-3 3-16,3-4 0 15,7-8-2-15,4-3-15 16,3-3-14-16,12-4-35 16,4-4-90-16</inkml:trace>
  <inkml:trace contextRef="#ctx0" brushRef="#br0" timeOffset="18359.34">18739 7399 541 0,'0'0'14'0,"0"0"11"0,33-34-15 16,-23 34-9-16,-3 0-2 15,-4 4 0-15,-3 7-5 0,0 1-1 16,-7 3 10-16,-7-2-1 15,-3 2 1-15,-3-2-2 16,-3-1-1-16,-1-4 1 16,0-3 1-16,1-4-1 15,4-1 0-15,3-3-1 0,4-7 2 16,10-4-2-16,2-2-18 16,11-1-31-16,5-2-20 15,6-4-92-15</inkml:trace>
  <inkml:trace contextRef="#ctx0" brushRef="#br0" timeOffset="18778.66">18127 7384 465 0,'0'0'1'0,"30"-43"1"16,-10 25 0-16,2 6-1 0,-1 7 1 15,0 4-1-15,-1 1 0 16,-2 10 0-16,-6 4 0 16,-2 3 0-16,-5 1-2 15,-5 0-1-15,0-1 1 16,-7-2 2-16,-7-2 0 16,-2-5 3-16,-2-1-2 0,-2-5-1 15,3-2 0-15,4 0 1 16,5-9-1-16,7-3-4 15,1-5-31-15,12-3-57 16,8-4-124-16</inkml:trace>
  <inkml:trace contextRef="#ctx0" brushRef="#br0" timeOffset="19141.25">18751 7099 436 0,'0'0'8'16,"4"-39"24"-16,6 19-4 15,2 4-10-15,0 4-10 16,2 2-5-16,-3 5-2 15,-1 5-1-15,-2 0 0 16,-3 4-3-16,-3 7-2 0,-2 4 2 16,0 0 1-16,-7 3 3 15,-5 0-1-15,-1-3 1 16,-5-2-1-16,1-3 1 16,0-3-3-16,-1-1-5 15,4-5-7-15,4-1 2 0,3 0 0 16,6-7-9-16,1-4-58 15,8-5-116-15</inkml:trace>
  <inkml:trace contextRef="#ctx0" brushRef="#br0" timeOffset="19535.09">19194 6920 467 0,'0'0'3'0,"29"0"-2"0,-17 3-1 16,-4 11-1-16,-4 2-1 15,-4 2-2-15,-1-1 6 16,-10 2 1-16,-4-4-1 16,-3 0 3-16,-2-3-1 0,-2-4-3 15,0-5 1-15,4-3-2 16,4 0 1-16,2-6 1 16,7-6-1-16,5-4 1 15,3-1-3-15,12-1 1 16,5-2-25-16,6 2-58 15,2-4-130-15</inkml:trace>
  <inkml:trace contextRef="#ctx0" brushRef="#br0" timeOffset="19936.97">19209 7306 558 0,'0'0'-2'0,"7"-36"10"0,7 22-3 16,3 8-3-16,1 6-2 15,-1 2 0-15,-3 9-3 16,-3 6 0-16,-3 6 0 16,-4 2 2-16,-4 3-2 15,0 0-1-15,-12-2 4 16,-3-3-3-16,-7-6 4 0,-2-6 0 16,1-6 0-16,1-5 1 15,4 0-2-15,5-11 2 16,6-4 1-16,7-5-1 15,3-3-3-15,13-1-37 16,7-5-35-16,5 0-60 0,4-3-181 16</inkml:trace>
  <inkml:trace contextRef="#ctx0" brushRef="#br0" timeOffset="20265.03">19502 7093 357 0,'0'0'115'0,"24"-33"-109"15,-10 18 6-15,-3 9-7 16,-1 4-5-16,-3 2 0 15,-4 3-3-15,-3 7 0 0,-1 2 4 16,-8 4 4-16,-2 1-4 16,-5-2 0-16,0 0-1 15,1-4 1-15,1-3 0 16,3-3-2-16,4-3 0 16,4-2-11-16,3 0 1 15,6-5-33-15,8-7-76 0,4-4-124 16</inkml:trace>
  <inkml:trace contextRef="#ctx0" brushRef="#br0" timeOffset="20651.4">19944 6853 357 0,'0'0'105'0,"0"0"-103"15,0 0-3-15,32 1-2 16,-29 13 1-16,-3 3-2 15,0 1 6-15,-7 1-1 16,-3 0 2-16,-6-4-1 16,0 0-2-16,-2-5 1 0,-2-5 2 15,0-4-2-15,2-1 3 16,2-3-2-16,5-8 0 16,4-3 5-16,7-2-1 15,2-1-3-15,11 2-3 16,6-1-6-16,3-1-66 0,4 1-130 15</inkml:trace>
  <inkml:trace contextRef="#ctx0" brushRef="#br0" timeOffset="21001.46">20135 7082 483 0,'0'0'2'0,"0"0"8"0,37-25 1 16,-25 25-11-16,-3 1 0 15,-3 9-3-15,-6 1-1 16,0 3 3-16,-9 1 3 16,-5 0 1-16,-3-2-2 15,-3-3-1-15,0-2 0 0,1-3 2 16,3-5-1-16,5 0-1 16,5-1 0-16,6-9-6 15,3-2-18-15,11-8-62 16,7-3-117-16</inkml:trace>
  <inkml:trace contextRef="#ctx0" brushRef="#br0" timeOffset="21370.16">20481 6711 484 0,'0'0'3'0,"23"-34"3"16,-13 27-3-16,-1 6-3 15,-2 1 0-15,-5 4-4 0,-2 8 2 16,0 2 1-16,-3 2 1 16,-7 2 1-16,-3 0 0 15,-2-1-1-15,1-4 0 16,-4-3 0-16,2-5 0 16,2-2-2-16,4-3-51 0,4-10-113 15</inkml:trace>
  <inkml:trace contextRef="#ctx0" brushRef="#br0" timeOffset="22032.23">16779 7506 185 0,'0'0'14'15,"27"-30"-15"-15,-13 17 1 16,0 2-11-16,0 2-23 0,-4 1 14 16,-3 1 20-16,-3 3 2 15,-2 0 4-15,-2 1 4 16,0 3-2-16,-3 0-12 15,-3 0 2-15,-1 0-34 16</inkml:trace>
  <inkml:trace contextRef="#ctx0" brushRef="#br0" timeOffset="22889.28">16496 7405 255 0,'0'0'6'0,"0"0"-1"0,0 0-6 16,0 0 7-16,0 0 27 16,0 0 11-16,28 12-3 0,-4-11-1 15,2-1-15-15,8 0-3 16,3 0 0-16,6-2 9 16,5-2-8-16,5-1-1 15,4 3-5-15,5-3 0 16,2 1-4-16,6 0-2 15,-2 0-3-15,5-1 1 0,4 1-4 16,2-1-1-16,5 0 0 16,3-2 0-16,4 1-1 15,3 1 0-15,3-1-1 16,2 1 1-16,3-2 1 16,2 2-2-16,3-3 2 0,4-1-1 15,3 1 1-15,4-3-1 16,3-1 1-16,7 0 0 15,0-1-1-15,3 1-1 16,-1-2-3-16,1 1 2 16,4 1-1-16,2-1 1 0,-2 3-1 15,0 0 1-15,-1 0-1 16,1 3 2-16,-8 2-3 16,-4 0 1-16,-4 2 1 15,-7 0-1-15,-5 1 0 16,-6-3 0-16,-6 3-1 0,-7-1 2 15,-6-2 0-15,-6 0 2 16,-7 0 5-16,-2 0-4 16,-9-3-1-16,-3 3-1 15,-8-2-1-15,-5 0-2 16,-8 1 3-16,-6 1-3 0,-8 1 1 16,-4 0 0-16,-8 2 1 15,-2 1-2-15,-4 0-15 16,-2-3-47-16,0-6-106 15,-5-5-316-15</inkml:trace>
  <inkml:trace contextRef="#ctx0" brushRef="#br0" timeOffset="26403.88">21944 6871 127 0,'0'-5'71'16,"0"-1"-34"-16,0 3 18 15,0 1-9-15,0 2-19 16,1 0-23-16,1 5-6 15,1 7 4-15,1 4 11 0,1 8 33 16,0 7-10-16,3 6-6 16,0 7-2-16,0 5-8 15,-1 4-5-15,0 0-6 16,0 0-7-16,0-2-1 0,-4-4 0 16,0-6 0-16,-2-7-1 15,-1-7 0-15,0-7 1 16,-2-9-5-16,-3-3-45 15,-3-7-22-15,-1-1-52 16,-2-9-93-16</inkml:trace>
  <inkml:trace contextRef="#ctx0" brushRef="#br0" timeOffset="27032.47">21980 6963 227 0,'0'0'28'0,"0"0"48"0,0 0-39 0,-9-28-2 16,7 21-7-16,1-1-8 0,1 0-4 16,0 1-3-16,3-1-6 15,4 1-3-15,3 0 0 16,4 2-1-16,3 1 3 16,2 2 1-16,2 2-3 15,0 0-1-15,-2 1-3 0,0 7 0 16,-5 2 0-16,-3 2 0 15,-4 0-2-15,-4 3 1 16,-3 0 0-16,0 0 1 16,-8-2-1-16,-4 1-2 15,-1-2-8-15,1-2 1 0,-2-2-2 16,3-3 4-16,3 0 2 16,4-4 5-16,4-1 1 15,2 0 0-15,10 0-2 16,3 0 4-16,5 0-2 15,2 0 1-15,0 0-2 0,-1 0 1 16,-4 4 1-16,-3 4-2 16,-4 2 1-16,-4 0 0 15,-5 2-4-15,-1-2 3 16,-3 1 1-16,-7 2 1 16,-4-3 3-16,-4 0-3 0,0 0 0 15,-5-3-1-15,2 1 0 16,1-3 0-16,0 0-1 15,4-2-33-15,3-3-79 16,6 0-117-16</inkml:trace>
  <inkml:trace contextRef="#ctx0" brushRef="#br0" timeOffset="27983.08">22314 7188 75 0,'4'-2'53'0,"1"-2"-9"16,-1 1-5-16,1 0 3 16,-1 0 7-16,-2 1-7 15,0 0-11-15,-1 1-3 0,-1 0-5 16,0 0 1-16,0 1-5 16,0 0-2-16,0 0-8 15,0 0-6-15,-3 0-2 16,-4 4 4-16,-1 3-2 15,1 1-1-15,-3 1 0 16,3 1 3-16,2 2 0 0,0 1 2 16,5 1-3-16,0 2 1 15,0-1-3-15,6-1-1 16,5-1 1-16,1-3-3 16,1-3 4-16,3-4 0 15,-2-3 1-15,3 0 0 0,-5-5-3 16,0-3 2-16,-2-3-1 15,-3-1-2-15,-3-3 3 16,-4 0 0-16,0-1 3 16,-4 1-4-16,-7 0-1 15,-3 4-2-15,-2 3 1 0,0 3-9 16,2 2-68-16,3-1-85 16</inkml:trace>
  <inkml:trace contextRef="#ctx0" brushRef="#br0" timeOffset="29574.35">16030 7505 38 0,'0'0'19'16,"0"0"6"-16,0 0 2 15,0 0-6-15,0 0 4 0,0 0 4 16,0 0 6-16,0 0-11 16,0 0-1-16,0 0 17 15,0 0-22-15,0 0 2 16,-19-9-9-16,19 7-10 0,0 2 4 16,0 0-3-16,0 0 1 15,0 0-5-15,0 0 2 16,0 0 0-16,0 2 3 15,0 0-3-15,0 1 1 16,0 0-1-16,2-1 1 16,6 0-2-16,2-2 4 0,5 0 7 15,3 0-6 1,5 0 11-16,5 0-8 0,3 0-4 16,4 0-1-16,3-2-1 15,2 1 2-15,1 0 1 16,0 1 2-16,0 0-3 0,-3 0-1 15,-1 0-2-15,-3 0 0 16,-4 0-1-16,-3 0-25 16,-5 0-60-16,-3 0-57 15</inkml:trace>
  <inkml:trace contextRef="#ctx0" brushRef="#br0" timeOffset="30136.12">15988 7532 153 0,'0'0'6'0,"46"-14"27"0,-11 4-6 16,8 0 23-16,6 0 0 15,4 0-12-15,2 0-9 16,1 2-6-16,-1 1-11 16,-3 2-4-16,-6 0-7 15,-3 2-1-15,-4 1 0 0,-6 1 0 16,-6-1-4-16,-6 2-12 16,-7 0-15-16,-4 0-17 15,-7 0-44-15,-3 0-1 16</inkml:trace>
  <inkml:trace contextRef="#ctx0" brushRef="#br0" timeOffset="30462.04">15969 7534 253 0,'35'0'50'0,"9"-9"-46"0,10 0 22 16,6 1-3-1,8-2-8-15,4 0-6 0,2-1-2 16,2 2-2-16,-2-1-3 16,-4 2 0-16,-6 2-6 15,-8-1-66-15,-7-1-111 16</inkml:trace>
  <inkml:trace contextRef="#ctx0" brushRef="#br0" timeOffset="30749.52">16107 7557 432 0,'35'-9'4'0,"11"-2"-5"15,16 2 1-15,13-3-12 16,12-4-152-16</inkml:trace>
  <inkml:trace contextRef="#ctx0" brushRef="#br0" timeOffset="35561.14">22001 6619 130 0,'0'0'50'0,"0"0"-17"16,0 0 7-16,0 0-13 15,0 0-6-15,0 0-10 16,0 0-5-16,0 0 0 15,0 0 8-15,-30-5 1 0,24 14 2 16,1 1-1-16,-1 2-3 16,-1 0-4-16,0 1-3 15,1 1-4-15,-1-3 0 16,3-1-1-16,0-1 0 0,1-3 0 16,0-3 1-16,2-1-1 15,1-2 2-15,-3 0 0 16,3-3-2-16,0-5 2 15,0-3-2-15,1-2-2 16,5-2 2-16,1 0-1 16,-1 0 0-16,-1 1 1 0,0 2-1 15,0 4 0-15,-3 2 1 16,-1 3 4-16,0 2 15 16,1 1-9-16,2 0-9 15,-2 0-1-15,3 4 3 16,4 3 2-16,1 0 6 0,5 2 2 15,3 1-7-15,3-1-4 16,5 3-3-16,0-1 1 16,0-2-2-16,-3-6-56 15,-4-3-209-15</inkml:trace>
  <inkml:trace contextRef="#ctx0" brushRef="#br0" timeOffset="43092.42">11658 11001 175 0,'0'0'40'0,"0"0"12"16,0 0-18-16,0 0 4 15,0 0 7-15,0 0-6 16,0 0-13-16,0 0-13 16,0 0-6-16,0 0 0 0,-20-3 2 15,17 8-2-15,-2 5-2 16,1-1-2-16,-1 3 0 15,0 1 0-15,0 0-2 16,0 1 1-16,-1-1-2 16,2-1 0-16,-1-1 1 0,2-5-1 15,1 1 0-15,0-4-1 16,2-1 2-16,0-2-1 16,0 0 2-16,0 0 2 15,0-7-1-15,0-4-3 16,4-4-1-16,2-2 2 0,-1-1 0 15,0-3-2-15,0 4 2 16,-1-1-1-16,-1 5 0 16,-2 1 0-16,0 4 0 15,-1 1 3-15,0 1 12 16,0 3 10-16,0 1-2 0,0 0-5 16,0 2-7-16,0 0-3 15,0 0-4-15,0 0-2 16,0 0 1-16,0-1-2 15,0 1-1-15,0 0 1 16,0-2-1-16,0 2 2 16,0 0-1-16,0 0 0 0,0 0 0 15,0 0-1-15,0 0 0 16,0 0 0-16,0 0-1 16,0 0 0-16,0 0 0 15,0 0-1-15,0 0 2 16,0 0 0-16,1 0 0 0,-1 0 0 15,1 0 1-15,-1 0-2 16,0 0 1-16,1 2 0 16,-1-2 0-16,0 1 1 15,2-1-2-15,-2 2 1 16,0-2 0-16,0 0 0 0,0 0 0 16,0 0 1-16,0 0-1 15,0 0 1-15,0 0-1 16,0 0 1-16,0 0 1 15,0 0-2-15,0 0 1 16,0 0-1-16,0 0 0 0,0 0 0 16,0-2 0-16,0 1 0 15,0-1 0-15,0 2 0 16,0 0 0-16,0 0 0 16,0-1 0-16,0 1 0 15,1 0 0-15,3 0-1 0,3 0 1 16,1 4 0-16,5 3 1 15,1 3 0-15,5 2 4 16,2 2-1-16,1 1-1 16,1 0 1-16,1 0-1 15,-4 0-3-15,-2-3 1 0,-3-3-1 16,-6-3 1-16,-1-1-1 16,-5-3 2-16,-1-1-1 15,-2 0 1-15,0-1 2 16,0 0 21-16,0 0-8 15,0 0-7-15,0 0-6 16,0 0-3-16,0 0-1 0,0 0 0 16,0 3-2-16,0-2-36 15,0-1-98-15,-2-6-283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40:25.544"/>
    </inkml:context>
    <inkml:brush xml:id="br0">
      <inkml:brushProperty name="width" value="0.05292" units="cm"/>
      <inkml:brushProperty name="height" value="0.05292" units="cm"/>
      <inkml:brushProperty name="color" value="#FF0000"/>
    </inkml:brush>
  </inkml:definitions>
  <inkml:trace contextRef="#ctx0" brushRef="#br0">11603 2695 195 0,'0'0'17'0,"0"0"19"16,0 0 7-16,0 0-12 16,0 0 1-16,0 0-4 15,0 0-6-15,0 0-1 16,0 0-3-16,0 0-11 0,10-21-1 15,-10 21-4-15,0 3 0 16,0 8 0-16,-5 2-1 16,1 5 3-16,-2 3-2 15,-1 3 0-15,2-1-2 16,0-4 2-16,0 0-2 0,2-4 0 16,-1-2 0-16,1-6 1 15,2-2-1-15,0-2 0 16,1-1 1-16,0-2 0 15,0-2 1-15,0-7 1 16,2-3-2-16,5-6 0 0,-2-2-1 16,1-2 0-16,-1-1 1 15,0 0-1-15,-1 5 0 16,-1 1 0-16,0 6 1 16,-3 4-1-16,2 1 0 15,-2 4 5-15,0 0 5 0,0 2-1 16,0 0-8-16,0 0-1 15,1 5 0-15,3 0 1 16,-1 2-1-16,1 1 0 16,4 0 1-16,1 1 0 15,-1 2-1-15,4 2 0 16,1 1 1-16,-2 2-1 0,2 2 1 16,0 2-1-16,-3 0 0 15,0 0 0-15,-3-2 2 16,1-3-1-16,-5-3-2 15,1-2 1-15,-3-3-1 16,-1-3-20-16,0-3-73 0,-7-1-160 16</inkml:trace>
  <inkml:trace contextRef="#ctx0" brushRef="#br0" timeOffset="7146.3">12962 6804 113 0,'0'0'82'16,"0"0"-76"-16,5-42 29 15,-5 30 11-15,0 0-6 16,0-1 1-16,0 3-2 15,0 2-6-15,0 1 0 0,0 1-1 16,0 3 0-16,-2 2-9 16,-2 1-8-16,0 0-9 15,-3 7-4-15,1 4-1 16,-3 4-1-16,-1 5 1 16,-1 0-1-16,0 2 0 15,0 0 0-15,-3 0 0 0,2-4 1 16,1-1-1-16,1-2 0 15,1-4 0-15,4-1 0 16,0-5 0-16,3-2 0 16,2-2 0-16,0-1-1 0,1-2 1 15,7-8 1-15,0-3-1 16,4-3 0-16,0-3 1 16,-1-1 0-16,0 0-1 15,-1 2 1-15,-2 2-1 16,-3 2 3-16,0 1 13 15,-3 5 5-15,0 0-4 0,0 3 2 16,-1 1-8-16,1 1-3 16,1 1-3-16,-1-1-2 15,3 2-2-15,-2 0 1 16,1 1 1-16,2 0 0 0,1 0 1 16,0 7 2-16,3 1 4 15,1 4 0-15,3 2-2 16,-1 2-2-16,0 1-3 15,3 2-2-15,-3-1-1 16,-2-1 0-16,-1-1 0 16,-1 0 0-16,-4-1 0 0,1-3-13 15,-5-2-61-15,-1-7-103 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40:42.573"/>
    </inkml:context>
    <inkml:brush xml:id="br0">
      <inkml:brushProperty name="width" value="0.05292" units="cm"/>
      <inkml:brushProperty name="height" value="0.05292" units="cm"/>
      <inkml:brushProperty name="color" value="#FF0000"/>
    </inkml:brush>
  </inkml:definitions>
  <inkml:trace contextRef="#ctx0" brushRef="#br0">18728 1537 185 0,'0'-6'26'0,"-5"2"15"16,-5 1-10-16,-1 3-10 15,-6 0-1-15,-1 3 3 16,-5 6 0-16,-1 4 8 16,-5 3 2-16,-1 8-10 0,0 3-2 15,1 3-1-15,2 4-2 16,3 2-9-16,3 0-3 16,6-2 0-16,5-1-1 15,6-3-1-15,4-3 0 16,7-6 4-16,10-3 1 0,5-4-5 15,6-6 4-15,4-5-1 16,2-3-4-16,2-5 0 16,-1-6-4-16,-2-2-41 15,-4-3-59-15,-6-2-79 16</inkml:trace>
  <inkml:trace contextRef="#ctx0" brushRef="#br0" timeOffset="1037.64">18775 1758 341 0,'0'0'33'0,"0"0"3"16,0 0-3-16,0 0-4 15,-31 25-1-15,26-12-8 0,1-1-10 16,3 1-5-16,1 2-3 15,0 0 2-15,0-2-1 16,6 0 0-16,4-5-2 16,4-2 3-16,0-3 2 15,4-3 0-15,-2-2-1 16,2-6-1-16,-2-3-2 0,-3-1-2 16,-3-2 2-16,-4 3-1 15,-5-2 0-15,-1 3 0 16,-4 0-3-16,-8 5-1 15,-5 0-1-15,-3 0 2 16,-4 3 2-16,2-1-1 0,-3 3 2 16,3-3-1-16,5 2 1 15,3-1-1-15,7-1 0 16,4-1 1-16,3-1 0 16,4 1-1-16,9-3 2 15,7 1-2-15,4-2 2 0,4 3-1 16,0-1 0-16,-2 2-1 15,0 4 0-15,-5 0 0 16,-2 0 0-16,-5 2-1 16,-1 2 0-16,-2 2 1 15,-2 2 0-15,0-1-1 0,-2 2 1 16,0-1-1-16,-1 1 1 16,-2-1 0-16,1-1-1 15,-3 3 2-15,0-5-3 16,0 2 3-16,-2-2-1 15,0-2-1-15,0-1 2 0,0-2 1 16,0 0 2-16,0 0 3 16,0-6 2-16,-2-3 0 15,1-1-2-15,1-3-5 16,0 0 0-16,0 0 0 16,3 0 1-16,2 3 0 0,0 1-2 15,1 2 2-15,1 3 0 16,1 2-1-16,1 2-2 15,1 0 0-15,0 0 0 16,-1 4-1-16,1 3 1 16,0 1 0-16,-1-1-1 0,0 1 2 15,-2 1-2-15,3 0 2 16,-2-1-2-16,-1-1 1 16,2-2 1-16,-2 0-1 15,0-2 1-15,2-3-1 16,-1 0 0-16,0-3 2 15,1-4-1-15,-1-4-1 0,-1-2 1 16,2-1 0-16,-3 0 0 16,1 0 0-16,-1 1-2 15,0 3 2-15,0 1-1 16,-2 4 1-16,3 1-2 16,0 3 1-16,1 1 0 0,2 1-2 15,0 6 1-15,2 1 1 16,-2 2-1-16,-2 2 0 15,-1-1 1-15,-2 0-1 16,-3 1 0-16,-2 0 0 16,0-2 0-16,-2 1 1 0,-6-1 0 15,-2-1 1-15,-1-1 0 16,-3-2-11-16,1-1-2 16,-2-2-6-16,-1 1-30 15,0-2-1-15,0-1-30 0,5-1-25 16,5 0-40-16</inkml:trace>
  <inkml:trace contextRef="#ctx0" brushRef="#br0" timeOffset="1501.31">19516 1674 331 0,'-6'-5'48'0,"-1"4"-29"0,-2 1 6 16,1 0 3-16,0 0-6 15,-2 3-3-15,0 4-10 16,2 2-2-16,0-2-5 16,2 3 0-16,0 0-1 0,2 3 0 15,2-4 0-15,2 3 0 16,0-3-1-16,0-1 0 15,8-3-5-15,4 0 11 16,3-4 0-16,4-1 3 16,-2 0-8-16,1-4 1 15,-1-3-1-15,-5-1 1 0,-2-1-1 16,-1 1 0-16,-5-1 0 16,-4 0 1-16,0-1 0 15,-2 2-2-15,-8-2 0 16,-3 2-3-16,-1-1 3 15,-3 1 1-15,0 2-2 0,1-1 2 16,1 2-1-16,2 0-6 16,3 4-41-16,3-1-23 15,3 0-57-15,4-3-122 16</inkml:trace>
  <inkml:trace contextRef="#ctx0" brushRef="#br0" timeOffset="1936.01">19572 1499 454 0,'0'0'17'0,"0"0"4"0,0 0-27 16,0 0 5-16,0 0 3 15,6 42 2-15,-2-21 2 16,1 6 19-16,0 1-10 15,3 0-7-15,-2-1-3 0,2 0-4 16,0-4 1-16,-1-3-1 16,1-4 1-16,0-2 1 15,2-6-3-15,1-2 2 16,2-6-7-16,2 0 2 16,-1-8 2-16,2-5 2 0,-3 0-2 15,0-2 1-15,-2 3 0 16,-4 1 0-16,0 1 1 15,-4 3 0-15,-3 3 6 16,0 1 8-16,0 2 1 16,0 1-1-16,0 0-7 0,0 1-6 15,0 6-1-15,0 0 0 16,3 4 2-16,4 1-1 16,-1-3 1-16,4 2-3 15,2-3 2-15,1-1-19 16,0-4-52-16,-1-3-107 0,-3 0-138 15</inkml:trace>
  <inkml:trace contextRef="#ctx0" brushRef="#br0" timeOffset="2092.44">19746 1575 337 0,'0'0'3'0,"0"0"-9"0,0 0-7 16,0 0-58-16,0 0-42 16</inkml:trace>
  <inkml:trace contextRef="#ctx0" brushRef="#br0" timeOffset="2517.44">20034 1600 226 0,'0'0'149'16,"0"0"-128"-16,0 0-11 15,0 0 14-15,-33 29 13 0,21-17-7 16,1 2-15-16,3 0-11 16,3 1-2-16,2-1-1 15,3-1 0-15,0-2 0 16,0-1-2-16,4-5-8 15,5-3-17-15,0-2-3 16,2-2 26-16,-1-8 12 0,-1-6-11 16,1-4 4-16,-4-7-1 15,0-4 0-15,-4-3 1 16,0-4-2-16,-2 1-1 16,0 0-2-16,0 5 3 15,-4 5 0-15,-2 4 18 0,2 9 15 16,0 7-22-16,0 7 11 15,2 1-14-15,2 15-12 16,0 8 2-16,0 4-1 16,6 8 6-16,3-1-1 15,4 1 0-15,1-1 7 0,3-6-9 16,0-4 0-16,0-5-23 16,1-8-39-16,-3-6-75 15,1-6-138-15</inkml:trace>
  <inkml:trace contextRef="#ctx0" brushRef="#br0" timeOffset="2938.06">20383 1545 174 0,'0'0'284'0,"0"0"-273"0,-39 0 11 16,21 0 2-16,-2 5-11 15,0 5 11-15,2-2-2 16,4 4-13-16,2 2-5 16,3 2-3-16,4 0-2 0,5 1 0 15,0-1 1-15,2-1-1 16,7-3-5-16,4-4-23 16,1-4 2-16,3-4 3 15,2 0 0-15,-1-7-1 16,-2-4 16-16,-1-2 12 0,-4-2-1 15,-3-1 0-15,-3 2 0 16,-4 4 4-16,-1 1 8 16,0 4 3-16,0 3 6 15,-3 2-11-15,0 0-8 16,2 4-2-16,1 4-5 16,0 0 3-16,1 4 0 0,7 0 1 15,3 0 4-15,2-3-4 16,3 1-1-16,1-4-21 15,-1-3-49-15,1-3-66 16,-4 0-103-16</inkml:trace>
  <inkml:trace contextRef="#ctx0" brushRef="#br0" timeOffset="3154.43">20519 1377 481 0,'0'0'11'0,"0"0"41"16,0 0-61-16,-2 31 11 16,9-8 3-16,2 7 0 15,1-2-1-15,1 2 0 16,-1-2-3-16,-1 3 1 0,-1-4-2 16,-4-4-58-16,-3-8-104 15</inkml:trace>
  <inkml:trace contextRef="#ctx0" brushRef="#br0" timeOffset="3471.35">20526 1598 420 0,'0'0'3'0,"0"0"24"16,35-33-1-16,-12 23-11 15,6-1 4-15,2-1-1 0,3 2-5 16,3-1-6-16,-5 2-1 15,-1 0-4-15,-7 2 1 16,-6 0-1-16,-7 2-2 16,-5 3 0-16,-3-1 1 15,-3 3 3-15,-7 0 4 16,-6 0-8-16,-6 0 2 0,-3 7-2 16,0 6 4-16,-2 0 3 15,4 5-4-15,5 2 1 16,6 0-2-16,5-1 0 15,4 1-3-15,4-2-1 0,12-2 3 16,1-3-3-16,8-6-12 16,6-4-26-16,3-3-53 15,3-4-135-15</inkml:trace>
  <inkml:trace contextRef="#ctx0" brushRef="#br0" timeOffset="3848.09">21105 1502 286 0,'0'0'155'16,"-31"15"-145"-16,14-5 1 15,4 5-9-15,-1 1-1 0,4 0 1 16,5-1-2-16,1-1 1 16,4-1 0-16,0-3-1 15,2-3 0-15,5-4 0 16,2-3-7-16,1-1-6 15,0-10 16-15,1-5-1 0,0-7 0 16,-1-2-1-16,0-8 2 16,-2-3-3-16,2-5 0 15,-2-2 2-15,-4 1-2 16,0 3 0-16,-2 7 2 16,0 9 12-16,-2 8 21 0,0 11 13 15,0 4-25-15,-3 16-28 16,0 7 2-16,2 8 2 15,1 4 2-15,0 3 0 16,8 1 1-16,2-4 0 0,3-2 1 16,0-7-11-16,2-5-57 15,0-8-119-15</inkml:trace>
  <inkml:trace contextRef="#ctx0" brushRef="#br0" timeOffset="4333.64">21555 1415 488 0,'0'0'3'15,"-32"0"12"-15,13 0-14 16,-1 8 0-16,0 4 1 15,0 2 3-15,6 3 0 16,4 3-3-16,3 0 0 0,7-2-3 16,0 0 2-16,11-5 1 15,4-4 3-15,3-5-1 16,4-4 1-16,-2-4-3 16,2-9 2-16,-1-4-2 15,-1-8 0-15,-2-5-1 0,-1-5 1 16,-2-7-1-16,-2-5-1 15,-2-1 0-15,-2 1 0 16,0 2 0-16,-6 7 0 16,-2 10 0-16,1 6 4 15,-2 9 9-15,0 10 10 0,0 3-11 16,-5 11-19-16,0 11 7 16,0 6-1-16,1 7 0 15,3 5 1-15,1 1 1 16,0 0 1-16,4-3-2 15,3-3 1-15,1-4-1 0,1-5-17 16,3-7-42-16,0-8-90 16,5-6-52-16</inkml:trace>
  <inkml:trace contextRef="#ctx0" brushRef="#br0" timeOffset="4744.16">21988 1359 520 0,'0'0'42'0,"-34"-5"-42"16,11 5 5-16,-2 0-3 15,1 7 8-15,-3 4 10 0,4 1-9 16,6 1-5-16,4 2-3 16,4-1-2-16,5 1-2 15,4-1 0-15,0 0 2 16,4-2-1-16,6-2-7 15,4-5-23-15,2-2 3 0,2-3-6 16,-1-3-14-16,-1-8 17 16,-3-3 29-16,-3-1 3 15,-3 0 0-15,-2 2 2 16,-3 3 21-16,0 2 11 0,-2 4-6 16,0 3-4-16,0 1-12 15,1 0-12-15,1 1-7 16,1 5 4-16,2 3 2 15,3 1 1-15,4 0 1 16,-2 0-1-16,4-2 1 16,2-1-3-16,0-2-8 0,0-3-43 15,-1-2-63-15,-2-2-65 16</inkml:trace>
  <inkml:trace contextRef="#ctx0" brushRef="#br0" timeOffset="4937.67">22140 1127 510 0,'0'0'10'15,"0"0"23"-15,0 0-41 16,-8 39 7-16,8-11 2 0,0 6 2 16,0 3 3-16,4 0-1 15,0-2-2-15,0 0-1 16,-2-5 0-16,-2-2-2 15,0-7-37-15,-3-6-128 16,-3-7-71-16</inkml:trace>
  <inkml:trace contextRef="#ctx0" brushRef="#br0" timeOffset="5420.03">22120 1381 510 0,'0'0'5'16,"0"0"42"-16,44-39-34 15,-20 29-8-15,8-2 3 16,5 1 3-16,1 1-6 16,0 2-3-16,-1 1-2 15,-6 1 0-15,-7 4 0 0,-7 0 1 16,-8 2-2-16,-6 0-3 16,-3 3-1-16,-10 4-2 15,-6 3 7-15,-3 0 4 16,-1 3 0-16,1 1-3 15,1 1 0-15,6-1-1 0,2-1 0 16,4-1-1-16,4 0-1 16,2-4 0-16,0-1-2 15,8-2 2-15,2-3-1 16,2-2 3-16,2 0 1 16,-2-1 1-16,1-7-1 15,-2-3 0-15,-1-1 2 0,-3 2-2 16,-1 0 2-16,-3 3 6 15,-2 2 12-15,-1 2-5 16,0 3-6-16,0 0-10 16,0 0-2-16,0 3 2 15,-3 4 0-15,3 3-1 0,0 1 1 16,0 1 0-16,6-2 2 16,7-2-1-16,4-3-11 15,3-4-69-15,2-1-198 16</inkml:trace>
  <inkml:trace contextRef="#ctx0" brushRef="#br0" timeOffset="5872.12">22967 1147 507 0,'0'0'17'0,"0"0"20"0,0 0-40 16,0 0 1-16,1 30 4 15,2-9-1-15,-1 3 1 16,2-1-2-16,0 2 1 0,-1-2 0 16,0-4 1-16,0-5-6 15,-1-5-81-15,-2-7-119 16</inkml:trace>
  <inkml:trace contextRef="#ctx0" brushRef="#br0" timeOffset="6029.19">22925 1077 498 0,'0'0'1'0,"0"0"-8"16,0 0-2-16,0 0-87 16,0 0-21-16,36-7-104 15</inkml:trace>
  <inkml:trace contextRef="#ctx0" brushRef="#br0" timeOffset="6435.42">23110 1185 410 0,'0'0'29'0,"0"0"-33"0,0 0 15 16,17 29 7-16,-10-18 1 15,0-1-6-15,-1 0-1 16,1-2-8-16,-4 1-2 16,1-3 0-16,-4 0-1 15,0-2-1-15,0-4 3 0,0 0 0 16,-5 0 3-16,-2-2 5 16,-1-6-8-16,1-2 0 15,0-1 1-15,1-3 1 16,2 1 1-16,2-2-2 15,1 3 3-15,1 0 2 0,2 3 12 16,8 4 5-16,5 3-20 16,5 2-5-16,1 0-1 15,2 7 0-15,0 3 0 16,-3 1-1-16,-2 1 0 16,-3 1-1-16,-3-1 0 0,-3 2-6 15,-3-2-30-15,-2 0-32 16,-1-4-56-16,-2-4-83 15</inkml:trace>
  <inkml:trace contextRef="#ctx0" brushRef="#br0" timeOffset="6644.18">23512 966 575 0,'0'0'33'0,"0"0"-32"16,0 0-15-16,11 36 14 16,-6-10 1-16,3 3-1 15,1 2 1-15,1-1 0 16,0-1 0-16,0-1 0 0,0-3 0 16,-5-2-14-16,0-6-91 15,-5-6-132-15</inkml:trace>
  <inkml:trace contextRef="#ctx0" brushRef="#br0" timeOffset="7041.58">23530 1155 491 0,'0'0'13'0,"32"-19"11"15,-9 12-10-15,-2 3 10 0,3 0 8 16,0 2-13-16,-1 2-11 15,-4 0-5-15,-1 0-1 16,-2 5-2-16,-4 0-1 16,-3 1 1-16,-3 0-2 15,-3 0-1-15,-2-1 2 16,0 2-1-16,-1 0 2 0,0-1 2 16,1 1 0-16,1 1 0 15,2-1-2-15,3 1 1 16,2-3 0-16,4-2 2 15,3 0-1-15,0-3 0 16,4 0 1-16,-3 0-2 0,0-6 1 16,-4-6 0-16,-5 0 2 15,-4-2-1-15,-4-2-3 16,-4 1-1-16,-13 2 2 16,-6 4-1-16,-6 4-2 15,-2 5 2-15,-1 0-49 0,4 0-106 16</inkml:trace>
  <inkml:trace contextRef="#ctx0" brushRef="#br0" timeOffset="8412.4">20227 2198 147 0,'0'0'163'15,"0"0"-107"-15,0 0-8 16,0 0-20-16,0 0-15 16,0 0-6-16,0 0-9 0,0 0-2 15,0 0 4-15,0 0 6 16,44 38 2-16,-23-14 2 15,3 3 1-15,3 4-1 16,0 2-2-16,-1 2-5 16,-2 0-1-16,-2 1-1 0,-3-4 0 15,-3-4 1-15,-4-5-1 16,-2-7-1-16,-5-6 0 16,0-2-3-16,-5-5-23 15,0-3-80-15,-3 0-64 0</inkml:trace>
  <inkml:trace contextRef="#ctx0" brushRef="#br0" timeOffset="8675.52">20475 2180 391 0,'0'0'28'16,"0"0"-12"-16,-33 24-12 15,18-1 8-15,-6 7 14 16,0 5 3-16,-5 2-12 16,0 3-8-16,-1 0-5 15,0 2-3-15,1-1 1 0,0-4-1 16,3-4-45-16,2-8-56 15,3-8-59-15</inkml:trace>
  <inkml:trace contextRef="#ctx0" brushRef="#br0" timeOffset="9423.07">20727 2272 335 0,'0'0'68'16,"0"0"-17"-16,0 0-5 15,0 0-23-15,0 0-25 16,0 0 0-16,0 0 2 16,0 0 4-16,31 38 3 0,-27-16 6 15,1 1-7-15,-3 1-2 16,0-2-4-16,-2-2 2 16,0-5-1-16,0-4 2 15,0-4-1-15,0-6-2 16,0-1 4-16,0-1 3 0,0-6-2 15,0-6-1-15,1-2-1 16,2-3 1-16,1-2-1 16,1 0-2-16,2 2 1 15,1 2 0-15,-1 4 10 16,3 4 1-16,0 6-9 0,0 2-5 16,1 0-1-16,0 7 0 15,0 1 0-15,-3 3 2 16,1 0-1-16,-2 1 0 15,-2 0 1-15,0 0 0 16,-2-1 0-16,-2-1-1 16,-1-1 0-16,0-3-1 0,0-1-1 15,0-3 1-15,-1-2 1 16,-3 0 4-16,1-2 0 16,-1-5-2-16,1-5 1 15,2-2-1-15,1 1 0 0,0-1-2 16,0-2 1-16,5 4 2 15,5 1-1-15,1 2 1 16,3 3 1-16,0 4-3 16,2 2 1-16,-1 0-2 15,-1 1-1-15,1 6 2 0,-2 2-1 16,-2-1 0-16,0 4 1 16,-3-2-1-16,-1 1-1 15,-2 2 0-15,-2-1-5 16,-2 1-50-16,-1-3-65 15,0-2-114-15</inkml:trace>
  <inkml:trace contextRef="#ctx0" brushRef="#br0" timeOffset="9889.29">21321 2287 453 0,'0'0'12'0,"0"0"7"0,0 0-6 0,-44-10-1 15,24 10 1-15,-1 6 8 0,0 1 2 16,2 3-11-16,4 0-6 16,3 1-2-16,2 3-3 15,3-1 0-15,4 0-1 16,3-1-1-16,0-1 1 15,1-2 0-15,8-3 1 0,0-2-1 16,4-4-1-16,-2 0 0 16,2-6 1-16,-2-2 4 15,-1-2 0-15,-2 0-3 16,-1 1 2-16,-4 3 1 16,-2 0 7-16,-1 3 1 0,0 0-6 15,0 1 1-15,0 0 8 16,0 2-9-16,0 0-4 15,2 0-3-15,0 3-3 16,3 4 1-16,2 1 4 16,5 2-1-16,-1 0 2 0,4-1-6 15,1-3-31-15,1-1-18 16,0-5-57-16,0 0-78 16</inkml:trace>
  <inkml:trace contextRef="#ctx0" brushRef="#br0" timeOffset="10475.37">21468 2168 550 0,'0'0'5'0,"0"0"-14"15,0 0 5-15,3 30 6 0,1-11-2 16,3 3 2-16,-2 1-1 15,0 0-1-15,-1-1 2 16,-1 0-1-16,0 0 0 16,-3-5 0-16,0-4 0 0,0-4 1 15,0-3-1-15,0-5 1 16,0-1 6-16,1-4-1 16,2-6-2-16,3-2-2 15,2-3-1-15,-1-1 0 0,6 1-1 16,1 2 7-16,0 3-5 15,2 3 0-15,-1 4-2 16,-3 3-2-16,0 0 0 16,-2 5-2-16,-2 3 1 15,0 4 2-15,-2-1 0 0,0-1 0 16,0 0 0-16,-2 1 0 16,0-1 1-16,0-3-1 15,-1 0 0-15,1-2 1 16,-2-2-1-16,-1-1 0 15,0-1 0-15,-1-1 1 16,1 0 1-16,-1-3 4 0,1-4-3 16,2-4-2-16,0-2-1 15,5-2 1-15,2 0-1 16,-2 0 0-16,5 3 2 16,0 2 4-16,1 3 8 15,1 3-4-15,-2 4-8 0,1 0 0 16,0 5-4-16,-1 4 2 15,-1 2-1-15,-2 2 1 16,-1 0 1-16,-2 1-3 16,-1 0 4-16,-1-2-7 15,-5-1-66-15,0-4-122 0</inkml:trace>
  <inkml:trace contextRef="#ctx0" brushRef="#br0" timeOffset="10649.3">21773 2181 509 0,'0'0'3'0,"0"-28"-3"0,7 22-4 16,2 6-16-16,1 0-83 0,0 0-44 15</inkml:trace>
  <inkml:trace contextRef="#ctx0" brushRef="#br0" timeOffset="10880.08">21923 2360 206 0,'0'0'245'0,"0"0"-195"16,31-15 7-16,-13 5-19 15,5-4-7-15,3 0 4 0,3-2-18 16,1 0-8-16,-1-2-6 16,-4 3-1-16,-4 1-2 15,-5 1-2-15,-5 3-13 16,-6 3-27-16,-5 1-23 0,0 2-67 16,-10 1-100-16</inkml:trace>
  <inkml:trace contextRef="#ctx0" brushRef="#br0" timeOffset="11069.24">22046 2211 408 0,'0'0'58'0,"0"0"-8"15,0 0-34-15,0 0-12 16,0 0 11-16,0 0 9 16,15 38 2-16,-3-21 2 15,3 2-17-15,3 1-3 16,2 3-4-16,1-1 0 0,2-3-8 15,-5-7-134-15,1-5-243 16</inkml:trace>
  <inkml:trace contextRef="#ctx0" brushRef="#br0" timeOffset="11692.17">20133 3106 402 0,'0'0'32'0,"0"0"47"16,0 0-82-16,6 43 6 16,-3-9 13-16,2 8-2 15,-3 9-3-15,0 2 3 0,1 5-7 16,0 0 1-16,-1-1 4 16,1-2-6-16,0-5-4 15,-2-6-2-15,0-7 1 16,-1-9-1-16,0-7 2 0,-4-8-8 15,-3-6-42-15,-1-7-33 16,-1 0-63-16</inkml:trace>
  <inkml:trace contextRef="#ctx0" brushRef="#br0" timeOffset="12239.04">20127 3207 426 0,'0'0'1'0,"0"-33"30"16,0 16 1-16,1 3-6 16,8 0-13-16,1 0-3 15,1 3-2-15,3 1 6 16,1 2-5-16,0 4-5 0,3 3-2 15,-4 1-2-15,3 1 0 16,-4 7-1-16,-2 2 1 16,-3 2 0-16,-2 0 0 15,-4 1 0-15,-2-1 0 16,0 1-1-16,-8-1-1 0,-2-2 1 16,0-2-1-16,1-3 0 15,1 0 0-15,4-2 4 16,2-1-2-16,2-2 0 15,4 0-3-15,9 0-3 16,6 0 6-16,4 0 3 0,4 1-3 16,1 4 0-16,-3 4-2 15,-3 2 2-15,-6 1 0 16,-4 1-1-16,-4 0-1 16,-8 1 1-16,0-1 0 15,-10-1 8-15,-7 0-3 16,-4-3 3-16,-4 2-2 0,-3-2-2 15,-3 0-1-15,-1-2 1 16,3-1-2-16,5-2 0 16,5-1-17-16,4-3-44 15,10 0-48-15,5-3-104 0</inkml:trace>
  <inkml:trace contextRef="#ctx0" brushRef="#br0" timeOffset="12866.39">20954 2966 439 0,'0'0'27'0,"0"0"23"0,0 0-41 0,0 0-9 16,31 28 3-16,-17-5 6 16,2 3 5-16,1 1 0 0,1-1-6 15,-1 0-3-15,-1-4 0 16,-2-5-1-16,-2-4-1 16,-2-6 2-16,-3-5 6 15,0-2 25-15,0-4 4 16,0-11-13-16,1-5-20 0,1-5-4 15,-2-6-1-15,1-4-2 16,-3-1 0-16,0 3 0 16,-2 3-1-16,1 6-9 15,2 8-27-15,0 7-18 16,0 4-76-16,1 3-142 0</inkml:trace>
  <inkml:trace contextRef="#ctx0" brushRef="#br0" timeOffset="13268.09">21309 3133 360 0,'0'0'105'0,"0"0"-86"16,0 0-4-16,40-33 9 15,-23 18-13-15,2-2 8 16,-2 1 6-16,1-1-11 0,-3 0-4 15,-1 2-6-15,-6 1 0 16,-4 4-2-16,-3 2-2 16,-1 1 3-16,-2 1 4 15,-7 4-5-15,-5 1-1 0,-2 1 1 16,-2 1-2-16,0 9 4 16,0 3-3-16,2 3 0 15,4 3 2-15,4 2 1 16,5 1 0-16,3-1 0 15,2-1-2-15,8-2 1 16,6-3-1-16,3-4 1 0,5-4 0 16,4-5 0-16,4-2-4 15,1 0-20-15,3-8-35 16,0-5-68-16,-3-3-69 16</inkml:trace>
  <inkml:trace contextRef="#ctx0" brushRef="#br0" timeOffset="13469.62">21722 2984 387 0,'0'0'42'0,"-30"-5"24"0,13 5-30 15,1 0-4-15,2 10-11 16,-1 0-2-16,7 5-10 16,2 1-2-16,5 2-4 15,1 1-1-15,5-3 1 16,7 0 2-16,3-2-5 15,3-5 5-15,2-4-6 0,3-3-17 16,0-2-41-16,0-8-28 16,1-5 2-16,-3-9-22 15,-1-4-110-15</inkml:trace>
  <inkml:trace contextRef="#ctx0" brushRef="#br0" timeOffset="13656.11">21906 2792 348 0,'0'0'125'0,"0"0"-74"16,0 0-16-16,0 0-33 16,0 0-4-16,-17 42 6 0,17-16 3 15,3 2 0-15,4 1-1 16,0 2-3-16,1 0 0 16,-1-1-1-16,-2-2-6 15,-1-5-54-15,-4-7-50 16,0-6-102-16</inkml:trace>
  <inkml:trace contextRef="#ctx0" brushRef="#br0" timeOffset="14062.49">21861 3033 331 0,'0'0'19'0,"1"-28"69"16,12 12-33-16,4 1-24 0,6 2-9 15,3 0 13-15,1 1 1 16,0 4-16-16,-3 4-10 15,-5 3-6-15,-4 1-4 16,-4 3 0-16,-3 7 0 0,-2 3 1 16,-3 3 0-16,1 1 2 15,-4 0 1-15,1 1-2 16,1 0 0-16,3-3 0 16,1 0-2-16,3-4-2 15,1-4 0-15,4-4 1 16,1-3 1-16,0 0 2 0,1-3-2 15,-2-6 1-15,-1-2-1 16,-2-4 1-16,-4 0 0 16,-4-1-1-16,-3 0 0 15,0 0-3-15,-9 2 1 16,-4 1 1-16,-4 2 1 0,0 3 0 16,-3 2 0-16,3 1-2 15,2 5-1-15,2 0-11 16,3 0-19-16,5 0-32 15,3 5-13-15,2-2-30 16,11-1-148-16</inkml:trace>
  <inkml:trace contextRef="#ctx0" brushRef="#br0" timeOffset="14359.26">22309 2938 438 0,'0'0'28'0,"0"0"-5"0,28 0-16 0,-18 3-3 15,0 3 4-15,1 1-1 16,0 3 0-16,-1-2-1 16,-1 2-3-16,-5-1-1 15,0-1-1-15,-2 0 0 0,-2-3 0 16,0-2 1-16,-2-3 0 16,-2 0 2-16,-2-1 4 15,1-6 1-15,2-5 1 16,0-3 9-16,3-1-3 15,4-4-8-15,9-1-5 16,7 2-4-16,4 3-3 0,4 3-7 16,0 0-84-16,-4 0-276 15</inkml:trace>
  <inkml:trace contextRef="#ctx0" brushRef="#br0" timeOffset="14987.44">20302 3924 322 0,'0'0'25'15,"0"0"27"-15,0 0 11 16,0 0-36-16,0 0-28 15,29 0 2-15,-7 15 2 16,2 3 1-16,4 0-1 16,-1 1 4-16,-1-1-3 0,0-1 1 15,-3-5-35-15,-1-6-76 16,-5-6-68-16</inkml:trace>
  <inkml:trace contextRef="#ctx0" brushRef="#br0" timeOffset="15370.32">20606 3889 411 0,'0'0'8'15,"0"0"0"-15,0 0-9 16,0 0 0-16,0 0 2 0,0 0 2 16,0 0 2-16,0 0 3 15,-12 27-1-15,5-22-2 16,-1 0 3-16,0 1-5 15,-2-1 2-15,0 0-2 16,3 0-2-16,3-2 0 0,0 0 0 16,1-1-1-16,3 0 0 15,0 1-2-15,0-1 2 16,0 1 8-16,3 1-1 16,1 3-1-16,-2 2-1 15,0 6 8-15,-1 3 9 0,-1 5-1 16,0 5 5-16,0 3-8 15,0 1-10-15,-2 1-3 16,-1-2 2-16,2-3 0 16,-1-3-5-16,1-5-10 15,-1-5-51-15,1-5-35 0,1-7-134 16</inkml:trace>
  <inkml:trace contextRef="#ctx0" brushRef="#br0" timeOffset="15946.87">21241 3736 429 0,'0'0'28'0,"0"0"47"15,0 0-56-15,30 6-17 16,-14 7 4-16,2 2 3 15,2 3 1-15,-3 0-3 16,1 0-3-16,-1-1 1 16,-6-4-2-16,0-3 0 0,-3-3 0 15,-1-6 0-15,0-1 3 16,-1-6 23-16,-2-7-2 16,2-4-21-16,-2-4-4 15,2-2 0-15,-2-1-2 16,4-2 1-16,0 4-18 0,3 1-41 15,0 4-61-15,2 2-148 16</inkml:trace>
  <inkml:trace contextRef="#ctx0" brushRef="#br0" timeOffset="16298.24">21679 3792 398 0,'0'0'38'0,"0"0"-25"16,42-19 21-16,-22 8 1 16,2-3-8-16,1-2-3 0,0 0-11 15,-2 1-1-15,-4 0-5 16,-3 0-2-16,-6 0 0 16,-4 4-2-16,-4 2 0 15,-1 1-1-15,-10 3-1 0,-5 2-2 16,-3 3 1-16,-1 0 1 15,-1 10 2-15,0 3-2 16,3 5 2-16,5 2-2 16,3 0 1-16,6 1 3 15,4-1-2-15,4-2 0 16,11-2-1-16,4-3 1 0,6-5-1 16,2-2 0-16,5-5-3 15,3-1-5-15,3-3-26 16,2-8-53-16,-2-5-34 15,1-8-99-15</inkml:trace>
  <inkml:trace contextRef="#ctx0" brushRef="#br0" timeOffset="16518.12">22165 3589 492 0,'0'0'4'0,"-40"27"7"0,23-8 7 16,1 2-1-16,2-1-4 15,7 1 0-15,4-2 1 16,3-3-2-16,4-3-5 16,8-1-2-16,6-4-1 15,2-1 1-15,3-6-2 0,2-1-3 16,0-6-20-16,2-7-34 16,-3-7-8-16,1-9-33 15,-1-8-143-15</inkml:trace>
  <inkml:trace contextRef="#ctx0" brushRef="#br0" timeOffset="16688.25">22363 3398 488 0,'0'0'40'0,"0"0"-27"16,0 0-19-16,-10 33 9 16,13-11 4-16,3 5 0 0,3 2 2 15,2 3-5-15,0-1-2 16,-2 2 1-16,-3-1-1 15,-4-4-28-15,-1-5-48 16,-1-6-130-16</inkml:trace>
  <inkml:trace contextRef="#ctx0" brushRef="#br0" timeOffset="17116.3">22314 3673 406 0,'0'0'43'0,"12"-33"-15"15,6 16 3-15,4 1-10 0,2 4 5 16,4-1 11-16,-4 3-13 16,-2 5-13-16,-4 3-7 15,-4 2-3-15,-3 0-1 16,-5 7-2-16,-2 4 1 16,-2 1 2-16,-1 2 1 0,1 0 0 15,-1-1 1-15,2 1-2 16,3-1 2-16,1-2-2 15,3-1-1-15,3-3 1 16,1-1 0-16,2-5 2 16,-1-1-3-16,0 0 1 0,0-9-1 15,-5-4 0-15,-4-2 1 16,-2-1 0-16,-4-3-1 16,0 0 0-16,-9 2-6 15,-3 2 4-15,-6 2 0 16,1 5 3-16,0 1-1 0,1 5-2 15,4 2 1-15,3 0-6 16,4 2-7-16,3 3-14 16,2 5-16-16,2-2-10 15,9-3-82-15,4-1-169 16</inkml:trace>
  <inkml:trace contextRef="#ctx0" brushRef="#br0" timeOffset="17424.13">22738 3564 323 0,'0'0'148'0,"0"0"-138"0,0 0 17 0,0 0-4 15,29-17 5-15,-22 17-7 16,4 0-14-16,-1 8-3 16,1 2 0-16,-2 1-2 15,-1 1-1-15,-2 0 0 16,-3 1-1-16,-2-3 0 0,-1-1 1 15,0-2 0-15,0-3 0 16,-3-2 1-16,-2-2 2 16,0 0 1-16,1-6 0 15,2-5-2-15,2-4 3 0,1-1 1 16,11-4-2-16,5 0-3 16,5 1-3-16,4 0-10 15,-3 1-109-15,-2 0-310 16</inkml:trace>
  <inkml:trace contextRef="#ctx0" brushRef="#br0" timeOffset="19229.18">20075 5010 147 0,'0'0'176'0,"0"0"-115"16,0 0-13-16,0 0-24 0,0 0-16 15,1 0-8-15,3 5 3 16,5 3 5-16,4 2 9 16,7 2 12-16,5 3-2 15,3 0-5-15,6 3-8 0,-1-2-6 16,0 0-3-16,-4-2-4 15,-4 0 1-15,-6-3-2 16,-5-1 0-16,-5-2-3 16,-3-3-36-16,-6-4-74 15,0-1-148-15</inkml:trace>
  <inkml:trace contextRef="#ctx0" brushRef="#br0" timeOffset="19531.2">20591 4963 254 0,'0'0'80'15,"0"0"-62"-15,0 0-16 16,0 0 7-16,0 0 51 16,-23 32-16-16,8-17-7 15,-1 1-11-15,-1 0-14 0,-2 2-6 16,-1 0-5-16,-1 1 1 16,-1 0-1-16,1-1-4 15,1-1-42-15,1-2-56 16,2-4-59-16</inkml:trace>
  <inkml:trace contextRef="#ctx0" brushRef="#br0" timeOffset="19916.18">20382 5179 338 0,'0'0'61'16,"0"0"21"-16,0 0-39 15,0 0-27-15,0 0-13 16,0 0 16-16,3 42 18 15,-1-18-4-15,0 7-14 0,0 2 2 16,-2 4-13-16,0-1-6 16,0 2 0-16,0-3 0 15,0-4-2-15,-1-3 1 16,0-7-1-16,-1-4 0 0,0-7-2 16,0-3-27-16,1-7-51 15,1 0-40-15,0-4-53 16</inkml:trace>
  <inkml:trace contextRef="#ctx0" brushRef="#br0" timeOffset="20144.84">20685 5263 476 0,'0'0'9'16,"0"0"37"-16,31-18-16 16,-18 16-14-16,1 1-8 15,1 1-5-15,1 0-2 16,-1 0 0-16,2 0-1 0,-3 0 0 16,0 1-4-16,-1 0-67 15,-4 0-120-15</inkml:trace>
  <inkml:trace contextRef="#ctx0" brushRef="#br0" timeOffset="20337.57">20683 5415 352 0,'0'0'20'15,"0"0"-1"-15,0 0-4 16,37 4 8-16,-14-5-10 0,3-7-9 15,4 0-3-15,0-2-1 16,-4 0-16-16,0-3-189 16</inkml:trace>
  <inkml:trace contextRef="#ctx0" brushRef="#br0" timeOffset="20761">21273 4910 451 0,'0'0'6'0,"0"0"29"16,33-4-26-16,-16 21 0 15,5 6 5-15,2 7 15 16,4 3-2-16,2 0 8 15,0 0-20-15,-1-2-11 0,0-1-2 16,-6-5 0-16,-2-2-1 16,-4-6-1-16,-3-3-2 15,-4-4-25-15,-4-6-19 16,-3-4-38-16,-3 0-91 16</inkml:trace>
  <inkml:trace contextRef="#ctx0" brushRef="#br0" timeOffset="21004.98">21555 4943 380 0,'0'0'63'0,"0"0"-30"15,0 0 24-15,0 0-26 16,0 0-23-16,-31 21 11 0,16 4 22 15,-1 3-10-15,-1 5-15 16,1 1-7-16,2-1-6 16,-1 1 0-16,2-1-2 15,2-3-1-15,1-2-2 16,2-2-39-16,1-6-31 0,3-5-42 16,-1-7-94-16</inkml:trace>
  <inkml:trace contextRef="#ctx0" brushRef="#br0" timeOffset="21303.81">21841 4920 447 0,'0'0'42'15,"0"0"-5"-15,12 32-34 16,-8-2 31-16,0 8 4 16,1 7-2-16,0 6-5 15,-1 5-12-15,-1 2-7 0,-1-1-6 16,0-1-2-16,-2-5-3 16,0-5 1-16,0-5-1 15,-2-9-5-15,-1-9-43 16,-3-7-49-16,1-9-92 15</inkml:trace>
  <inkml:trace contextRef="#ctx0" brushRef="#br0" timeOffset="21832.18">21859 4968 402 0,'0'0'29'0,"0"0"-7"15,-1-42 18-15,7 31-7 16,7-1-17-16,2 4-5 0,2-1 2 16,4 3-5-16,3 3-3 15,0 3-3-15,-3 0-1 16,-2 3-2-16,-4 7 1 15,-5 1 0-15,-4 1 0 0,-4 3 0 16,-2 0 1-16,-1 2-1 16,-8-1 1-16,-1 0-2 15,-3-4-2-15,-2-1 0 16,2-2 1-16,1-3 2 16,3-1 1-16,4-3 0 0,2 0 0 15,3-1-2-15,3 0-2 16,11 0 1-16,7-1 4 15,3 2-2-15,4 2 1 16,-1 1 1-16,-3 4-2 16,-6 0 0-16,-5 4-1 0,-6 0 1 15,-5 0-1-15,-2 1 0 16,-9-2 1-16,-5 1 7 16,-5-1 3-16,-3-2-1 15,-3-2-3-15,1 0-3 16,1-1-1-16,1-2-1 0,3-2-1 15,4 0 0-15,4-1-11 16,2-2-52-16,8 0-66 16,1-7-121-16</inkml:trace>
  <inkml:trace contextRef="#ctx0" brushRef="#br0" timeOffset="22095.17">22383 5035 301 0,'0'0'228'0,"0"0"-192"0,37-6-10 0,-17 2 8 16,4 1-15-16,5 1 0 15,2-2-4-15,3 0-6 16,0-1-3-16,-2 2-5 0,-5 0 0 15,-2 0 0-15,-6 1-2 16,-6 0-1-16,-5 0-39 16,-6-1-45-16,-2-2-66 15,-4-2-111-15</inkml:trace>
  <inkml:trace contextRef="#ctx0" brushRef="#br0" timeOffset="22301.2">22599 4935 434 0,'0'0'32'0,"0"0"23"0,0 0-39 16,0 0-13-16,0 0 13 15,0 29 13-15,3-12-3 16,0 2-8-16,0 3-12 16,-1 1-3-16,0 1-1 15,0 0-1-15,-2 0 0 0,0-1-35 16,0-4-48-16,0-4-65 15,0-7-124-15</inkml:trace>
  <inkml:trace contextRef="#ctx0" brushRef="#br0" timeOffset="22858.99">23434 4697 533 0,'0'0'10'0,"-32"0"-10"15,8 3-1-15,-4 5 3 0,-2 4 1 16,0 1 13-16,2 2 13 15,3 2-3-15,5 1-13 16,5 1-6-16,6 1-5 16,4 0 2-16,5-2-2 15,0-1 0-15,10-1 4 0,8-2 0 16,3-3-4-16,6-3-3 16,-1-3 3-16,-2-1 4 15,-4-3-5-15,-5-1 0 16,-7 0 1-16,-8 2-1 15,0 1-2-15,-15-1-2 16,-5 5 6-16,-3 2 4 0,-5 3 6 16,0 1-3-16,1 4 0 15,4-1 3-15,4 2-4 16,4 1-1-16,5 0-5 16,5-2-1-16,5-2-1 0,2-3 0 15,13-1 1-15,5-3 0 16,8-5 0-16,10-3 1 15,4 0-1-15,5-3 0 16,-3-4-6-16,-4-2-8 16,-8-3-42-16,-8-5-69 0</inkml:trace>
  <inkml:trace contextRef="#ctx0" brushRef="#br0" timeOffset="25842.96">20148 6389 188 0,'0'-3'38'15,"0"-1"-45"-15,-1 0 133 16,1 4-87-16,-2 0 4 15,1 0-7-15,1 6-29 16,0 8 8-16,0 7 14 16,3 7-1-16,1 7 6 0,-1 7 2 15,1 8-12-15,-2 4-7 16,0 3-7-16,1-1-4 16,0 1-3-16,0-5 0 15,0-4 0-15,1-9-1 0,-2-5 0 16,-1-7-1-16,0-7 1 15,-1-4-3-15,0-6-2 16,0-6-38-16,-1-3-36 16,-4-1 3-16,0-7-40 15,-1-10-140-15</inkml:trace>
  <inkml:trace contextRef="#ctx0" brushRef="#br0" timeOffset="26434.03">20097 6491 351 0,'0'0'15'0,"-8"-28"34"0,6 14-7 16,2 1-13-16,0 2-7 15,6 0-5-15,6 1-3 16,2 0-5-16,4 2-6 16,2 2-1-16,1 3-2 15,1 3 0-15,-2 0 0 0,-3 0 0 16,-1 9 0-16,-4-1 0 16,-4 4 0-16,-3 0 0 15,-5 3 0-15,0-1 0 16,0 1 1-16,-7-1-1 15,-6 0-1-15,-2 0-6 0,-1-1 0 16,-1 0 0-16,1-3 4 16,2-2 3-16,2 0 0 15,5-3 0-15,4-2-1 16,3-2 1-16,10-1 0 16,6 0 1-16,7 0-1 0,3 0 0 15,4 0 1-15,-1 1-2 16,-1 3 2-16,-5 1-1 15,-5 2 1-15,-3 2-1 16,-6 1 1-16,-5 0 1 16,-4 1 4-16,0 0 2 0,-8 0 5 15,-5-1 1-15,-3 1-3 16,-1-1-3-16,-3-1-6 16,0-1 0-16,0 0-1 15,-1-3 0-15,1-2-18 16,2-1-43-16,2-2-50 0,0-3-98 15</inkml:trace>
  <inkml:trace contextRef="#ctx0" brushRef="#br0" timeOffset="26890.07">20116 6165 366 0,'0'0'4'16,"0"0"47"-16,0 0 12 16,0 0-23-16,-33-15-21 15,27 24-1-15,0 4 1 0,1 3-3 16,-2 1-8-16,2-1-2 15,-1-1-2-15,2-2-3 16,1-1 1-16,0-6-1 16,2-1 0-16,0-2 0 15,1-3 1-15,0 0 1 16,0-3 1-16,0-6-3 0,1-3-1 16,4-5 1-16,0-3-1 15,2-1 1-15,-3 1-1 16,0 2 0-16,0 5 0 15,-2 3-1-15,0 5 0 16,3 5 1-16,-2 2-1 0,5 7 1 16,2 3 2-16,5 4 0 15,4 1 0-15,5-2-2 16,4 1 2-16,1-2 0 16,0-1-17-16,-3-9-125 15,-4-4-337-15</inkml:trace>
  <inkml:trace contextRef="#ctx0" brushRef="#br0" timeOffset="27410.19">20613 6447 152 0,'0'0'229'0,"0"0"-180"16,0 0 14-16,0 0-26 16,0 0-11-16,0 0-1 15,31-31-5-15,-12 26-6 16,0 3-7-16,1 1-5 16,1-1-1-16,-4 2-1 0,-2 0 2 15,-3 0-40-15,-9 5-53 16,-3-2-65-16</inkml:trace>
  <inkml:trace contextRef="#ctx0" brushRef="#br0" timeOffset="28065.22">21353 6116 408 0,'0'0'5'0,"0"0"0"16,0 0 32-16,0 0-25 0,0 0-9 16,0 0 4-16,36 6 14 15,-10 9 0-15,4 3-11 16,4 4-2-16,-1 2-4 16,2 1-2-16,1 2-1 15,-5-3 1-15,-4-1 1 16,-3-3-5-16,-7-4-19 0,-6-2-17 15,-4-4-18-15,-6-3-45 16,-1-4-78-16</inkml:trace>
  <inkml:trace contextRef="#ctx0" brushRef="#br0" timeOffset="28484.48">21601 6094 303 0,'0'0'21'0,"0"0"62"0,0 0-18 0,0 0-45 16,0 0-12-16,0 0 10 15,-33 35 2-15,17-11-9 0,-2 4-6 16,0 2-1-16,-2 1-1 16,3 0-3-16,-2-2-5 15,-1-1-53-15,3-5-79 16,-1-5-97-16</inkml:trace>
  <inkml:trace contextRef="#ctx0" brushRef="#br0" timeOffset="29125.5">20623 6592 185 0,'0'0'38'0,"0"0"19"0,0 0-7 15,0 0-2-15,0 0 3 16,0 0-11-16,-15-30-6 15,14 29-5-15,1 1-12 0,1 0-12 16,11 0-3-16,6-1 3 16,8-2-3-16,7-1-1 15,9-4 0-15,2 1 0 16,3-1-9-16,-4-4-74 16,-3-3-139-16</inkml:trace>
  <inkml:trace contextRef="#ctx0" brushRef="#br0" timeOffset="29583.28">21774 5985 330 0,'0'0'9'0,"0"0"61"16,0 0-12-16,0 0-40 16,0 0-12-16,0 0 4 15,0 0 2-15,-27 30-8 16,17-12-2-16,2 5 1 0,-1-1-7 15,0-1-88-15,0-4-121 16</inkml:trace>
  <inkml:trace contextRef="#ctx0" brushRef="#br0" timeOffset="29959">21940 6046 310 0,'0'0'28'0,"0"0"55"15,0 0-41-15,34 2-24 16,-19 11 16-16,5 2-3 0,5 3-1 16,1 2-11-16,2 0-11 15,-3-1-5-15,-1 1 0 16,-1-2 2-16,-5-3-4 15,-2-1-3-15,-4-4-24 16,-3-2-16-16,-2-2-34 0,-7-6-73 16,0 0-159-16</inkml:trace>
  <inkml:trace contextRef="#ctx0" brushRef="#br0" timeOffset="30236.15">22150 6034 321 0,'0'0'21'0,"0"0"78"0,0 0-34 16,0 0-27-16,0 0-19 16,-32 10 1-16,23 9 6 15,0 2-3-15,-1 6-8 16,1 1-9-16,-1 3-2 15,0-2-1-15,1 0-1 16,1-3-6-16,2-3-44 0,4-5-42 16,-1-7-48-16,3-7-107 15</inkml:trace>
  <inkml:trace contextRef="#ctx0" brushRef="#br0" timeOffset="30517.04">22340 5917 390 0,'0'0'37'0,"38"-15"32"15,-14 15-10-15,-2 12-33 16,1 11-12-16,-4 7 4 15,-4 5 8-15,-6 6-5 0,-9 3-8 16,0 3-6-16,-15 1-3 16,-5 0 2-16,-4-2-2 15,-2-4-28-15,-1-5-39 16,-4-6-53-16,0-9-111 16</inkml:trace>
  <inkml:trace contextRef="#ctx0" brushRef="#br0" timeOffset="30891.21">21325 5998 311 0,'0'0'13'0,"-35"-3"52"16,16 11-7-16,1 15-5 15,2 9-10-15,2 10 0 16,7 8-4-16,6 3-15 0,1 5-13 16,14 1-7-16,7-3 0 15,7-3 1-15,9-6 0 16,5-8-17-16,10-9-20 16,8-10-23-16,7-12-25 15,4-8-118-15</inkml:trace>
  <inkml:trace contextRef="#ctx0" brushRef="#br0" timeOffset="31322.4">22470 5804 281 0,'0'0'95'0,"0"0"-61"0,0 0 16 16,32-22-24-16,-15 18-9 16,6 2-7-16,1 0-8 15,2 1 0-15,0 0-1 16,-1-1 0-16,-1 0-12 15,-1-2-53-15,-2-3-90 0</inkml:trace>
  <inkml:trace contextRef="#ctx0" brushRef="#br0" timeOffset="31509.54">22826 5618 401 0,'0'0'12'0,"0"0"29"15,0 0 0-15,14 30 0 16,-4-12-4-16,2 2-15 16,0 3-14-16,-1-1-2 0,-1 2 0 15,0-2-3-15,-4 0-26 16,0-6-92-16,-3-3-142 16</inkml:trace>
  <inkml:trace contextRef="#ctx0" brushRef="#br0" timeOffset="32005.45">23334 5783 460 0,'0'0'4'0,"-49"14"-3"16,20 7 24-16,1 12 7 0,3 5-5 15,4 3-1-15,3 4 2 16,8 2-14-16,7 0-6 15,3-2-3-15,10-4-1 16,8-3-2-16,6-5 1 16,3-8-7-16,4-5-39 0,0-11-29 15,-3-7-55-15,-1-2-242 16</inkml:trace>
  <inkml:trace contextRef="#ctx0" brushRef="#br0" timeOffset="32236.34">23329 5887 423 0,'0'0'3'16,"0"0"36"-16,0 0 22 15,0 0-33-15,45-1-7 16,-15 22 1-16,4 2-1 15,2 1-10-15,2 1-7 16,-1-2-2-16,-4-1 2 0,-2-3 0 16,-4-3-4-16,-5-1-36 15,-5-5-54-15,-6-5-59 16,-4-4-182-16</inkml:trace>
  <inkml:trace contextRef="#ctx0" brushRef="#br0" timeOffset="32520.95">23597 5874 85 0,'0'0'347'16,"0"0"-324"-16,0 0 33 15,-29-15-2-15,22 19-22 16,0 9-4-16,0 4-9 15,-2 4-2-15,1 2-3 0,-1 5-4 16,1 2-4-16,0-2-2 16,-2 1-1-16,1-2 1 15,-3-2-9-15,2-2-27 16,-2-5-21-16,1-3-41 16,0-7-46-16,4-7-111 0</inkml:trace>
  <inkml:trace contextRef="#ctx0" brushRef="#br0" timeOffset="32788">23805 5717 477 0,'0'0'5'16,"0"0"8"-16,0 0-5 16,-23 32 2-16,12-13-2 15,1 3-1-15,0-1-3 16,3 2-1-16,2-2-1 16,0 0-10-16,3-4-69 0,1-6-114 15</inkml:trace>
  <inkml:trace contextRef="#ctx0" brushRef="#br0" timeOffset="33047.43">23989 5793 509 0,'0'0'24'0,"0"0"29"15,41-4-27-15,-21 17-16 16,1 3-1-16,1 4-4 0,0 0-2 16,-2 0 0-16,-1-2-2 15,-3-3 2-15,-2 0-12 16,-3-4-57-16,-3-7-72 15,-1-4-160-15</inkml:trace>
  <inkml:trace contextRef="#ctx0" brushRef="#br0" timeOffset="33267.87">24324 5802 454 0,'0'0'16'16,"0"0"46"-16,-32 9-17 16,19 1-18-16,1 3-9 15,1 1-11-15,2 2-4 0,0 0-1 16,2 0 0-16,2 1-3 16,-2-3-40-16,2-1-75 15,2-6-98-15</inkml:trace>
  <inkml:trace contextRef="#ctx0" brushRef="#br0" timeOffset="33517.24">24213 5964 409 0,'0'0'53'15,"0"0"5"-15,0 0-17 16,0 0-7-16,11 41-12 16,-6-23-9-16,-1 3-5 0,-1 1-5 15,0 0-1-15,-2 1 1 16,1-2-2-16,1-1-8 16,-1-4-48-16,2-3-40 15,0-8-83-15</inkml:trace>
  <inkml:trace contextRef="#ctx0" brushRef="#br0" timeOffset="33833.61">24495 5624 509 0,'0'0'6'0,"44"10"49"16,-17 15-20-16,2 13-12 16,-3 9-3-16,-6 4-1 15,-7 3 2-15,-13 1-8 16,-3 3-7-16,-16 0-3 0,-11 0 0 15,-8 0-2-15,-7-6-54 16,-2-7-95-16,-5-10-255 16</inkml:trace>
  <inkml:trace contextRef="#ctx0" brushRef="#br0" timeOffset="35515.97">20621 7432 298 0,'-5'-7'14'0,"4"2"34"16,1 5 2-16,0 0-12 15,6 8-39-15,8 6 9 16,4 5 13-16,6 3 3 0,5 4-3 16,4 4-4-16,-1 1-9 15,1 1-3-15,-4-1 3 16,-3-1-2-16,-7-4-8 16,-2-6-35-16,-6-5-37 15,-2-9-93-15</inkml:trace>
  <inkml:trace contextRef="#ctx0" brushRef="#br0" timeOffset="35794.42">21030 7511 309 0,'0'0'12'15,"0"0"53"-15,0 0-48 0,0 0 26 16,0 0-3-16,-23 44-9 16,9-24-10-16,-2 2-5 15,-1 0-9-15,0 1-3 16,-3-2-1-16,1-3 2 16,3-1-4-16,2-3-30 15,3-3-26-15,3-3-29 0,4-3-71 16</inkml:trace>
  <inkml:trace contextRef="#ctx0" brushRef="#br0" timeOffset="36049.1">20886 7767 330 0,'0'0'15'0,"0"0"34"0,0 0-16 16,0 0-2-16,0 0 28 16,0 45-4-16,0-19-12 15,0 6-19-15,0 4-7 16,0 3-9-16,-1 1-3 0,-2-2-3 16,2-1-1-16,-1-5 2 15,1-5-1-15,1-7-8 16,0-6-30-16,0-10-63 15,-2-4-74-15</inkml:trace>
  <inkml:trace contextRef="#ctx0" brushRef="#br0" timeOffset="36588.07">20722 7265 299 0,'0'0'38'0,"0"0"-29"16,0 0 42-16,0 0-6 15,0 0-32-15,0 0 4 16,0 0 12-16,-27 27-6 16,23-11-10-16,2 0-7 15,2-2-3-15,0-4-2 0,0-2 0 16,0-3 0-16,0-4 0 15,0-1 2-15,0-5 5 16,0-6-7-16,1-4 0 16,4-5-1-16,-1 0 0 15,3-1-1-15,-2 4 1 16,0 2-1-16,1 5-1 0,0 7 2 16,1 3 10-16,1 3-7 15,2 9 3-15,4 2 2 16,3 2-2-16,5-1-1 15,2 0-2-15,1-4 2 16,2-3-3-16,-1-3-73 0,-3-5-150 16</inkml:trace>
  <inkml:trace contextRef="#ctx0" brushRef="#br0" timeOffset="37046.12">21379 7714 419 0,'0'0'30'0,"0"0"17"16,0 0-2-16,0 0 0 0,0 0-27 15,0 0-10-15,38-20-4 16,-25 20 1-16,3 0-2 16,-1 2-2-16,-1 2-1 15,0 2 2-15,-4-2-12 16,-2 0-52-16,-3 1-36 15,-5-2-103-15</inkml:trace>
  <inkml:trace contextRef="#ctx0" brushRef="#br0" timeOffset="37202.53">21384 7843 392 0,'0'0'28'16,"0"0"-13"-16,36 3-9 15,-12-3 2-15,7 0-6 16,0-4 0-16,0-5-66 16,-3-3-324-16</inkml:trace>
  <inkml:trace contextRef="#ctx0" brushRef="#br0" timeOffset="38346.94">22242 7199 140 0,'0'0'34'0,"0"0"6"16,0 0 24-16,-10-33-21 16,8 25-5-16,0 1 6 15,1 2 2-15,1 2-10 16,0 3-7-16,3 0-13 0,11 10-16 16,1 4 6-16,8 6 9 15,4 2 1-15,4 4-7 16,0 2-2-16,0 1-1 15,-3 0 1-15,-1-4-2 16,-4-2-3-16,-3-5-22 0,-4-4-21 16,-6-5-13-16,-4-4-38 15,-6-4-89-15</inkml:trace>
  <inkml:trace contextRef="#ctx0" brushRef="#br0" timeOffset="38632.99">22492 7088 330 0,'0'0'6'15,"0"0"52"-15,0 0-7 16,-35 5-18-16,25 10 6 15,-1 4-4-15,-1 3-6 0,0 3-8 16,-1 3-9-16,-1 4-5 16,-1 1-4-16,1 1 0 15,-2-1-1-15,2-1-1 16,2-4-36-16,-2-5-42 16,4-7-49-16,1-6-167 0</inkml:trace>
  <inkml:trace contextRef="#ctx0" brushRef="#br0" timeOffset="38959.19">22835 7075 462 0,'0'0'25'16,"0"0"-16"-16,0 0 14 16,13 51 19-16,-9-16-11 15,-1 6 6-15,1 4-3 16,0 4-10-16,1 1-12 16,-2 4-5-16,0 0-4 0,-1 0-1 15,0-3 0-15,-2-5-1 16,0-8-1-16,0-5-18 15,0-9-14-15,-1-8-33 16,-5-10-35-16,-3-6-90 16</inkml:trace>
  <inkml:trace contextRef="#ctx0" brushRef="#br0" timeOffset="39486.21">22819 7163 371 0,'0'0'4'16,"-3"-34"28"-16,7 16 14 15,8 3-17-15,3-1-16 16,4 5 1-16,1 2-1 15,0 1-5-15,0 6-5 16,1 2-1-16,-3 0-2 16,-2 3 0-16,-3 6 0 0,-5 4 1 15,-3-1-1-15,-5 4 0 16,0-2 1-16,-5 0 0 16,-5 1 0-16,-3-2 0 15,1-1 0-15,-1-2-1 16,3-3 0-16,1-1-1 0,4-1-2 15,5-2 2-15,0 0 0 16,7-2 0-16,6 2 1 16,5-2 0-16,2 1 0 15,0 1 0-15,-1 4-1 0,-3-1 0 16,-2 4 1-16,-5 1-1 16,-4 2 1-16,-5 1 0 15,0 1 1-15,-3-1 2 16,-8-1 2-16,-3 0 2 15,-3-3 4-15,0-2-6 16,-2-3-3-16,0 0 0 0,2-2 0 16,0-3 0-16,1 0-9 15,1 0-50-15,2-8-61 16,3-7-177-16</inkml:trace>
  <inkml:trace contextRef="#ctx0" brushRef="#br0" timeOffset="39955.14">22960 6789 245 0,'0'0'151'0,"0"0"-149"0,0 0 23 0,-36 8 2 15,27 4-11-15,0 1 4 16,1 2-6-16,-1-3-3 16,2 1-5-16,-1-1-4 0,3-2 1 15,0-3-1-15,3-2 0 16,2-1 1-16,0-4-2 15,0 0 1-15,0-2 5 16,6-8-6-16,3-3 0 16,2-3 0-16,-1-2-2 0,1 0 2 15,-4 1-1-15,1 2 0 16,-4 3-1-16,-1 3 0 16,-3 5 2-16,2 4 35 15,-1 0-25-15,2 10-8 0,4 3 10 16,3 1-1-1,6 2-6-15,2-1-1 0,5 1-4 16,3-1 2-16,-2-6-30 16,0-6-138-16</inkml:trace>
  <inkml:trace contextRef="#ctx0" brushRef="#br0" timeOffset="46015.44">12855 9769 235 0,'0'0'178'0,"0"0"-164"0,-30-5 23 16,25 7-17-16,1 8-8 15,2 6 7-15,2 2 5 16,0 2-12-16,7 3-5 15,3 0-4-15,0 1-2 16,4-2 1-16,-2-3-1 0,0-2-5 16,2-6-25-16,0-3-8 15,-2-5 2-15,0-3-7 16,-2 0-4-16,-2-10-13 16,0-5-7-16,-3-3 5 15,-2-3-48-15</inkml:trace>
  <inkml:trace contextRef="#ctx0" brushRef="#br0" timeOffset="46613.09">13328 9452 306 0,'0'0'6'0,"0"0"30"0,0 0-4 16,-27-33 8-16,12 30-23 15,-6 2-8-15,-5 1 12 16,-1 2-6-16,-5 10 6 16,0 1-2-16,-1 3-4 15,3 4-4-15,3 0-4 0,5 1-1 16,6 1-2-16,5-2-2 16,6 0 0-16,5-1 0 15,5-2-1-15,12-2 2 16,8-3 1-16,6-3-1 15,7 0 4-15,2-1 0 0,-3 0-5 16,-2 0-3-16,-7 2 3 16,-7 3-1-16,-6 1 2 15,-10 2-1-15,-3 1-4 16,-2-1 2-16,-6 3 0 16,-10-1 3-16,-6-1-2 0,-3 0 0 15,-6-1 1-15,-3-1-1 16,-4-1-1-16,0-2 1 15,0-1 0-15,0-3 0 16,5-1-1-16,6-2-1 16,7-4-2-16,5-1 2 0,10 0-22 15,5-3-54-15,11-9-43 16,6-4-163-16</inkml:trace>
  <inkml:trace contextRef="#ctx0" brushRef="#br0" timeOffset="47095.34">13394 9678 312 0,'0'0'127'0,"0"0"-99"0,0 0 40 15,0 0-26-15,0 0-25 16,0 0-15-16,0 0 0 15,0 0 3-15,0 0 0 16,7 30-1-16,6-14 5 0,-1 1-2 16,3-1-4-16,-1 1 3 15,3-2-2-15,-1-2-3 16,1-6-15-16,0-4-1 16,-1-3 3-16,0-4 7 15,-1-9-1-15,0-6 3 16,-3 0-3-16,-2-4-6 0,-6 3-6 15,-2 0-1-15,-2 4 19 16,0 3 13-16,-4 4 10 16,0 3 4-16,-3 6-6 15,2 0-6-15,1 3-9 16,3 6-4-16,1 4 3 0,0 1 2 16,5 1-1-16,7 0 3 15,1 0-1-15,4-3 1 16,1-1-2-16,2-1-7 15,0-3-30-15,-1-4-31 16,-3-2-25-16,-2-1-56 0,-3-3-74 16</inkml:trace>
  <inkml:trace contextRef="#ctx0" brushRef="#br0" timeOffset="49126.45">14610 9584 481 0,'0'0'15'0,"0"0"-8"15,-34 8 6-15,26 1 10 16,1 2-8-16,2 2 3 15,4 0-6-15,1-1-6 0,1 1-2 16,6-1-2-16,3-2 0 16,3-1-1-16,0 0 1 15,2-4-2-15,0-4-19 16,1-1-13-16,-1 0 3 16,-3-9 11-16,0-4 10 0,-5-3 6 15,-4-3-9-15,-3 1-18 16,-2 1-4-16,-10 0 34 15,-7 5 7-15,-4 5-7 16,-4 3-1-16,1 4-1 16,1 0 1-16,3 4 0 0,8 2 1 15,4 1-1-15,6 0-1 16,4-1-46-16,9-4-84 16,10-2 28-16</inkml:trace>
  <inkml:trace contextRef="#ctx0" brushRef="#br0" timeOffset="50095.45">13798 9635 222 0,'0'0'5'0,"0"0"38"0,0 0-2 16,0 0-22-16,0 0 4 15,-12 34 2-15,12-20 3 0,0 4-13 16,4-1-4-16,2 0-6 15,1 1 0-15,-2-2-4 16,1-3 1-16,-3-3-2 16,1-3 1-16,-3-4 0 15,-1-3 0-15,2-1 4 0,-2-10-3 16,0-2-2-16,0-2 1 16,0-3-1-16,0-2 0 15,3 1 0-15,1 1 0 16,0 4 0-16,3 1 0 15,-1 5 0-15,0 5 0 0,2 3-1 16,-2 0 0-16,2 9 0 16,-1 2 1-16,0 3 0 15,-1 0 1-15,2 2-1 16,-2 0 0-16,0-3 1 16,-1-1 0-16,-2-4-1 0,0-1 2 15,-2-2-2-15,-1-5 0 16,0 0 2-16,0-2 2 15,0-5-2-15,0-4-2 16,0-2 0-16,0-3 1 16,0 2-1-16,2-1-1 0,4 3 3 15,0 3-3-15,3 5 1 16,-2 3 0-16,1 1 0 16,1 5-1-16,-4 4 2 15,3 3 3-15,-3 1 0 16,2-1 3-16,-4 1-3 0,2 0-2 15,-3 1-1-15,2 0 0 16,0 0 0-16,-1 1-3 16,3-2-40-16,-2-1-60 15,2-4-93-15</inkml:trace>
  <inkml:trace contextRef="#ctx0" brushRef="#br0" timeOffset="51099.21">14737 9699 450 0,'0'0'2'0,"0"0"0"15,0 0 12-15,0 0-2 16,38-31-3-16,-22 28-2 16,0-1-4-16,0 0-1 0,-2-6-35 15,-1-7-318-15</inkml:trace>
  <inkml:trace contextRef="#ctx0" brushRef="#br0" timeOffset="53065.35">14811 9455 137 0,'0'0'50'0,"0"0"-25"0,0 0 1 15,0 0 69-15,0 0-65 16,0 0 1-16,0 0-7 16,0 0-8-16,0 0-2 15,-36-28-2-15,26 28 1 16,0 0-1-16,0 7-4 0,1 3-3 16,2 4-2-16,0 3 2 15,1 4-2-15,3 6 2 16,2 3 17-16,1 7 0 15,0 1-12-15,0 5-6 16,0 3-2-16,0 1 1 0,0-1-1 16,0 1-1-16,-6-1-1 15,-1-4 1-15,-3-4-1 16,-3-5 1-16,0-5-1 16,1-5 0-16,1-6 1 15,0-7-1-15,1-2 0 0,4-6 1 16,1-2-1-16,2 0-11 15,3-9-55-15,0-4-33 16,0-6-117-16</inkml:trace>
  <inkml:trace contextRef="#ctx0" brushRef="#br0" timeOffset="53308.07">14697 9775 355 0,'0'0'20'0,"0"0"30"0,38-21-13 16,-14 11-8-16,6 0 4 16,6 1-7-16,-1-2-15 15,0 3-8-15,-6 3-1 16,-6 0-3-16,-9-1-56 0,-8-1-130 15</inkml:trace>
  <inkml:trace contextRef="#ctx0" brushRef="#br0" timeOffset="53874.44">15609 9420 378 0,'0'0'6'0,"0"0"35"16,-42-13-16-16,23 13-13 16,-1 5-6-16,2 3 2 15,3 5 1-15,2-2-5 16,6 3-3-16,7 1 0 15,0 1 0-15,10-1 0 0,8 2-1 16,4 1 2-16,1 0-2 16,1 4 0-16,-4-1 1 15,-3 1-1-15,-7-1 0 16,-6-1 0-16,-4 0 1 16,0-4-1-16,-10-4 1 0,-2 0 0 15,-2-4-1-15,-2-1 2 16,-1-3-2-16,0-2 3 15,-3 1 0-15,0-3-3 16,2 2 0-16,1-2 1 0,0 0-2 16,6 0-2-16,5 0-30 15,6-1-38-15,0-5-63 16</inkml:trace>
  <inkml:trace contextRef="#ctx0" brushRef="#br0" timeOffset="54745.28">15891 9549 231 0,'0'0'57'0,"0"0"-39"0,-4-33 48 16,-8 27-18-16,-1 0-15 15,-2 4 1-15,-3 1-8 16,-1 1 0-16,1 2-12 15,1 6-4-15,4 4-4 16,-1 3-2-16,6 1-2 0,2 4-1 16,6 1-1-16,0 1 0 15,2-1 1-15,7-1-1 16,3-5 0-16,3-2-1 16,-2-6-2-16,2-3-7 15,1-4 0-15,-3-4 7 0,0-8 3 16,-1-2 0-16,-5-3 1 15,-1 2-1-15,-4-1 1 16,-2 2-1-16,0 3 0 16,0 4 2-16,0 1 7 15,0 5 9-15,0 1-3 0,0 6-15 16,0 8 3-16,0 3 1 16,0 4 2-16,0 3-2 15,5 2-2-15,0 0-2 16,3 1 2-16,-1-3-2 15,2-2 1-15,1-4-1 0,0-7 0 16,0-4 0-16,1-7 1 16,1 0-1-16,0-13 1 15,1-5 0-15,-1-5 0 16,3-4-1-16,-2-4 2 16,-2-3-2-16,-2 1 0 0,-3 1 0 15,-2 4 0-15,-2 5 1 16,-2 6-1-16,0 5 0 15,0 6 16-15,0 6 10 16,0 0-22-16,0 7-3 16,0 6-1-16,0 4 1 15,0 2 0-15,7 0-2 16,1 0 3-16,1-1-2 0,3-3 0 16,1-2 1-16,-2-3-2 15,1-3 2-15,0-2-1 16,-1-5-1-16,0 0 1 0,-1-5 0 15,0-8 0-15,0-2 0 16,-2-3 0-16,-4-2 0 16,2 3 0-16,-6 0-1 15,0 3 1-15,0 3 1 16,0 4-2-16,-3 5 2 0,-1 2-1 16,0 0 0-16,-1 7-1 15,3 4 2-15,2 1-1 16,0 3 0-16,5 0 1 15,4 1-2-15,5-3 1 16,1-1 1-16,3-2-1 16,1-2 0-16,1-1-9 0,-1-2-64 15,-1-4-63-15,-1-1-135 16</inkml:trace>
  <inkml:trace contextRef="#ctx0" brushRef="#br0" timeOffset="55181.27">16530 9547 374 0,'0'0'5'15,"0"0"16"-15,-10-34 39 16,-2 30-30-16,-3 3 1 16,-3 1 6-16,-1 1-11 0,0 7-8 15,4 4-8-15,5 3-3 16,1 0-3-16,6 3-2 15,3 1-2-15,0-1 2 16,9 0-2-16,1-3 0 0,5-3 0 16,-1-3 0-16,3-2 0 15,-1-6-9-15,-1-1-8 16,0-5 8-16,-2-8 5 16,-3-4 4-16,-4-2 0 15,-2-2-1-15,-2 1 2 0,-2 0-1 16,0 3-1-16,-5 5 3 15,1 3-2-15,0 4 5 16,-1 4 6-16,3 1 0 16,0 7-7-16,2 5-2 15,0 5 3-15,2 2-2 16,6 0-1-16,2-1-1 0,4-2-1 16,0-3 0-16,2-1 1 15,-1-4-1-15,0-4-42 16,-3-4-76-16,-1 0-158 15</inkml:trace>
  <inkml:trace contextRef="#ctx0" brushRef="#br0" timeOffset="55485.44">16665 9518 425 0,'0'0'7'0,"0"0"44"0,0 0 1 16,0 0-45-16,0 0-5 15,0 0 15-15,0 0 2 16,41 28-10-16,-27-13-6 16,0 2-3-16,-2 0 0 15,-1-1 3-15,-3-2-4 16,-3-1 2-16,-1-3 0 0,-3-5-2 16,-1-1 0-16,0-4-1 15,0-1 4-15,0-10-1 16,0-4 0-16,0-3-1 15,0-4 0-15,0 0 1 0,3 0-1 16,5 2 1-16,-1 3-2 16,1 3 0-16,4 5-34 15,-1 4-29-15,2-1-50 16,1 3-150-16</inkml:trace>
  <inkml:trace contextRef="#ctx0" brushRef="#br0" timeOffset="57127.18">17055 9627 134 0,'0'0'70'16,"0"0"-23"-16,0 0 11 15,0 0 9-15,0 0-27 16,0 0-5-16,0 0-6 0,0 0-9 16,0 0 1-16,9-33-7 15,6 24-1-15,2 1 0 16,3-1-5-16,0-2-1 16,-1 0-3-16,-5 0-2 15,0-1 0-15,-5-1-1 0,-3 2 0 16,-6 0 1-16,0 1 1 15,-9 3-2-15,-8 4-1 16,-4 3 2-16,-2 0-2 16,1 7 3-16,-2 5-1 15,7 4 1-15,4 2-1 0,6 3 1 16,7 1 0-16,3 1-1 16,10-2-2-16,6-3 2 15,5-3-2-15,3-4 1 16,3-5 1-16,1-6-2 15,0 0 1-15,0-3 0 0,-1-10 0 16,-1-3-1-16,-1-5 2 16,-6-4-1-16,-1-1 0 15,-2-2 0-15,-7 2-1 16,-1 4 2-16,-3 6-2 16,-1 6 0-16,1 6 0 0,0 4 0 15,1 7 0-15,1 8 0 16,0 6 0-16,1 1 1 15,0 3 2-15,-4-3 2 16,-2 0-3-16,-2-4-1 16,-3-3 0-16,-1-3-1 0,-12-1 1 15,-5-4-1-15,-5 1-2 16,-8-2-30-16,-2-4-92 16,-6-2-293-16</inkml:trace>
  <inkml:trace contextRef="#ctx0" brushRef="#br0" timeOffset="58031.65">11968 10603 154 0,'0'0'82'16,"0"0"-79"-16,0 0 23 15,0 0-17-15,0 0-7 0,0 0 10 16,0 36 30-16,5-9 0 15,1 4 4-15,3 7-17 16,0 1-16-16,-1 3-6 16,-3-1-5-16,2-3-1 15,-5-3-1-15,0-3 0 0,-2-6 0 16,0-5-1-16,0-4-10 16,-4-7-77-16,-5-7-34 15</inkml:trace>
  <inkml:trace contextRef="#ctx0" brushRef="#br0" timeOffset="59513.04">11917 10869 165 0,'0'0'3'0,"0"0"28"16,0 0-9-16,0 0-8 0,0 0-8 16,0 0 10-16,0 0 12 15,0 0-9-15,0 0-1 16,0 0-2-16,-31 24 5 15,19-11 0-15,-4 4-8 16,-3 3-5-16,-6 3-3 0,-2 3-4 16,-3 1 0-16,0-2 0 15,-2 1 0-15,2-4-1 16,3-3 0-16,7-5 1 16,6-3-1-16,6-3 0 15,8-4 1-15,7-2-2 0,13-1 2 16,10-1-1-16,7 0 20 15,5 0-5-15,3 0-11 16,-3 0-2-16,-6 8 0 16,-6 3-1-16,-9 3 0 15,-11 6-1-15,-9 4 1 0,-2 4-1 16,-17 2 2-16,-7 3 0 16,-6 0-2-16,-6-1 2 15,-2-2-1-15,-2 1-1 16,-1 2 1-16,-1-3-1 15,1 3 1-15,3-2 0 0,4-1 0 16,7-3-2-16,9-4 1 16,11-4 0-16,8-4 0 15,13-4 0-15,16-5 0 16,9-5 1-16,12 0 18 16,10-6-1-16,6-7-7 0,1-1 3 15,0-2 0-15,-5 3-5 16,-5-1-2-16,-13 5-4 15,-7 1-2-15,-13 2-1 16,-8 2 1-16,-8 0-1 16,-6-1 1-16,-2-2 3 0,-3 1-2 15,-4-5-1-15,-3 1 0 16,1-2 2-16,2 0 11 16,3 2 11-16,1 1-7 15,1 2 4-15,2 5-7 16,2 1-10-16,5 5-4 15,2 8-1-15,2 6 0 0,0 3 1 16,-1 5-1-16,0 0 1 16,-3 1-1-16,-3 2-1 15,-4-2-5-15,0 1-55 16,-7-2-55-16,-11-3-109 16</inkml:trace>
  <inkml:trace contextRef="#ctx0" brushRef="#br0" timeOffset="59808.96">11571 12148 313 0,'0'0'73'0,"0"0"5"0,0 0-27 16,0 0-37-16,0 0 2 15,-14 45 12-15,14-21 3 16,0 2-14-16,4-1-13 0,0-1-2 16,0 1-2-16,0-1 0 15,-1-2-4-15,-3-3-51 16,0-5-40-16,0-7-101 15</inkml:trace>
  <inkml:trace contextRef="#ctx0" brushRef="#br0" timeOffset="59994.15">11452 12050 454 0,'0'0'2'16,"-7"-33"18"-16,6 21 5 15,1 4-10-15,1 4-13 16,6 1-1-16,0 4-1 16,3-1-1-16,0 3-42 15,0 1-100-15,1-1-78 0</inkml:trace>
  <inkml:trace contextRef="#ctx0" brushRef="#br0" timeOffset="60226.17">11727 12100 465 0,'0'0'15'0,"0"0"9"16,0 0-22-16,0 0-1 15,0 0 0-15,42 1 1 0,-22-1-1 16,0-2 0-16,0-1 0 15,-3 1-1-15,-1 2-9 16,-5 0-46-16,-8 0-38 16,-2 6 2-16,-1 5-8 15</inkml:trace>
  <inkml:trace contextRef="#ctx0" brushRef="#br0" timeOffset="60361.21">11745 12281 135 0,'0'0'31'0,"0"0"4"0,-10 28-21 15,12-25-4-15,9-3 5 16,3 0 11-16,6-3-16 16,1-6-7-16,1-2-2 15,2 1-9-15,0-5-48 16,-4 1-124-16</inkml:trace>
  <inkml:trace contextRef="#ctx0" brushRef="#br0" timeOffset="60532.35">12051 12157 541 0,'0'0'11'0,"4"28"2"0,-2-9 4 15,3 2-1-15,3 3-3 16,-1-1 6-16,2-1-13 16,-2-2-5-16,3 3-1 15,-4-8-6-15,-2-4-132 16,-3-10-266-16</inkml:trace>
  <inkml:trace contextRef="#ctx0" brushRef="#br0" timeOffset="61317.31">11477 10352 354 0,'0'0'5'0,"0"0"21"0,0 0-15 0,0 0-9 16,0 0 6-16,0 0 17 16,34 34-2-16,-24-17-15 15,-2 0-5-15,-3 1-1 0,-2-2-1 16,-2-1-1-16,-1-3 1 16,1-4 0-16,-4-4 0 15,-1-4 1-15,-2-1 2 16,2-12 0-16,-1-5-1 15,2-4 6-15,3-7 7 0,0 2-9 16,0-2-4-16,10 2 1 16,1 7 13-16,3 6 4 15,2 8-12-15,3 6-5 16,3 2-3-16,1 12 0 16,3 5-1-16,-2 3 0 0,0 3 1 15,-2 2-2-15,-3 1-1 16,-6-3-87-16,-8-6-206 15</inkml:trace>
  <inkml:trace contextRef="#ctx0" brushRef="#br0" timeOffset="65950.03">12184 10839 193 0,'-8'-3'86'0,"3"-1"-56"0,0 1 51 15,1 1-15-15,3 2-30 16,1 0-11-16,0 0-20 16,5 2-3-16,7 5 11 15,4 1 12-15,4 2-4 16,4 2-6-16,1 1-1 0,2 2-13 16,0-1 1-16,-4 1-2 15,-1 0 0-15,-3 0 1 16,-1-3-2-16,-4 1-11 15,-3-3-57-15,-3-4-44 0,-1-2-65 16</inkml:trace>
  <inkml:trace contextRef="#ctx0" brushRef="#br0" timeOffset="66228.27">12583 10818 125 0,'0'0'193'16,"0"0"-146"-16,0 0 18 15,0 0-40-15,0 0-3 0,0 0 10 16,-30 24-4-16,22-10-11 16,-4 1-7-16,0 0-7 15,-1 3-2-15,-2-2 0 16,3 2 0-16,-4 0-1 0,3-3 0 15,2-2-2-15,1-1-29 16,3-4-14-16,4-1-39 16,1-5-44-16,0-2-77 15</inkml:trace>
  <inkml:trace contextRef="#ctx0" brushRef="#br0" timeOffset="66462.47">12402 11039 302 0,'0'0'40'0,"0"0"24"0,0 0-45 15,0 0 28-15,1 33-10 16,5-17-8-16,0 6-8 16,2 3-15-16,-2 3 2 15,0 3-5-15,0 2-2 16,-3 1 0-16,1-1-1 0,-3-4-2 15,1-3-31-15,-1-6-27 16,-1-7-67-16,0-6-59 16</inkml:trace>
  <inkml:trace contextRef="#ctx0" brushRef="#br0" timeOffset="66704.67">12587 11369 463 0,'0'0'38'16,"0"0"-21"-16,6 30 26 16,-2-12-15-16,2 2-2 15,-2 2-13-15,1 3-10 0,0 0-2 16,-3 0 0-16,0-3-2 15,1-3 0-15,-3-4-27 16,0-5-40-16,0-5-46 16,0-5-57-16</inkml:trace>
  <inkml:trace contextRef="#ctx0" brushRef="#br0" timeOffset="66910.19">12586 11284 455 0,'0'0'7'0,"0"0"37"16,0 0-14-16,0 0-11 16,0 0-16-16,0 0-5 15,0 0 4-15,0 0-30 0,11-12-115 16,-6 8-137-16</inkml:trace>
  <inkml:trace contextRef="#ctx0" brushRef="#br0" timeOffset="67394.36">12673 10669 433 0,'0'0'0'0,"0"0"41"16,-14-35-15-16,14 25 6 0,0 4-20 15,8 1-3-15,1 5-3 16,1 0-4-16,0 1-2 16,0 9 0-16,-3 3 0 15,-1 4 0-15,-4 3 0 16,-1 1 0-16,-1 2 0 0,-1-1 1 15,-4 1-1-15,-2-3-1 16,-1-3 2-16,3-3-2 16,2-2 2-16,3-5-2 15,0-4 1-15,7 0 0 16,5-3 0-16,5 0 0 0,3 0-18 16,3 0-50-16,0-1-58 15,2-3-9-15</inkml:trace>
  <inkml:trace contextRef="#ctx0" brushRef="#br0" timeOffset="67630.02">12896 11137 489 0,'0'0'12'0,"29"-2"5"16,-9-5-13-16,4 2-1 15,1 0-2-15,0-1 1 16,-2 2-2-16,0-1-2 0,-5-3-64 16,-1-1-190-16</inkml:trace>
  <inkml:trace contextRef="#ctx0" brushRef="#br0" timeOffset="68412.5">13420 10981 448 0,'0'0'3'0,"0"0"38"16,-13-36-12-16,13 25 11 16,0 0-22-16,7 3-1 0,4 3 2 15,4 2-10-15,4 3-5 16,1 0-3-16,0 8 1 16,0 5-2-16,-1 2 1 15,-3 6-1-15,-3 1 0 16,-3 3 1-16,-4 0-2 0,-3 0 1 15,-3 0 1-15,0-4-1 16,0-3 0-16,-6-5 1 16,2-3-2-16,-1-5 2 15,0-3-1-15,3-2 2 16,-2-4 1-16,3-9-2 16,1-7 0-16,0-6 15 0,6-6-12 15,6-4-3-15,7-2 0 16,1 2-1-16,3 4 0 15,-1 8 2-15,0 7 2 16,-2 11 0-16,-2 6-2 0,-5 4-1 16,-1 10-1-16,0 5 0 15,-1 3 1-15,-4 4-1 16,0 1 0-16,-1 1 0 16,-1 0 0-16,1-3-1 15,-3-2-25-15,1-3-56 16,-1-5-45-16,-1-7-95 0</inkml:trace>
  <inkml:trace contextRef="#ctx0" brushRef="#br0" timeOffset="68677.39">13924 10784 418 0,'0'0'137'0,"0"0"-122"0,0 0 25 16,0 0-13-16,0 0-25 15,0 0 0-15,34 2 13 16,-16 14-2-16,2 3-10 16,1-1-2-16,0 2 0 15,-1-3-1-15,-2-2 0 0,0-2-31 16,-2-4-70-16,-2-7-78 15,-2-2-108-15</inkml:trace>
  <inkml:trace contextRef="#ctx0" brushRef="#br0" timeOffset="69033.21">14240 10774 381 0,'0'0'147'15,"0"0"-108"-15,0 0-16 16,0 0-22-16,-32 10 7 15,18 5 15-15,-3 2-3 16,1 1-11-16,0 0-6 0,2 0-2 16,1-3-1-16,4 0 1 15,2-5-2-15,1-2 0 16,6-3-31-16,0-2-29 16,0-1-2-16,4-2 9 15,1 0 23-15,2 0 22 0,-3 0 11 16,1 0 0-16,-4 1 16 15,1 4 14-15,-2 5 10 16,2 4 0-16,0 6 2 16,2 4-12-16,-1 5-8 15,1 0-6-15,-1 1-15 0,0 2-1 16,-2-4-2-16,1-2 1 16,-2-3-1-16,1-3-2 15,-1-7-37-15,2-6-60 16,-2-7-103-16</inkml:trace>
  <inkml:trace contextRef="#ctx0" brushRef="#br0" timeOffset="69345.45">13846 10656 509 0,'0'0'8'0,"0"0"34"0,0 0-27 16,37-10 24-16,-7 6-12 15,7 0-6-15,5-1-11 16,3-1-8-16,-2 0-1 0,-2 4-1 15,-5-1-2-15,-4 1-50 16,-7-1-91-16,-5-2-186 16</inkml:trace>
  <inkml:trace contextRef="#ctx0" brushRef="#br0" timeOffset="69658.38">14334 10565 458 0,'0'0'54'0,"16"-30"-32"16,-9 14 16-16,3 6 18 0,-1 1-24 15,-2 5-18-15,2 4-10 16,-4 0-3-16,1 6-1 16,-2 6 0-16,-1 4 0 15,-3 1-1-15,0 2 1 16,0 1 1-16,0 0-3 0,-4 1-6 15,0-2-11-15,-2-1-3 16,0-3-7-16,2-3 12 16,0-2 11-16,4-4 3 15,0-1 2-15,1-5 0 16,9 0 1-16,4 0 1 0,6 0-1 16,4-2 0-16,2-1-2 15,4 0-67-15,0 1-75 16,-1-1-43-16</inkml:trace>
  <inkml:trace contextRef="#ctx0" brushRef="#br0" timeOffset="69923.16">14900 10844 509 0,'0'0'60'16,"0"0"10"-16,30-23-53 15,-13 19-12-15,3 1 0 0,-1 3-2 16,-2 0-2-16,-3 0-2 16,-2 4-3-16,-5 5-70 15,-5-3-54-15,-2 0-109 16</inkml:trace>
  <inkml:trace contextRef="#ctx0" brushRef="#br0" timeOffset="70080.14">14918 10996 518 0,'0'0'35'16,"0"0"-24"-16,0 0-5 0,30 2 7 15,-11-6 4-15,4-2-11 16,0-2-4-16,2-1-3 15,-2-4-97-15,-3-2-301 16</inkml:trace>
  <inkml:trace contextRef="#ctx0" brushRef="#br0" timeOffset="82341.64">16434 10215 182 0,'0'-10'30'0,"0"0"32"16,0 5-6-16,-2 0 10 16,0 5-18-16,0 0-17 15,2 10-28-15,1 7 3 0,-1 4 14 16,5 5 1-16,0 4-10 16,2 3-6-16,-1 3-2 15,0-1-1-15,1-2-2 16,0-1 1-16,-1-6-1 15,0-5-2-15,-4-4-31 0,-2-4-43 16,0-3-69-16,-2-7-82 16</inkml:trace>
  <inkml:trace contextRef="#ctx0" brushRef="#br0" timeOffset="83115.45">16446 10441 226 0,'0'0'49'0,"0"0"-18"0,0 0 22 16,0 0-43-16,0 0-3 16,0 0 11-16,0 0 6 15,0 0-12-15,-17 36-5 16,4-21-3-16,-1 1-2 15,-4 1-1-15,-2 0 0 0,-3-1 0 16,-4 1 0-16,-1-1-1 16,-2 0 1-16,0 1-1 15,1 0 1-15,1-2-1 16,5-2 0-16,4 0 0 16,8-1 0-16,5-4 0 0,6-1 0 15,5-2 0-15,14-3 0 16,9 0 1-16,11-2 11 15,9 0 18-15,5-3-6 16,2 0-4-16,-3 3-9 16,-7 0 3-16,-10 0-1 0,-10 8-9 15,-9 5-3-15,-10 4 0 16,-6 1-1-16,-12 3 1 16,-9 1 0-16,-8 3 0 15,-9 1 0-15,-5-1-1 16,-2 3 0-16,-3-2 0 15,0 1 0-15,4-1 1 0,2 0-1 16,8-2-1-16,4-1 2 16,10-6-2-16,5-2 2 15,8-3-1-15,9-5-1 16,-2 0 0-16,10-5 2 16,7-2-1-16,6 0 0 0,5-4 1 15,7-4-2-15,3-4 2 16,4-1-1-16,-1 1 2 15,1 1-2-15,-5 1 3 16,-2 3-1-16,-3 0 0 0,-6 3-2 16,-3 0 1-16,-4 0-1 15,-5 1 0-15,-2 1 0 16,-6 0 0-16,-2 0 1 16,-2 0 1-16,-2 1 0 15,0 1 1-15,0 0 11 16,0 0 9-16,0 1-9 0,0 10-12 15,0 2-1-15,0 5 2 16,0 2-2-16,3 1 0 16,4 1 0-16,-3-2-1 15,2-1 0-15,-5 0-3 16,-1 0-78-16,-3-4-112 0</inkml:trace>
  <inkml:trace contextRef="#ctx0" brushRef="#br0" timeOffset="83549.36">15932 11679 338 0,'0'0'91'0,"0"0"-22"0,0 0-30 0,0 0-33 16,0 0 12-16,0 0 10 15,8 35-2-15,0-19-14 16,-2 0-8-16,0 1-1 16,0-1-3-16,-1 0 1 15,-3-1-1-15,-1-2-2 0,-1-2-50 16,0-2-23-16,-3-4-57 15,-5-3-19-15</inkml:trace>
  <inkml:trace contextRef="#ctx0" brushRef="#br0" timeOffset="83755.28">15879 11549 436 0,'0'0'22'0,"0"0"15"0,2-30-7 16,-1 26-17-16,4 2-10 16,-3 2-3-16,2 0 0 15,1 8 0-15,1 0-4 16,0 1-76-16,-3-3-111 0</inkml:trace>
  <inkml:trace contextRef="#ctx0" brushRef="#br0" timeOffset="83969.3">16103 11620 483 0,'0'0'23'15,"0"0"-6"-15,38-26 7 16,-19 19-9-16,0 1-10 0,2 1-1 15,-1 3-3-15,-4 2-1 16,-2 0 0-16,-4 0-7 16,-4 7-65-16,-6 1-87 15,0 0-76-15</inkml:trace>
  <inkml:trace contextRef="#ctx0" brushRef="#br0" timeOffset="84162.13">16131 11742 324 0,'0'0'15'16,"0"0"70"-16,0 0-59 0,0 0 31 16,37-3-27-16,-13-5-15 15,3-2-9-15,3 0-3 16,-1 2-2-16,-1-2-1 16,-1 3 0-16,-3 1-48 15,-4 0-110-15,-3-2-149 0</inkml:trace>
  <inkml:trace contextRef="#ctx0" brushRef="#br0" timeOffset="84366">16528 11590 456 0,'0'0'36'0,"0"0"6"16,0 0-13-16,0 0-6 15,0 0 26-15,14 31-13 16,-12-12-14-16,2 1-10 15,-2 1-9-15,1-1-2 16,2-2-1-16,-1-1 0 0,2-4-30 16,-4-5-107-16,0-6-238 15</inkml:trace>
  <inkml:trace contextRef="#ctx0" brushRef="#br0" timeOffset="85627.15">15897 10084 165 0,'0'0'51'0,"0"0"4"15,0 0-7-15,0 0 9 16,0 0-14-16,0 0-12 15,0 0-9-15,0 0-10 16,0 0-6-16,0 0 2 0,0 0 11 16,0 0-4-16,0 0-4 15,-11-10-9-15,14 5-2 16,4 0 1-16,0-1-1 16,3 0 1-16,1 2-1 15,1 0 0-15,0 1 0 0,-1 3 0 16,1 0 0-16,-1 0 0 15,-1 7-1-15,0 3 2 16,0 1-1-16,-2 4 0 16,-1 2 0-16,-2 0 1 15,-2 1 0-15,-1 0 0 16,1-2-1-16,-3-1 1 0,0-3-1 16,0-3 2-16,0-3-2 15,0-3 0-15,-3-1 1 16,0-2 3-16,1 0 1 15,0 0 6-15,-1-1 1 0,0-5-3 16,1-3-4-16,1-1 0 16,0-4-2-16,1-2-2 15,0-2 0-15,-2 0-1 16,4-1 1-16,3-1-1 16,4 4 0-16,0 1 0 0,2 3 1 15,0 4-2-15,3 1 2 16,-1 6-2-16,0 1 1 15,-1 0 0-15,1 8 0 16,1 2 0-16,-3 1 1 16,2 3-2-16,-3 0 1 0,0 0 1 15,0 0-2-15,-2 1 1 16,-1 0-1-16,-3-3-40 16,-2-2-117-16</inkml:trace>
  <inkml:trace contextRef="#ctx0" brushRef="#br0" timeOffset="87093.36">16759 10329 210 0,'0'-5'21'16,"0"1"9"-16,-3 0 39 0,-4 4-9 16,0 0-19-16,-3 11-5 15,0 5-5-15,0 9 3 16,1 5-14-16,2 6-10 16,7 2 25-16,0 2-24 15,7 0-3-15,10-4-4 0,5-1-2 16,1-4-1-16,6-4-1 15,0-4 1-15,-1-5-1 16,0-2 0-16,-3-6-12 16,-2-5-71-16,-7-5-81 15,-2-3-78-15</inkml:trace>
  <inkml:trace contextRef="#ctx0" brushRef="#br0" timeOffset="87357.91">16938 10355 361 0,'0'0'19'16,"0"0"64"-16,0 0-26 15,0 0-41-15,0 0-11 0,38 3 13 16,-14 9-2-16,0 3-10 15,3 1-5-15,-3 1 0 16,-3 1-2-16,0-2-20 16,-4-5-77-16,-3-4-122 0</inkml:trace>
  <inkml:trace contextRef="#ctx0" brushRef="#br0" timeOffset="87578.4">17261 10375 339 0,'0'0'20'0,"0"0"27"15,0 0-10-15,0 0 7 16,-33 23-17-16,22-13-10 16,-3 0-6-16,3 1-7 0,-1 0-3 15,0 2 0-15,1-2 0 16,0 1-1-16,2-1 0 15,1-1-5-15,3-1-31 16,1-3-58-16,3-2-59 16,1-2-108-16</inkml:trace>
  <inkml:trace contextRef="#ctx0" brushRef="#br0" timeOffset="87826.44">17132 10544 363 0,'0'0'41'15,"0"0"36"-15,0 0-57 16,0 0 14-16,0 0 19 16,0 0-11-16,15 29-14 15,-11-16-14-15,1 2-9 16,-2 3-4-16,-1 2 0 0,2 0 0 16,-4 0-1-16,0 0 0 15,0-1 0-15,0-2-13 16,1-2-49-16,-1-3-21 15,0-4-45-15,2-2-68 16</inkml:trace>
  <inkml:trace contextRef="#ctx0" brushRef="#br0" timeOffset="88091.14">17300 10697 451 0,'0'0'49'15,"0"0"21"-15,0 0-41 16,0 0-24-16,0 0 4 0,0 0 10 16,0 0-9-16,10 30-8 15,-8-17 0-15,1 3-1 16,-1-1-1-16,0 2 0 15,-2-1-23-15,0-2-71 16,0-3-59-16,-5-4-75 0</inkml:trace>
  <inkml:trace contextRef="#ctx0" brushRef="#br0" timeOffset="88282.51">17306 10603 409 0,'0'0'4'15,"0"0"43"-15,0 0-4 0,0 0-32 16,0 0-7-16,0 0-3 16,0 0-1-16,0 0 0 15,16-15-31-15,-14 20-113 16,0-2-79-16</inkml:trace>
  <inkml:trace contextRef="#ctx0" brushRef="#br0" timeOffset="88664.31">17530 10568 498 0,'0'0'27'0,"0"0"7"16,0 0-7-16,0 0-13 16,28-16 0-16,-11 12 7 15,3 0-8-15,4 0-10 16,-1 0-2-16,1 1-1 16,-1 0 1-16,-1 2-2 0,-5 0-18 15,-1 0-77-15,-4-6-77 16,-1-1-172-16</inkml:trace>
  <inkml:trace contextRef="#ctx0" brushRef="#br0" timeOffset="88909.3">17887 10344 529 0,'0'0'17'16,"0"0"35"-16,0 0-20 16,0 0-30-16,32-10 2 15,-12 20 2-15,3 3 5 16,3 0-4-16,1 2-7 0,1 2 0 16,-3 0 0-16,-3-2 0 15,-2-3-60-15,-2-5-80 16,-4-6-142-16</inkml:trace>
  <inkml:trace contextRef="#ctx0" brushRef="#br0" timeOffset="89150.2">18274 10320 482 0,'0'0'9'0,"0"0"11"15,-29 17-2-15,18-6-1 16,-2 1 2-16,1 0-6 16,0-1-7-16,2 1-4 15,0-1-2-15,0 1 0 0,1 0 0 16,0-1-18-16,2-3-53 16,2-2-78-16,-2-2-79 15</inkml:trace>
  <inkml:trace contextRef="#ctx0" brushRef="#br0" timeOffset="89392.27">18141 10494 418 0,'0'0'48'15,"0"0"44"-15,0 0-28 0,0 0-30 16,0 0-21-16,0 0 5 15,7 38 0-15,-4-20-12 16,1 2-3-16,-1 2-1 16,0-1-2-16,1 1 1 15,-2 0-1-15,-1 0 0 16,0-3-1-16,-1-2-8 0,1-3-44 16,0-5-37-16,-1-3-63 15,1-6-188-15</inkml:trace>
  <inkml:trace contextRef="#ctx0" brushRef="#br0" timeOffset="89627.56">18375 10716 532 0,'0'0'22'16,"0"0"12"-16,0 0-24 15,-3 28 13-15,3-15-3 16,0 1-10-16,0 1-5 16,0 0-4-16,1-2 0 0,1 1-1 15,-2 0 0-15,0-1-18 16,-2-2-74-16,-6-5-90 16,1-2-127-16</inkml:trace>
  <inkml:trace contextRef="#ctx0" brushRef="#br0" timeOffset="89834.07">18333 10634 190 0,'0'0'303'0,"0"0"-273"15,0 0 5-15,0 0-21 16,0 0-11-16,0 0-3 15,0 0 0-15,0 0-5 16,17-27-98-16,-12 23-145 0</inkml:trace>
  <inkml:trace contextRef="#ctx0" brushRef="#br0" timeOffset="90360.38">17991 10033 420 0,'0'0'3'0,"0"0"25"16,0 0 13-16,0 0-30 15,-30 2 4-15,24 11 0 0,2 0-4 16,-1 1-5-16,2 1-3 15,1-1-2-15,0 0 0 16,-1-3 0-16,3-3-1 16,0-3 2-16,0-4-2 15,0-1 0-15,5-3 3 0,0-8-2 16,3-1-1-16,-1-3 0 16,-2-1 0-16,1 1 1 15,-3 2-1-15,0 6 1 16,0 1-1-16,-1 6 1 15,3 0 0-15,2 5-1 0,4 6 0 16,6 1 2-16,3 2-1 16,2 2 0-16,2-1-1 15,2-4 0-15,-3-3-61 16,-2-8-249-16</inkml:trace>
  <inkml:trace contextRef="#ctx0" brushRef="#br0" timeOffset="90702.57">18392 10058 517 0,'0'0'38'0,"43"13"5"15,-17 8-10-15,-2 9-14 16,-2 10-8-16,-8 6-3 0,-6 10 2 16,-7 5-5-16,-1 2-4 15,-11-1 0-15,-5-2-1 16,-2-7 1-16,-2-6-1 15,-2-8-1-15,-1-7-19 16,0-6-49-16,1-6-42 16,2-8-119-16</inkml:trace>
  <inkml:trace contextRef="#ctx0" brushRef="#br0" timeOffset="91158.26">18558 10001 67 0,'0'0'272'0,"-2"-36"-212"0,2 16 9 16,0 1-21-16,7 4-22 15,4 3-5-15,1 4-3 16,3 7-7-16,-1 1-6 16,1 8-5-16,-4 9 1 15,-5 3-1-15,-2 3 0 0,-4 1 0 16,0 0 0-16,-8 1 0 15,-4-2 0-15,1-1 0 16,-3-1 0-16,4-4-1 16,1-4 0-16,4-3 1 15,5-3-1-15,0-2 1 0,11-4-1 16,8-1 2-16,6 0-1 16,6 0 0-16,6-3-9 15,-1 0-48-15,-2-1-51 16,-2-2-104-16</inkml:trace>
  <inkml:trace contextRef="#ctx0" brushRef="#br0" timeOffset="91578.1">19008 10423 336 0,'0'0'64'0,"0"0"20"16,0 0-26-16,0 0-10 16,0 0-5-16,0 0-21 0,40-5-16 15,-10 3-1-15,8-2-2 16,4 0-1-16,-1-1-1 15,-3 0-1-15,-3 0 1 16,-7-2-9-16,-6-1-91 16,-7-5-170-16</inkml:trace>
  <inkml:trace contextRef="#ctx0" brushRef="#br0" timeOffset="92750.96">20685 9804 312 0,'0'-10'1'15,"-7"3"31"-15,4 7 23 16,-1 0-26-16,1 12-27 15,3 6 23-15,0 8 12 16,0 4-13-16,5 4-8 0,0 1-6 16,2 0-7-16,-2 2-2 15,0-3 1-15,-5-4-3 16,0-2-22-16,0-5-70 16,0-8-78-16</inkml:trace>
  <inkml:trace contextRef="#ctx0" brushRef="#br0" timeOffset="93443">20613 10056 272 0,'0'0'33'0,"0"0"32"15,0 0-45-15,0 0-10 16,0 0 5-16,-11 30 3 0,0-13 5 16,-5 2-11-16,-5 3-7 15,-3-1-2-15,-3 1-1 16,2-2 0-16,-2-2 0 16,3-3-1-16,6-3-1 15,5-1 1-15,5-3-2 0,7-2 1 16,3-1 0-16,14-1 0 15,6-1 1-15,5 1-1 16,5 0 1-16,2 2-1 16,-3 2 1-16,-7 3-2 0,-7 3 2 15,-7 2-1-15,-10 5-1 16,-4 4 2-16,-16 0-2 16,-6 1 2-16,-6 1-1 15,-5-3 0-15,-2 1-1 16,0-3 2-16,-2-1-1 15,4-3 0-15,3-1 1 0,7 0-1 16,8-3 3-16,12-4 2 16,7-1-5-16,14-4 0 15,14-2 3-15,7-3-1 16,9 0-1-16,4-1 5 16,2-3 8-16,-3 1 3 0,-2 1-9 15,-10 2-2-15,-5 0-5 16,-8 0 0-16,-6 0 0 15,-5 0 5-15,-3 0 10 16,-5 0 19-16,-1 0-5 16,-2 0-5-16,0 0-10 15,0 0-6-15,1 1-3 0,0 7-4 16,1 3-2-16,1 4 1 16,-3 7 0-16,4 2 0 15,-1 2 1-15,0 2-2 16,-1-3 0-16,-1 0 1 0,-1-4-1 15,0-1-4-15,-2-6-66 16,-5-5-105-16</inkml:trace>
  <inkml:trace contextRef="#ctx0" brushRef="#br0" timeOffset="93942.09">20100 11128 487 0,'0'0'8'0,"0"0"33"16,0 0-32-16,0 36 34 0,0-17-25 16,2 1-7-16,4 3-1 15,-1 0-5-15,1 0-3 16,-2 0-1-16,0 0-1 16,-3-1 1-16,-1-3-1 15,0-1-5-15,-4-6-42 0,-2-3-23 16,-3-5-60-16,-1-4-32 15</inkml:trace>
  <inkml:trace contextRef="#ctx0" brushRef="#br0" timeOffset="94112.06">20034 11032 371 0,'0'0'5'15,"0"0"10"-15,0 0 41 16,0 0-25-16,0 0-24 0,0 0-6 16,0 0-1-16,0 0 0 15,5-13-2-15,2 21-61 16,-2-3-109-16</inkml:trace>
  <inkml:trace contextRef="#ctx0" brushRef="#br0" timeOffset="94361.32">20334 11114 486 0,'0'0'3'16,"0"0"27"-16,39-13 12 15,-20 7-12-15,3 4-15 16,1 1-8-16,-2 1-5 0,-1 0-2 15,-4 5 0-15,-1 2 0 16,-8 1-13-16,-2 1-67 16,-5-2-70-16,0 0-102 15</inkml:trace>
  <inkml:trace contextRef="#ctx0" brushRef="#br0" timeOffset="94502.53">20353 11265 276 0,'0'0'103'0,"0"0"-36"16,0 0-28-16,49-3 10 16,-20-2-31-16,3-2-9 0,2-1-8 15,-1 3 0-15,-2 0 0 16,-3 1-20-16,-6-2-105 16,-4-2-190-16</inkml:trace>
  <inkml:trace contextRef="#ctx0" brushRef="#br0" timeOffset="94705.62">20727 11144 379 0,'0'0'93'0,"0"0"-44"16,0 0-18-16,12 29 29 16,-7-13-35-16,0 4-4 0,0 2-14 15,2 1-4-15,-1 1-2 16,-2 1 0-16,-1 0-3 15,-2-7-77-15,-1-5-139 16</inkml:trace>
  <inkml:trace contextRef="#ctx0" brushRef="#br0" timeOffset="95900.11">20263 9437 286 0,'0'0'6'0,"0"0"27"16,0 0 32-16,-11-37-25 0,11 27-10 15,1 1-2-15,5 0-6 16,3 3-12-16,1 3-4 16,2 3 0-16,2 0 0 15,-2 4-2-15,0 7 0 16,0 2-2-16,-4 2 1 0,-1 1-1 16,-2 0 1-16,-3-1 0 15,-1 0-1-15,-1-1 0 16,0-1 0-16,-2-5 0 15,-3 0 0-15,0-3 0 16,2-3 0-16,-1-2 0 0,-2 0 7 16,2-7 23-16,0-5-23 15,3-4-4-15,1-4-3 16,0-1-1-16,6-2 0 16,5 1-1-16,1 2 2 15,1 4 0-15,2 4 11 0,-2 7-6 16,1 5-4-16,-2 0-2 15,1 8-1-15,0 4 1 16,-2 3-1-16,1 0 1 16,-1 3-1-16,0 0 0 15,-4 2 0-15,0 2-2 16,-4-3-44-16,-3-2-97 0,0-6-236 16</inkml:trace>
  <inkml:trace contextRef="#ctx0" brushRef="#br0" timeOffset="96861.21">21075 10134 155 0,'-4'-5'5'0,"2"1"38"16,0-2 7-16,0 1-1 0,2 3 2 16,0 0 7-16,0 1-7 15,6 1-28-15,6 0-18 16,6 8 9-16,4 2 8 15,4 3-5-15,1 2-8 16,2 3-6-16,-3 0-2 0,-2-1-1 16,-3 1 0-16,-3-1-2 15,-3-4-44-15,-5-3-58 16,-3-5-76-16</inkml:trace>
  <inkml:trace contextRef="#ctx0" brushRef="#br0" timeOffset="97148.24">21485 10129 330 0,'0'0'5'0,"0"0"31"15,0 0 8-15,0 0-2 0,-38 25-17 16,28-15-4-16,-1 3-9 16,0-2-9-16,0 2-2 15,-1 1 0-15,1-1-1 16,-2 0-1-16,2-1-3 16,0-1-69-16,1-3-86 0</inkml:trace>
  <inkml:trace contextRef="#ctx0" brushRef="#br0" timeOffset="97660.29">21320 10334 268 0,'0'0'69'0,"0"0"28"15,0 0-45-15,0 0-42 16,0 0-3-16,0 0 32 0,16 34-14 15,-10-15 7-15,0 3-12 16,1 3-11-16,-1 0-4 16,-1 2-4-16,-2-3 1 15,0-2-2-15,-1-4 0 16,-1-5 1-16,-1-3-1 0,0-2 0 16,0-3-7-16,-4 0-48 15,1-3-24-15,0-2-87 16,0 0-85-16</inkml:trace>
  <inkml:trace contextRef="#ctx0" brushRef="#br0" timeOffset="97943.22">21523 10550 401 0,'0'0'88'16,"0"0"-44"-16,0 0 1 15,0 0 8-15,0 0-17 0,14 33-16 16,-10-19-9-16,-3 0-8 16,1 2-1-16,-1-1-1 15,0 0 0-15,0-3-1 16,-1-1 0-16,0-2-6 15,0-3-39-15,0-2-28 0,0-2-23 16,-5-2-88-16</inkml:trace>
  <inkml:trace contextRef="#ctx0" brushRef="#br0" timeOffset="98173.27">21504 10488 407 0,'0'0'37'15,"0"0"30"-15,0 0-28 16,0 0-24-16,0 0-13 16,0 0-3-16,0 0 1 15,0 0-50-15,12-3-210 16</inkml:trace>
  <inkml:trace contextRef="#ctx0" brushRef="#br0" timeOffset="98967.35">21211 9941 217 0,'0'0'28'0,"0"0"52"0,0 0-39 16,0 0-35-16,0 0 18 16,0 0 16-16,0 0-16 15,-22 29-13-15,16-19-5 0,2 0-2 16,-2-3-2-16,1 0-1 16,0-1-1-16,1-3 1 15,1-1 0-15,0-2-1 16,1 0 1-16,2 0 1 15,0-5 0-15,0-5-2 16,6-3 0-16,1-1 1 0,2-1-1 16,0-1 0-16,-3 3 1 15,-1 3 16-15,-1 5 17 16,0 5-12-16,-3 0-13 16,3 4-8-16,-1 6 5 15,4 1 11-15,0 2-3 0,3 0-8 16,3 1-4-16,2 1-1 15,0 1-1-15,2 0-1 16,-1-4-48-16,-2-2-137 16</inkml:trace>
  <inkml:trace contextRef="#ctx0" brushRef="#br0" timeOffset="99266.37">21797 10372 485 0,'0'0'21'16,"0"0"20"-16,0 0-14 16,45-12-10-16,-22 4-4 0,5 3-7 15,2-2-4-15,1-1-1 16,1 3-1-16,-2 0 0 16,-5 1-19-16,-3 0-63 15,-4-3-129-15</inkml:trace>
  <inkml:trace contextRef="#ctx0" brushRef="#br0" timeOffset="99501.9">22271 10093 508 0,'0'0'8'0,"0"0"54"15,29-7-23-15,-11 9-18 16,4 7-7-16,1 3-5 16,2 1-4-16,0 2-4 0,-1 2-1 15,-3 1 0-15,-2-2-6 16,-3-2-75-16,-3-3-54 16,-1-6-132-16</inkml:trace>
  <inkml:trace contextRef="#ctx0" brushRef="#br0" timeOffset="99733.31">22656 10139 393 0,'0'0'20'0,"0"0"-4"16,-30 14 7-16,18-4 22 15,-3 3-14-15,1-1-14 16,1 1-12-16,1-1-4 15,1 1-1-15,2-1 0 16,-1-1-2-16,3-1-30 0,0-3-58 16,1 0-67-16,2-4-104 15</inkml:trace>
  <inkml:trace contextRef="#ctx0" brushRef="#br0" timeOffset="99936.19">22519 10273 307 0,'0'0'107'0,"0"0"-26"15,0 0-38-15,0 0-6 16,0 0 4-16,0 0-28 16,27 42 5-16,-24-23-11 0,0 1-3 15,-2 1-2-15,-1 2-2 16,0 0 1-16,-1 0-1 16,-5-1 1-16,0-2-6 15,0-1-34-15,1-3-39 16,2-2-51-16,1-6-100 15</inkml:trace>
  <inkml:trace contextRef="#ctx0" brushRef="#br0" timeOffset="101045.82">22333 10012 26 0,'-1'-4'106'0,"-1"0"-92"0,-1 0 23 15,-1 1-12-15,-1 1 3 16,1-1 7-16,-2 1 7 15,2 0 8-15,-1 2 0 16,5 0-7-16,0 0-21 16,5 0-17-16,9 0 24 0,6 0 6 15,10 2-19-15,2-2-4 16,8 2-5-16,-2-2-3 16,0 0-3-16,-2 0 0 15,-7 0-1-15,-5 0 0 16,-5 0-5-16,-7-4-80 0,-5-7-141 15</inkml:trace>
  <inkml:trace contextRef="#ctx0" brushRef="#br0" timeOffset="101379.67">22931 9888 501 0,'0'0'8'0,"43"15"49"15,-20 3-8-15,-1 11-22 16,-3 11-8-16,-6 8 3 0,-5 11-4 15,-8 5-9-15,0 5-3 16,-14 2-5-16,-7 2 1 16,-6-6-1-16,-6-6-2 15,-5-5 2-15,-6-4-12 16,-2-8-36-16,-5-6-40 0,1-8-34 16,1-5-111-16</inkml:trace>
  <inkml:trace contextRef="#ctx0" brushRef="#br0" timeOffset="101914.59">21153 9989 262 0,'0'0'14'0,"0"0"37"16,-41 24 0-16,28 6 14 15,-1 10-12-15,6 11-5 16,1 10-2-16,7 12-16 16,4 4-14-16,13 4-10 0,11-5-4 15,8-1 1-15,11-7-1 16,10-11-3-16,9-9 3 16,4-10-6-16,5-12-52 15,6-13-80-15,1-13-284 16</inkml:trace>
  <inkml:trace contextRef="#ctx0" brushRef="#br0" timeOffset="102635.22">23092 9728 264 0,'0'0'25'0,"0"0"26"0,0 0 24 16,18-33-26-16,-12 24-13 15,-1-1 1-15,1 1-8 0,3 0-7 16,1 3-10-16,3 2-8 15,1 3-2-15,2 1-2 16,1 1 0-16,0 9 1 16,-3 0-1-16,-4 5 0 15,-6 3 0-15,-3 1-1 16,-1 3 1-16,-8 1 0 0,-7 1 0 16,-2 0 0-16,-3 0 0 15,2-4 0-15,5-3 0 16,2-3 0-16,6-4 0 15,5-2 1-15,8-5-2 16,11 0 2-16,8-1 0 0,9-2-1 16,7 0 1-16,5 0-1 15,1 0 1-15,-1 0-1 16,-5-3-1-16,-7-5-134 16</inkml:trace>
  <inkml:trace contextRef="#ctx0" brushRef="#br0" timeOffset="103548.01">19077 10251 210 0,'0'0'17'15,"0"0"55"-15,0 0-25 16,0 0 10-16,0 0-3 0,0 0-8 15,0 0-6-15,0 0-15 16,0 0-20-16,0 0 9 16,12 9 21-16,-5 13-11 15,-2 7-2-15,1 4-1 16,-2 7-4-16,1 2-4 16,-2 3-11-16,1-1 1 0,0-2-1 15,0-2-2-15,1-3 0 16,-5-7-3-16,0-5-84 15,-2-9-153-15</inkml:trace>
  <inkml:trace contextRef="#ctx0" brushRef="#br0" timeOffset="110704.62">13799 12538 88 0,'-3'0'77'0,"1"0"-31"15,0 0 8-15,-1-4-7 16,0-1 16-16,0 1-9 15,0-1-10-15,0 2-13 16,1 2-13-16,1 0-6 0,1 1-5 16,0 0-7-16,3 2 0 15,7 6 1-15,6 1-1 16,3 4 3-16,4 0 1 16,3 4-1-16,1-1 1 15,1 2-2-15,-4-1-1 0,-1-2-1 16,-3-2 0-16,-3 0 2 15,-6-3-2-15,-2 0-7 16,-6-4-50-16,-3-2-80 16,0-3-97-16</inkml:trace>
  <inkml:trace contextRef="#ctx0" brushRef="#br0" timeOffset="111026.12">14186 12469 334 0,'0'0'56'15,"0"0"-33"-15,0 0-7 0,0 0 27 16,0 0-11-16,-8 39-8 15,-2-22-7-15,-2 2-6 16,0 0-4-16,-5 3-4 16,2-2-1-16,-1 1-2 15,-1 0 1-15,0-1-2 0,3-2 1 16,3-1-3-16,2-5-43 16,2-1-59-16,3-6-90 15</inkml:trace>
  <inkml:trace contextRef="#ctx0" brushRef="#br0" timeOffset="111323.43">14012 12744 357 0,'0'0'84'0,"0"0"-44"16,0 0-26-16,0 0 2 0,0 37 13 15,2-17-11-15,2 2-8 16,-2 4-3-16,0-1 2 16,3 1-1-16,-2-1-4 15,0 2-3-15,2-2 0 16,-2-3-2-16,1-5-1 0,-1-6-47 15,-1-7-79-15,0-4-170 16</inkml:trace>
  <inkml:trace contextRef="#ctx0" brushRef="#br0" timeOffset="111620.1">14317 12318 243 0,'0'0'122'0,"0"0"-64"16,0 0-46-16,0 0 26 15,-14 38-10-15,7-19-12 16,1 1-10-16,1-2-4 16,0 2-2-16,1 0 0 15,-1-4-4-15,0-4-133 16</inkml:trace>
  <inkml:trace contextRef="#ctx0" brushRef="#br0" timeOffset="111932.98">14374 12504 90 0,'0'0'374'16,"0"0"-315"-16,0 0-41 15,0 0-16-15,0 0-1 0,36 25 5 16,-22-12 5-16,3 0-7 16,-1 2-3-16,1 0-1 15,0-2 0-15,-2 0-47 16,-1-5-64-16,-1-3-132 15</inkml:trace>
  <inkml:trace contextRef="#ctx0" brushRef="#br0" timeOffset="112199.01">14693 12509 376 0,'0'0'54'0,"0"0"-24"0,0 0-27 16,0 0 12-16,0 0 15 16,-29 29-19-16,19-17-7 15,-1 4-3-15,-1 0-1 16,0 0 0-16,1 0-1 15,-2-2-50-15,3-2-94 0,0-4-87 16</inkml:trace>
  <inkml:trace contextRef="#ctx0" brushRef="#br0" timeOffset="112441.11">14537 12673 324 0,'0'0'96'0,"0"0"-71"16,0 0-13-16,-10 33 26 16,9-17-3-16,1 2-23 15,0 4-4-15,0 0-6 16,0 0-1-16,2-2-1 0,1-2 0 15,0-1-15-15,-1-5-63 16,-2-5-116-16</inkml:trace>
  <inkml:trace contextRef="#ctx0" brushRef="#br0" timeOffset="112837.12">14813 12816 458 0,'0'0'35'0,"0"0"-16"15,38-10-18-15,-14 5-1 16,1 2 2-16,2 0 0 15,-2 1 1-15,0 0-2 0,-5 2-1 16,-3-2-40-16,-4 0-137 16</inkml:trace>
  <inkml:trace contextRef="#ctx0" brushRef="#br0" timeOffset="113555.01">15282 12684 277 0,'0'0'15'0,"0"0"37"15,0 0-35-15,0 0 56 16,14 41-31-16,-8-23-11 16,1 2-6-16,1 3-6 15,-2-1-4-15,2-2-9 16,-5-2-1-16,1-2-2 15,-3-4-1-15,1-4-1 0,-2-1 1 16,0-4-2-16,0-3 2 16,0 0 11-16,-2-2 31 15,-2-6-37-15,0-2-4 16,4-6-1-16,-2-4 0 0,2-2 0 16,0 0-2-16,5 1 0 15,5 0 0-15,0 6 0 16,2 5 0-16,3 5 1 15,-1 4-2-15,1 1 2 16,0 3-2-16,1 6 1 0,0 3 0 16,-1 1 0-16,-1 3 0 15,-3 0 0-15,1 2 0 16,-4-1 0-16,0-1 0 16,-2 0-2-16,-2-4 1 15,-1 0-16-15,0-4-52 0,-2 0-28 16,1-3-78-16,-1-3-97 15</inkml:trace>
  <inkml:trace contextRef="#ctx0" brushRef="#br0" timeOffset="113926.42">15763 12557 420 0,'0'0'6'0,"0"0"41"15,0 0-38-15,0 0-5 0,32 28-2 16,-14-10 3-16,3 1 2 16,-1 3-3-16,0-2-2 15,-1-2-1-15,0-1-2 16,-4-6-66-16,-1-6-107 15</inkml:trace>
  <inkml:trace contextRef="#ctx0" brushRef="#br0" timeOffset="114316.54">16094 12581 383 0,'0'0'7'16,"0"0"28"-16,-34 34-23 16,19-21 17-16,3 0 5 0,0 1-11 15,1-1-12-15,2-2-8 16,1-2-3-16,1-1 1 16,3-2-1-16,1-2 0 15,2-1 0-15,-2-2-2 16,3 0-5-16,0 0-2 0,0-1 2 15,0 1 4-15,0 0 3 16,0 5 0-16,0 1 0 16,0 5 1-16,0 4 13 15,0 3 10-15,0 4-10 16,4-1-7-16,0-1 0 0,2 1-5 16,-3-3-2-16,-2-1 0 15,0-2 2-15,-1-1-3 16,0-2-10-16,-1-3-39 15,-3-3-65-15,-1-4-124 16</inkml:trace>
  <inkml:trace contextRef="#ctx0" brushRef="#br0" timeOffset="114610.26">15689 12464 184 0,'0'0'176'0,"0"0"-127"16,0 0-6-16,0 0-10 15,49-3-9-15,-15-1-9 0,4-2-2 16,3 2-5-16,1 0-6 16,-1 1-1-16,-3 0-1 15,-4-1-32-15,-5-3-112 16,-4-4-172-16</inkml:trace>
  <inkml:trace contextRef="#ctx0" brushRef="#br0" timeOffset="114938.15">16190 12360 310 0,'0'0'156'16,"0"0"-121"-16,0 0-12 16,30-13 0-16,-16 13-4 15,0 0 0-15,-2 5-7 16,0 6-7-16,-3 3-3 15,-1 4-1-15,-5 0-1 0,-3 2 0 16,0 0 0-16,-4 0-1 16,-4-2-1-16,0-3-2 15,-1-1-6-15,4-3 7 16,-2-3 2-16,5-3 1 16,2-2 0-16,1-3-1 0,10 0 1 15,4 0 0-15,4 0 0 16,6-5-2-16,-1 1-40 15,0-2-16-15,-2 0-96 16,-2 0-147-16</inkml:trace>
  <inkml:trace contextRef="#ctx0" brushRef="#br0" timeOffset="115238.02">16653 12684 570 0,'0'0'9'0,"0"0"23"0,0 0-30 16,41 2-1-16,-22-2-1 16,0 0 1-16,-3 2-1 0,0 0-1 15,-5 1-52-15,0-1-84 16,-8-2-97-16</inkml:trace>
  <inkml:trace contextRef="#ctx0" brushRef="#br0" timeOffset="115422.57">16668 12852 436 0,'0'0'35'16,"0"0"-21"-16,0 0-8 16,38 15 3-16,-17-15 2 15,2 0-7-15,1 0-3 16,-2-6 0-16,-2-6-55 15,-5-3-267-15</inkml:trace>
  <inkml:trace contextRef="#ctx0" brushRef="#br0" timeOffset="123176.02">17639 12327 42 0,'0'-1'22'0,"0"-1"14"16,0 2-13-16,0-2 6 16,0 0 5-16,0-1-3 0,0 0 3 15,-2 0-3-15,0-1 6 16,1 1 12-16,0 0-9 16,0 1-6-16,0 0-8 15,0 1-8-15,1 1-7 16,0 0-9-16,0 0-3 0,4 3 2 15,4 5 0-15,3 2 2 16,4 3 4-16,3 2 2 16,2 2 0-16,2 3-6 15,1 1-2-15,-3 1-1 16,-2-1 1-16,-2-3-2 0,-4-1-17 16,-2-5-23-16,-4-3-38 15,0-2-45-15,-4-4-146 16</inkml:trace>
  <inkml:trace contextRef="#ctx0" brushRef="#br0" timeOffset="123443.39">17996 12327 313 0,'0'0'17'0,"0"0"13"0,0 0-25 0,0 0 27 16,-14 29-3-16,3-13-19 16,-1 0-3-16,-2 3-5 15,0-1-1-15,-3 0 0 16,2 0-1-16,-3-2-4 15,0-2-65-15,3-1-56 16</inkml:trace>
  <inkml:trace contextRef="#ctx0" brushRef="#br0" timeOffset="123799.18">17821 12560 208 0,'0'0'29'0,"0"0"-2"16,0 0 19-16,0 0 33 15,0 0-29-15,0 0 1 16,0 0-17-16,0 0-13 15,0 3-13-15,0 4-7 0,2 0 1 16,2 6 3-16,-2 3 0 16,1 6 3-16,2 3 0 15,-4 4-2-15,2 1 0 16,-2 1-3-16,0-2-2 16,1-4-1-16,-2-6 0 0,0-4 0 15,2-6 0-15,-2-3-2 16,0-3-29-16,0-3-51 15,0-1-129-15</inkml:trace>
  <inkml:trace contextRef="#ctx0" brushRef="#br0" timeOffset="124219.05">18055 12653 326 0,'0'0'19'0,"0"0"38"0,0 0-25 16,0 0-9-16,0 0 3 16,0 0 2-16,38 1-14 15,-21-1-6-15,8 0-4 0,1-1 0 16,2-5 0-16,2-1 0 15,-2 1-2-15,-3 0-1 16,-2 0-1-16,-4 3 0 16,-5 0-33-16,-5 2-45 15,-3-1-92-15</inkml:trace>
  <inkml:trace contextRef="#ctx0" brushRef="#br0" timeOffset="124577.22">18537 12322 256 0,'0'0'85'0,"0"0"-58"0,0 0 28 16,0 0-49-16,0 0 18 16,0 0-3-16,42 38 0 15,-25-21-12-15,3 1-5 16,1 0-3-16,-2 1 0 15,-1-3-3-15,-2-4-75 0,-1-4-89 16</inkml:trace>
  <inkml:trace contextRef="#ctx0" brushRef="#br0" timeOffset="124802.32">18828 12388 327 0,'0'0'7'0,"0"0"-4"15,0 0 25-15,-21 30 7 16,10-18-8-16,-3 1-12 16,1-2-7-16,0 1-5 15,1-1-3-15,-2-1 1 16,3 0-2-16,1-2-6 15,1-1-68-15,3-2-42 0</inkml:trace>
  <inkml:trace contextRef="#ctx0" brushRef="#br0" timeOffset="125094.28">18702 12546 377 0,'0'0'35'0,"0"0"9"15,0 0-35-15,0 0 21 16,0 0-10-16,8 34 3 16,-7-19-6-16,1 1-5 15,-2 3-5-15,2 1-2 0,-2 1-3 16,0 1 0-16,0 0-2 15,0-2 2-15,1-2-3 16,-1-3 1-16,1-3-1 16,0-4-39-16,0-6-58 15,-1-2-139-15</inkml:trace>
  <inkml:trace contextRef="#ctx0" brushRef="#br0" timeOffset="125645.12">18625 12093 252 0,'0'0'41'15,"0"0"-30"-15,0 0 55 0,0 0-7 16,0 0-32-16,0 0-12 16,0 0 9-16,0 0-5 15,-31 36-9-15,26-21-6 16,0-2-3-16,2 1 0 15,-2-2-1-15,3-5 1 0,0-1-1 16,2-2 0-16,-1-4 0 16,1 0 1-16,0 0 2 15,0-8-2-15,0-4 0 16,4-1-1-16,0-3 0 16,0-1 0-16,0 3 0 0,0 2 1 15,-3 3-1-15,-1 3 0 16,1 4 1-16,1 2 18 15,1 1-13-15,1 6-3 16,2 3 6-16,3 2-2 16,4 1-3-16,2 0-2 0,4-1-1 15,0-1-1-15,1-4-6 16,-3-4-97-16,-1-3-189 16</inkml:trace>
  <inkml:trace contextRef="#ctx0" brushRef="#br0" timeOffset="126033.36">18961 12113 455 0,'0'0'7'0,"0"0"41"0,32 18-24 16,-16 2 10-16,3 9-14 0,0 6 6 15,-2 6-10-15,-3 5-6 16,-4 4-9-16,-7 4 1 16,-3 1-2-16,-7 1 1 15,-9 0-2-15,-7-3-3 16,-4-3-30-16,-2-4-25 0,-6-8-27 16,2-6-88-16,-5-8-112 15</inkml:trace>
  <inkml:trace contextRef="#ctx0" brushRef="#br0" timeOffset="126514.06">17530 12281 238 0,'0'0'4'0,"0"0"58"0,-28 5-7 15,19 10-6-15,2 8 7 0,0 8-17 16,3 9-1-16,1 6-8 15,3 6-7-15,7 5-2 16,11 3-11-16,7-1-6 16,7-1-4-16,9-8 1 15,6-8-1-15,3-9 0 0,5-9-41 16,0-11-71-16,1-10-118 16</inkml:trace>
  <inkml:trace contextRef="#ctx0" brushRef="#br0" timeOffset="127015.87">19202 12015 280 0,'0'0'3'16,"0"0"44"-16,0 0 30 0,0 0-42 16,0 0-28-16,0 0 36 15,-10 43-16-15,7-18-13 16,-1 2-10-16,2 2-2 16,1 0-2-16,-1-5-5 15,1-6-162-15</inkml:trace>
  <inkml:trace contextRef="#ctx0" brushRef="#br0" timeOffset="127603.74">19486 12275 325 0,'0'0'10'15,"0"0"-3"-15,-28 30 51 16,17-8 12-16,2 6-29 16,0 5-8-16,2 4-3 0,1 4-3 15,6 3-13-15,0 1-8 16,4-2-3-16,7 0 0 15,5-3-3-15,3-6 0 16,3-6 0-16,0-9 0 16,2-9-68-16,-3-10-70 0,-2-4-174 15</inkml:trace>
  <inkml:trace contextRef="#ctx0" brushRef="#br0" timeOffset="127863.37">19616 12278 426 0,'0'0'5'16,"0"0"48"-16,38 5-19 15,-20 6-2-15,6 4-18 16,1 3-7-16,1 3-3 0,0-1-3 16,-3 1 0-16,-1-2-1 15,-3-2-18-15,-4-6-59 16,-4-6-110-16</inkml:trace>
  <inkml:trace contextRef="#ctx0" brushRef="#br0" timeOffset="128099.2">19935 12298 265 0,'0'0'56'0,"0"0"-55"16,0 0 23-16,-11 37 31 15,2-24-26-15,-1 1-11 16,-2 1-11-16,1 0-5 15,0-2-1-15,1 0-1 16,0-2 0-16,1-2-15 0,2-3-144 16</inkml:trace>
  <inkml:trace contextRef="#ctx0" brushRef="#br0" timeOffset="128348.93">19832 12477 377 0,'0'0'41'15,"0"0"3"-15,0 0 11 0,0 0-11 16,0 0-6-16,16 35-13 16,-13-17-14-16,0 1-5 15,1 2-6-15,-1 2 2 16,0-2-1-16,1 1-1 15,-1-3-1-15,1-2-5 0,1-3-58 16,-3-6-26-16,2-5-121 16</inkml:trace>
  <inkml:trace contextRef="#ctx0" brushRef="#br0" timeOffset="128675.38">20098 12512 468 0,'0'0'32'0,"0"0"-11"16,35 0 17-16,-16 0-11 15,1 0-13-15,4 0-8 16,0-1-5-16,0 0 1 0,-2 1-2 16,-2-1-1-16,-1 1-40 15,-4-3-52-15,-5-1-125 16</inkml:trace>
  <inkml:trace contextRef="#ctx0" brushRef="#br0" timeOffset="129174.01">20489 12288 450 0,'0'0'3'0,"0"0"40"0,0 0-14 16,28 3-10-16,-12 9-8 15,4 4-1-15,0 2-4 0,0 1-3 16,0 0-3-16,-3 0 1 16,-3-2-4-16,-3-2-59 15,-1-8-103-15,-2-3-167 16</inkml:trace>
  <inkml:trace contextRef="#ctx0" brushRef="#br0" timeOffset="129534.21">20807 12307 382 0,'0'0'-1'16,"0"0"13"-16,-25 28 33 15,11-14-5-15,0 0-10 16,-2 1-16-16,0-1-8 16,1 0-4-16,1-2-2 15,1-1 1-15,1-2-2 0,2-3 0 16,3-2-3-16,3 1-3 16,1-5-10-16,2 0 2 15,1 0 13-15,0 0 2 16,0-2 0-16,0 1 0 0,0-1 9 15,0 2 23-15,1 0-10 16,3 7-4-16,1 3 13 16,2 5-15-16,0 2-6 15,1 1-3-15,-1 2-3 16,0 1-3-16,-1 0 0 16,-4-1-1-16,-1-1 1 0,-1-1-14 15,0-4-52-15,-3-4-42 16,-3-5-160-16</inkml:trace>
  <inkml:trace contextRef="#ctx0" brushRef="#br0" timeOffset="129988.95">20535 12036 229 0,'0'0'163'0,"0"0"-156"15,0 0 4-15,0 0 18 16,-25 32 3-16,18-16-11 15,0 0-14-15,2 0-5 16,-1-3 0-16,3-3-1 0,2-2-1 16,0-4 0-16,1-4 0 15,0 0 3-15,2-10-2 16,5-4 0-16,0-4 0 16,1-1-1-16,1 0 0 15,-2 0 0-15,-1 4 0 0,-1 5 0 16,-2 4 0-16,2 5 2 15,-1 1-2-15,4 5 1 16,-1 7 4-16,7 2 0 16,2 4-3-16,2-1-1 15,3 0-1-15,1-4 0 0,0-5-51 16,-1-6-177-16</inkml:trace>
  <inkml:trace contextRef="#ctx0" brushRef="#br0" timeOffset="130881.91">21007 12099 24 0,'0'0'266'0,"0"0"-230"16,32 7 45-16,-14 6-31 15,0 8-20-15,2 9-6 0,-2 4-1 16,-2 7-6-16,-6 3-4 15,-6 6-10-15,-4-1-2 16,-10 1 0-16,-8-1-1 16,-5-4 0-16,-4-3-17 15,-1-6-17-15,-1-7-28 16,4-6-64-16,1-8-25 0</inkml:trace>
  <inkml:trace contextRef="#ctx0" brushRef="#br0" timeOffset="131179.12">21253 11947 350 0,'0'0'15'0,"0"0"56"16,0 0-53-16,0 0 25 0,-23 39-4 16,15-14-14-16,2 1-18 15,1 3-5-15,2 1-2 16,0-5-1-16,0-4-80 15</inkml:trace>
  <inkml:trace contextRef="#ctx0" brushRef="#br0" timeOffset="135805.49">21536 12350 138 0,'-2'0'30'0,"0"-1"18"15,1-3 0-15,-1 1-7 16,0 2 4-16,1-1-10 16,0 2-5-16,0-2-11 15,0 2-4-15,1 0-8 0,-1 0-1 16,1 0-5-16,0 0 1 16,0 0 3-16,10 1 1 15,5 0 5-15,7-1 3 16,8 0-2-16,6 0-5 15,0-5-3-15,2 0-4 0,0 0 2 16,-6-1 0-16,-2 2-2 16,-7-1 0-16,-4 3 1 15,-4-1-1-15,-5 3 0 16,-3-1 0-16,-4 1 0 0,-3 0-1 16,0 0-1-16,-1 0 0 15,-6 3-14-15,0 0-39 16,0-1-41-16,-2-2-35 15</inkml:trace>
  <inkml:trace contextRef="#ctx0" brushRef="#br0" timeOffset="136781.07">21683 12202 137 0,'-1'-3'35'16,"0"1"10"-16,1 0-6 15,0 2-7-15,0 0 1 16,0 0-16-16,0 4-11 16,0 5 30-16,0 5 4 0,3 3-8 15,4 3 6-15,-1 4-4 16,1 5-2-16,-1 6-8 15,1 4-8-15,-5 1-8 16,1 3-4-16,-2-3-2 16,-1-4-2-16,0-8 2 0,1-5-1 15,-1-8-1-15,0-5 1 16,0-3-1-16,0-7-19 16,1 0-104-16,-1-11-138 15</inkml:trace>
  <inkml:trace contextRef="#ctx0" brushRef="#br0" timeOffset="145131.43">22481 12057 121 0,'1'-7'32'0,"2"0"-30"16,-1 1 0-16,1 1-2 15,-1 1 0-15,-1 0-2 0,0 2 2 16,0 0 0-16,-1 2 3 15,0-2 2-15,0 2 0 16,0-1 7-16,0-1 8 16,0 2 7-16,0-2-23 15,0 0 15-15,0-1 6 0,0 0-1 16,0 1 9-16,0 0 5 16,0-1-7-16,0 2-7 15,0-2-5-15,0 2-7 16,0 0 1-16,0 0 0 15,0 0 0-15,0 1 0 0,0 0-2 16,0-1 2-16,0-1-4 16,0 2-1-16,0 0-1 15,0 0 0-15,0 0 1 16,0 0 1-16,0 0-1 16,0 0-1-16,0 0-3 15,0 0-2-15,0 0 1 0,0 0 0 16,0 0-2-16,0 0 0 15,0 0 0-15,0 0-1 16,0 0 0-16,0 0 0 16,0 0 0-16,0 0-1 15,0 0 1-15,0 0 1 0,1 0-2 16,1 0 1-16,0 0 0 16,-2 0 0-16,0 0 0 15,0 1 0-15,0-1 0 16,0 1 0-16,0-1 1 0,0 1-1 15,2-1 0-15,-2 0-1 16,0 1 1-16,0 0 0 16,0 2-1-16,0-1-5 15,0 1-33-15,0-1-17 16,0-2-90-16,0 0-154 16</inkml:trace>
  <inkml:trace contextRef="#ctx0" brushRef="#br0" timeOffset="170084.45">22519 12083 124 0,'1'-1'24'16,"1"-2"30"-16,-2 0-25 0,1-2 15 15,-1 2 8-15,0 0-7 16,0 0-8-16,0 1-14 16,0 0-6-16,0 0-4 15,0 1 2-15,-3 0-3 16,2-1-4-16,-1 1 1 0,1 0-2 15,1 1 2-15,-1-2 2 16,0 1 0-16,1 0-2 16,0 0-1-16,-1 1-1 15,1-2 0-15,0 2-1 16,0 0 1-16,-1-1-3 0,1 1-1 16,0 0-3-16,0 6 0 15,0 4 1-15,0 8-1 16,0 5 2-16,0 10 9 15,0 6 3-15,0 8-3 16,0 6 2-16,0 5-3 0,3 0-5 16,1-1-3-16,3 0 0 15,0-3 1-15,2-3 3 16,-1-4-1-16,0-5-2 16,-2-2 0-16,-2-4-2 15,0-6 0-15,-2-5-1 0,-2-4 0 16,0-7 0-16,0-4 1 15,0-6-5-15,0-4-35 16,-5 0-29-16,-2-11-99 16</inkml:trace>
  <inkml:trace contextRef="#ctx0" brushRef="#br0" timeOffset="170798.29">22475 12256 305 0,'0'0'19'0,"0"0"-13"0,-1-35 25 15,-1 22 5-15,1 0-6 16,1 0 0-16,0 0 6 0,1-2-8 16,7 2-9-16,2 1-6 15,3-1-2-15,3 2-4 16,4 2-1-16,1 2-1 15,1 1-1-15,0 4-1 0,-2 2-1 16,-3 0 1-16,-1 8-3 16,-3 4 0-16,-4 0 1 15,-2 2-1-15,-3 1 0 16,-4 0 0-16,0 0 0 16,-2 1 0-16,-6-2 0 0,-2-1 1 15,-2 0-1-15,2-2 1 16,0-1-1-16,2-3 0 15,2-3 0-15,0 0 0 16,5-2 0-16,1 0 0 16,1-1 0-16,9-1 0 0,4 0 1 15,4 0-1-15,3 0 0 16,1 0 0-16,3 0 0 16,-4 0 1-16,0 0-2 15,-4 3 1-15,-3 2 0 16,-3 2 1-16,-2 2 1 0,-4 1 0 15,-5 1 1-15,0-1 0 16,0 3 2-16,-6-1 1 16,-5-1 3-16,-4 1-3 15,-1-2-3-15,-2 1-1 16,-2-1-1-16,-1 0 0 0,1 0-1 16,-1-3-1-16,4-1 1 15,3-4 0-15,4 0-27 16,1-2-44-16,3-2-35 15,2-10-83-15</inkml:trace>
  <inkml:trace contextRef="#ctx0" brushRef="#br0" timeOffset="171595.72">22517 11776 39 0,'0'0'198'0,"0"0"-184"0,0 0 47 15,0 0 11-15,0 0-53 0,0 0-11 16,0 0 30-16,0 0-9 16,-1 38 0-16,-3-19-10 15,-2 1-7-15,-1-3-5 16,0 0-3-16,0-5-1 16,-1-2-1-16,2-3 0 0,0-4 1 15,2-1-1-15,0-2-1 16,2 0 1-16,1-10 0 15,1-3-1-15,1-4-1 16,5-2 0-16,1 0 1 16,1-1-1-16,0 2 0 15,-2 4 0-15,-2 4 0 0,0 4 1 16,0 3 15-16,-2 3 0 16,1 0-14-16,2 1-1 15,5 5 1-15,0 0 0 16,2 0 1-16,6 0-2 0,0 1 0 15,4-1-1-15,0-1 0 16,2 0 1-16,-1 0-7 16,-2 0-55-16,-4-1-60 15,-6-3-125-15</inkml:trace>
  <inkml:trace contextRef="#ctx0" brushRef="#br0" timeOffset="171881.07">22953 11667 413 0,'0'0'3'0,"0"0"43"0,0 0-43 16,0 0 17-16,-8 34 3 16,2-16-5-16,-1 2-1 15,1 0-11-15,0 3-4 16,2 0-1-16,-2-3-3 0,1-5-97 16,-1-5-204-16</inkml:trace>
  <inkml:trace contextRef="#ctx0" brushRef="#br0" timeOffset="172264.24">23214 11962 481 0,'0'0'4'0,"0"0"31"0,0 0-20 16,0 0-10-16,40 8 10 15,-19 7 9-15,7 3 5 16,3 3-9-16,6 3-6 15,-3 4-7-15,4 2-5 16,-5 1-1-16,-3 2-1 0,-3-3 0 16,-5-2 1-16,-4-5-10 15,-5-5-38-15,-4-6-18 16,-5-6-47-16,-4-5-63 16</inkml:trace>
  <inkml:trace contextRef="#ctx0" brushRef="#br0" timeOffset="172528.96">23545 11956 472 0,'0'0'8'16,"0"0"25"-16,0 0-15 15,0 0-10-15,0 0 21 0,-26 44 5 16,15-19-4-16,-4 5-14 16,0 3-8-16,0 2-4 15,-2 2-3-15,0 0-1 16,0-2 0-16,2-2-8 16,-1-5-64-16,3-9-45 0,2-7-120 15</inkml:trace>
  <inkml:trace contextRef="#ctx0" brushRef="#br0" timeOffset="172798.97">23799 11714 400 0,'0'0'4'15,"0"0"36"-15,0 0-20 16,0 0 1-16,-33 15 2 0,23 2 2 16,3 2-7-16,-1 2-11 15,1 3-4-15,2 1-3 16,-2 2 0-16,-2-1-48 15,0-5-121-15</inkml:trace>
  <inkml:trace contextRef="#ctx0" brushRef="#br0" timeOffset="173109.86">23943 11828 579 0,'0'0'-2'0,"28"4"22"0,-15 4-13 16,2 5 8-16,2 4-7 15,-1 1-3-15,-1 0 3 16,1 3 1-16,0 1-6 15,-3-1-3-15,1-1 1 16,1 0-1-16,-1-3-4 0,-1-3-60 16,1-5-46-16,-2-6-99 15</inkml:trace>
  <inkml:trace contextRef="#ctx0" brushRef="#br0" timeOffset="173316.71">24371 11878 628 0,'0'0'3'16,"0"0"-4"-16,0 0 1 16,3 28 1-16,-6-15 0 15,-7 2 0-15,-2 0 0 16,-1 2 0-16,-2 1-1 15,-2 1-1-15,-1 0-22 0,-1-2-71 16,2-2-124-16</inkml:trace>
  <inkml:trace contextRef="#ctx0" brushRef="#br0" timeOffset="173581.03">24259 12106 56 0,'0'0'346'0,"0"0"-265"16,0 0-65-16,0 0 43 16,6 28 6-16,-6-10-19 15,0 7-15-15,0 1-2 16,0 1-16-16,0 4-5 0,3-3-6 15,2 0-2-15,0-1 2 16,-1-3-3-16,-2-4-61 16,-1-8-99-16</inkml:trace>
  <inkml:trace contextRef="#ctx0" brushRef="#br0" timeOffset="181772.42">22120 10956 46 0,'0'0'27'16,"0"0"8"-16,0 0 17 15,0-33-33-15,0 24 19 0,0 0 3 16,0 0 0-16,-1 2 14 15,0 2-9-15,-2 4-2 16,1 1-16-16,0 6-19 16,0 8-7-16,2 8 1 15,-1 6 3-15,1 5 11 0,0 5-5 16,0-1-1-16,0 2-4 16,0-4-2-16,0-2-2 15,0-6-2-15,0-5 1 16,0-3-3-16,0-5 2 15,1-5 0-15,-1-3-1 0,0-3 1 16,0-3-1-16,0 0 3 16,0-3 3-16,-4-5-8 15,-1-5-1-15,-1-4 2 16,0-2-1-16,-1-5 0 16,2-2 1-16,0-6 0 0,2-1 0 15,3-4 1-15,0 0-1 16,0 3 2-16,0 2-2 15,5 2 1-15,3 6 1 16,3 2 0-16,2 7 1 16,1 2 8-16,4 6-6 15,-1 4 0-15,1 3-2 0,-2 2-2 16,-1 8 1-16,-3 4-1 16,-2 1 0-16,-3 2 1 15,-2 1-1-15,-3-1 0 16,-2 1 1-16,0-2-1 15,-2-1 0-15,-6 0 0 0,-2 0 0 16,-2-4 1-16,0-1-1 16,-2 0 0-16,1 0 0 15,1-2 1-15,1 1-1 16,2-1-1-16,3 1 1 16,-1-1 0-16,5 0 0 0,2 1 0 15,0-1-1-15,5 1 1 16,6 1 0-16,3-3 1 15,2 1-1-15,3 0 0 16,1 0 0-16,-1-3 0 0,0 0 0 16,1-1 0-16,-3-1 1 15,0 0-1-15,-1-3 0 16,-2 0 1-16,1 0-2 16,-2 0 2-16,-1-2-1 15,0-4 0-15,0-1 1 16,0-1 0-16,-1-2-1 0,-1-2 1 15,0 1-1-15,-1-1 1 16,-3-1-1-16,-1 2 0 16,-3-1 1-16,-2 1-1 15,0 2 1-15,-2 1 1 16,-6 4 2-16,1 1 6 0,-3 3-4 16,-1 0-3-16,1 2 1 15,0 7-2-15,3 3-1 16,1 0 0-16,4 1-1 15,2 1 1-15,0-1-1 16,4-2 1-16,7-1-1 16,3-1 0-16,5-3 0 0,3-3 1 15,2-1-1-15,2-2 0 16,3 0-28-16,0-7-41 16,-2-4-63-16,0-4-80 15</inkml:trace>
  <inkml:trace contextRef="#ctx0" brushRef="#br0" timeOffset="182291.29">22770 10979 340 0,'0'0'113'0,"0"0"-99"0,0 0-1 16,-39-18-7-16,26 17-3 15,-3 1 3-15,-2 0 28 16,0 4-4-16,-1 3-9 15,3 2-13-15,2 1-5 16,3 2-2-16,5-1 1 0,4 0-2 16,2 0 0-16,0-2 0 15,7-1 1-15,5-6-1 16,2 1 0-16,3-3 0 16,2-3 0-16,0-5 0 15,-1-1 0-15,-2-1-1 0,0 2 1 16,-3 0-2-16,-2 3 4 15,-1 2-2-15,-2 3-2 16,1 0 4-16,-1 8-2 16,1 5 0-16,-1 7 1 0,1 3 0 15,-4 4 0-15,0 1 0 16,-3 1 0-16,-2 2 0 16,0-2 0-16,0-1-2 15,-6-2 2-15,-2-1 0 16,-4-4-1-16,0-4 1 15,-3-5 0-15,-2-6 1 0,1-1 0 16,0-5-1-16,1 0 0 16,2-7 1-16,3-6-1 15,4-5 0-15,3-5-1 16,3-2-1-16,2-1-1 16,8-2-10-16,3 4-36 0,3 2-19 15,-1 0-53-15,0 2-55 16</inkml:trace>
  <inkml:trace contextRef="#ctx0" brushRef="#br0" timeOffset="182652.05">22848 11027 482 0,'0'0'2'16,"0"0"1"-16,0 0-2 0,0 0 1 15,0 0 3-15,28-14 7 16,-19 17 1-16,0 3 1 16,1 4-7-16,-2 0-2 15,-1 0-2-15,0 2-2 16,-1-1 0-16,-2-1-1 16,-2-2 0-16,-1-3 1 0,0 0-1 15,-1-5 0-15,0 0 2 16,0 0 6-16,0-9 15 15,0-3-20-15,0-5-1 16,0-4-2-16,0 1 1 0,0-3-1 16,1 2 0-16,3 2 0 15,1 3 0-15,1 4-1 16,2 4-22-16,2 3-48 16,-1 0-36-16,2 3-82 15</inkml:trace>
  <inkml:trace contextRef="#ctx0" brushRef="#br0" timeOffset="183653.35">23092 11029 442 0,'0'0'3'15,"0"0"2"-15,0 0-2 16,0 0 0-16,0 0-1 15,20-31 4-15,-11 21 21 16,0 0-17-16,-2 0-5 0,0 2-3 16,-1 1-1-16,-2-1-1 15,-2 3 1-15,-2 1 0 16,0 0 1-16,0 2 1 16,-4 1 6-16,-3 1 4 15,-1 0-3-15,2 6-4 0,-1 4 1 16,0 3-4-16,3 3 0 15,2 1 0-15,2-1-2 16,0 1 1-16,0-2-1 16,6-1-1-16,2-3 0 15,3-5 1-15,2-2 0 0,1-4-1 16,2 0 2-16,1-11-1 16,1-3 0-16,1-6 0 15,-2 0-1-15,1-1 1 16,-1 1-1-16,-5 3 0 15,1 2 0-15,-4 4 0 16,-2 3-1-16,-2 1 1 0,-2 5 1 16,0 2-1-16,0 0 0 15,0 0-1-15,1 2 1 16,3 5 0-16,0 0 0 16,0 2 0-16,3 1 1 0,-1 2-1 15,-1 1 0-15,-1 0 1 16,-3 0-3-16,-1-1 3 15,-3 0-1-15,0-1 0 16,0-3-1-16,0-2 2 16,-4-2-1-16,2-2 0 0,2-2 1 15,0-2 1-15,0-6-2 16,7-3 0-16,4-3 0 16,1-2 1-16,2-1-1 15,2 0 0-15,0-2 0 16,-1 3-2-16,-3 1 0 15,-2 1 1-15,-3 5 0 0,-4 1-1 16,-3 1 1-16,0 1 0 16,-1 3 1-16,-5 1-1 15,2 0 1-15,-2 1-1 16,2 1 0-16,1 0 1 16,1 0-1-16,2 0 0 0,0 4 1 15,0 2-1-15,6 1 1 16,1 3 0-16,3 0 0 15,-3 1 0-15,0 3 1 16,1 0-2-16,0-1 1 16,-3 0 0-16,0 0 0 0,-1-4 0 15,-2 0 0-15,0-1 0 16,-2-2 0-16,0-2 0 16,0-1 0-16,0-2 0 15,0 0 0-15,-3-1 1 16,1 0 0-16,-2 0-1 0,1 0 0 15,1 0-1-15,0 0-32 16,1 0-12-16,0 0 17 16,1 0 2-16,-2 1 7 15,2 2 2-15,0-2 3 16,0 2 4-16,3-1 1 0,1 1-46 16,-1-2-45-16,2-1-67 15</inkml:trace>
  <inkml:trace contextRef="#ctx0" brushRef="#br0" timeOffset="183845.84">23644 10965 294 0,'0'0'5'0,"0"0"4"0,0 0-1 15,0 0 7-15,-12 33 5 0,10-22 4 0,2-1-8 16,0 2-13-16,0-1-1 16,0-1-2-16,-2-3-29 15,0-5-197-15</inkml:trace>
  <inkml:trace contextRef="#ctx0" brushRef="#br0" timeOffset="184059.19">23617 10791 526 0,'0'0'4'0,"0"0"-1"16,0 0-3-16,0 0-1 15,0 0-3-15,0 0-21 0,0 0-6 16,0 0-15-16,25 5-110 15</inkml:trace>
  <inkml:trace contextRef="#ctx0" brushRef="#br0" timeOffset="184745.24">23772 10877 488 0,'0'0'1'16,"0"0"1"-16,-8 33-3 15,8-19 2-15,0 2 0 16,2 0-1-16,3 0 0 16,2 0 1-16,0-1-2 0,-1-4 2 15,1-1 1 1,1-5-4-16,-1-3 4 0,1-2-2 15,-3-2 0-15,1-6 0 16,-2-4 1-16,1-1-1 16,-3-2 0-16,-2-1 0 15,0-1 0-15,-3 3-1 0,-5 0 1 16,-1 2 0-16,-1 3 0 16,-1 2-2-16,1 0 2 15,-1 3 0-15,2 0 0 16,1 3-1-16,3-1 2 15,2 0-1-15,3 1 0 0,0-1 2 16,0 1-2-16,7-1 0 16,3 0 0-16,1 0 0 15,1 2 0-15,1 0 0 16,0 0 0-16,-1 0 0 0,1 4 0 16,-3 4 0-16,0 2 0 15,-1 0 0-15,0 0 0 16,-2 1 0-16,-2 0 0 15,0-1 0-15,-2-1 0 16,-1-3 0-16,0-1 0 0,-2-3 0 16,0-2 0-16,0 0 0 15,0-1 4-15,0-8-4 16,1-1 1-16,2-2 0 16,3-1-2-16,1 0 5 15,-2 3 2-15,2 3 28 16,0 4-15-16,-2 3-7 0,1 0-11 15,-1 9-1-15,1 4 1 16,1 2-1-16,-2 1 0 16,1-1-3-16,0 1-35 15,1-3-26-15,-3-6-45 16,1-5-137-16</inkml:trace>
  <inkml:trace contextRef="#ctx0" brushRef="#br0" timeOffset="185149.3">24254 10651 528 0,'0'0'2'15,"0"0"-2"-15,-35-12 1 0,27 12-1 16,0-1-1-16,1 7 1 15,3 2 2-15,0 1 0 16,4 2-1-16,0 1 0 16,6 1-2-16,4 2 2 15,2 0-1-15,2 1 1 0,1 1-1 16,0-1 1-16,-2-1-2 16,-3 2 1-16,-3-1 0 15,-3-2 0-15,-4 0 0 16,0-2 0-16,-6 0 0 15,-4-3 0-15,-3 1 0 0,-3-1 1 16,2-3-1-16,-3 1 0 16,3-1 0-16,1-2 1 15,2-1-2-15,4 0-1 16,1 0-27-16,3-2-11 16,3-1-18-16,0 0-44 15,4-5-58-15</inkml:trace>
  <inkml:trace contextRef="#ctx0" brushRef="#br0" timeOffset="185570.12">24472 10616 468 0,'0'0'2'0,"0"0"-2"15,0 0 1-15,-30-10-2 0,17 15 1 16,-2 3 4-16,1 3 22 16,3 2-5-16,3 1-13 15,1 1-7-15,6 2-1 16,1 0 1-16,0-1 0 0,10 2-1 16,2-1 0-16,4-1 1 15,3-1 0-15,2-2-1 16,-1 1 0-16,-3-2 1 15,-2 0-1-15,-2-2 0 16,-6-2 1-16,-3 2-2 16,-1-2 1-16,-3-1 0 0,0-2 0 15,-7 2 0-15,-3-1 2 16,-3-1 1-16,-2 0 0 16,1-2-2-16,0 1 0 15,1-1 0-15,4-3-1 16,0 2 1-16,3-1-3 0,4-1-30 15,2 0-32-15,0-4-62 16</inkml:trace>
  <inkml:trace contextRef="#ctx0" brushRef="#br0" timeOffset="185971.51">24662 10621 427 0,'0'0'2'0,"0"0"2"15,0 0-2-15,0 0 17 16,-11 35 22-16,11-14-7 16,0 2-16-16,5 2-9 15,1 3-4-15,2-1-5 0,0 1 2 16,0-3-2-16,2-2 0 15,1-4 0-15,2-5 1 16,2-5-1-16,2-5 1 16,-1-4 0-16,3-2 1 15,-1-11-1-15,-1-5 0 0,0-6 0 16,-2-10 0-16,-5-4-1 16,-5-5 1-16,-4 0 0 15,-1 3-1-15,-9 6 1 16,-6 7 0-16,-4 9-1 15,-4 9 0-15,-1 7-1 16,-1 2 1-16,3 6-2 0,5 9-7 16,1 3-34-16,4 3-16 15,2 0-73-15</inkml:trace>
  <inkml:trace contextRef="#ctx0" brushRef="#br0" timeOffset="186300.01">24740 10763 425 0,'0'0'5'0,"0"0"17"0,0 0-3 15,0 0 0-15,0 0 10 16,0 0-6-16,0 0-6 15,28 10-8-15,-20-3-5 0,0 2-2 16,0 0-1-16,2 1 0 16,2-1 1-16,2-1 0 15,4 0 6-15,4 1 12 16,6-2-5-16,2 1 0 16,1 2-3-16,2 0-7 0,-3 0-4 15,-3 1-1-15,-3-1 1 16,-5-3-6-16,-5-5-63 15,-6-2-100-15</inkml:trace>
  <inkml:trace contextRef="#ctx0" brushRef="#br0" timeOffset="205108.9">23204 13044 10 0,'0'0'123'16,"0"0"-102"-16,0 0 8 16,0 0-2-16,0 0 5 0,0 0 5 15,0 0 17-15,0 0-1 16,0 0-10-16,0 0-5 15,0 0-6-15,-18 0-15 16,27 0-12-16,3-2-1 16,7-1 6-16,5-2 1 0,7-2-1 15,5-1-2-15,4-1-1 16,0-1 0-16,-1 1-3 16,-1 1 0-16,-4 1-2 15,-6 2-1-15,-7 2 0 16,-3 1-1-16,-5 1 1 0,-6 0-1 15,-2 1 0-15,-3 0 0 16,-2 0 1-16,0 0-2 16,0 0-1-16,-3 0-34 15,-1 0-46-15,1-3-66 16,-1-5-171-16</inkml:trace>
  <inkml:trace contextRef="#ctx0" brushRef="#br0" timeOffset="205749.45">23905 12819 413 0,'0'0'18'15,"0"0"6"-15,0 0-3 16,0 0-19-16,0 0 1 0,5 27-2 16,1-12 3-16,-3 3 10 15,1 3 2-15,0-1-2 16,-1 2-5-16,0 1-2 15,0-2-3-15,0-1-2 16,-2-3 0-16,0-3-1 0,0-1 5 16,-1-4-1-16,0-4 3 15,0-2-1-15,0-1 3 16,0-2 19-16,0 0-8 16,-2-5-18-16,-1-5 0 15,2-4-2-15,1-3 0 0,0-3 0 16,0-2 0-16,7-3-1 15,2 1 0-15,3-1 0 16,-2 3 0-16,4 1 0 16,-3 4 1-16,3 2 0 15,0 4-1-15,-1 4 0 0,2 4 0 16,1 3 1-16,0 2-2 16,0 8 1-16,-1 3 0 15,-1 3 0-15,-2 1-1 16,-2 1 2-16,0 2-2 15,-4 0 2-15,0-1-1 0,1 1 0 16,-3 0 0-16,-1-3 0 16,1-2-1-16,0-2 1 15,-1-4-8-15,1-2-32 16,0-6-38-16,-2-1-31 16,0-5-112-16</inkml:trace>
  <inkml:trace contextRef="#ctx0" brushRef="#br0" timeOffset="206094.88">24356 12685 491 0,'0'0'4'0,"0"0"29"0,0 0-8 0,40-12-11 16,-16 18-8-16,5 7-1 15,2 2-1-15,2 2-2 16,-3-1-1-16,-2 1-1 15,-3-2 0-15,-3-1-22 16,-5-4-63-16,-4-6-56 0,-4-4-156 16</inkml:trace>
  <inkml:trace contextRef="#ctx0" brushRef="#br0" timeOffset="206518.98">24804 12656 513 0,'0'0'2'15,"0"0"6"-15,0 0-6 16,0 0-1-16,0 0 5 0,-36 34 6 16,23-22 12-16,1-2-12 15,3 2-7-15,1-1-3 16,1 0-2-16,1 0 0 15,2-1-1-15,0-1-21 16,3 0-28-16,0-3-7 0,1-2-10 16,0-1-14-16,0 0 29 15,0-3 46-15,0 0 7 16,2 0 1-16,2 0 8 16,-1 0 30-16,1 3 15 15,1 2-4-15,0 4-4 0,-1 5 2 16,-1 3 0-16,0 5-17 15,1 1-17-15,-1 1-4 16,0 0-4-16,3-2-6 16,-3-2 0-16,2-1 0 15,-1-3-2-15,-1-2-23 16,0-4-59-16,-3-6-50 0,0-4-155 16</inkml:trace>
  <inkml:trace contextRef="#ctx0" brushRef="#br0" timeOffset="206859.89">24316 12592 520 0,'0'0'5'0,"0"0"15"0,32-5-4 0,-7 1-1 16,7 1 0-16,6 0 4 0,6-2 1 15,5 0-4-15,0 0-11 16,0 1-4-16,-4 2-1 16,-4 1 2-16,-6-1-8 15,-6 1-47-15,-5-4-61 16,-7-6-131-16</inkml:trace>
  <inkml:trace contextRef="#ctx0" brushRef="#br0" timeOffset="207286.44">25032 12432 381 0,'0'0'8'0,"0"0"38"16,0 0-5-16,0-35-8 16,2 28-14-16,1-1 2 15,2 1 4-15,1 0-12 0,2 4-8 16,2 1-2-16,1 2-2 16,1 1-1-16,1 8 1 15,-3 5-1-15,0 2 0 16,-3 4 0-16,-3 4 0 15,-1 2-3-15,-3 0-1 16,0-1-2-16,0-2-1 0,-2-2 0 16,-3-4-1-16,2-5-1 15,3-3 3-15,0-1 5 16,0-4 1-16,7-2 0 16,4-2 0-16,5 1 1 15,5-1-2-15,3-7-31 0,2-2-36 16,-1-2-70-16</inkml:trace>
  <inkml:trace contextRef="#ctx0" brushRef="#br0" timeOffset="-205412.28">18651 13254 348 0,'0'0'41'0,"0"0"-14"15,0 0 9-15,0 0-19 16,0 0-17-16,0 0 1 0,0 0 1 16,0 48 1-16,4-19 3 15,2 4-1-15,-2 4 4 16,3-2-3-16,-2 2-3 16,0-4-1-16,0-1-2 15,0-4 0-15,-3-2 1 16,1-3-1-16,-2-5 0 0,0-3 0 15,-1-5-8-15,3-5-35 16,-2-5-66-16,-1-3-29 16</inkml:trace>
  <inkml:trace contextRef="#ctx0" brushRef="#br0" timeOffset="-204672.74">18640 13330 359 0,'0'0'4'16,"-12"-33"16"-16,7 18 16 16,3-1-8-16,2 4-13 15,0-1 1-15,0 1 4 0,2 1-8 16,7 2-6-16,3 1-4 15,1 3 0-15,3 2-2 16,-2 1 1-16,4 2-2 16,-4 0 2-16,1 5-1 0,-3 1 0 15,-2 2 0-15,-1 1 0 16,-5 2 0-16,-2 1 0 16,-2 1 0-16,-2 1 0 15,-7 2 0-15,-4 1-1 16,0-1 1-16,-1 2 0 0,0 2-1 15,2 0 1-15,3 0 0 16,3 0 0-16,3 3 0 16,3-2 0-16,0 1-1 15,1-2 1-15,7 1 0 16,2 0 0-16,2-1-1 0,2-1 1 16,2-1 0-16,2-2 0 15,2-3 0-15,1-3 0 16,-1-3 0-16,1-6 1 15,0-1-1-15,0 0 0 16,-1-8 2-16,-3-2-1 16,1-3 1-16,-2-1-1 0,-4 0-1 15,0-1 1-15,-2-1 0 16,-1-1-1-16,-3 1 2 16,-3 1-2-16,-3 4 1 15,0-1 0-15,-5 5 0 16,-5 0 8-16,-2 4 1 0,-2 2 1 15,0 1-4-15,1 0 3 16,1 1-1-16,2 6-4 16,3 2-1-16,4 3-2 15,3 3-1-15,0 2 1 16,5 2-1-16,8 1-1 0,-1 0 1 16,6 0-1-16,0-5 0 15,3 0 0-15,0-7-1 16,3-2-26-16,-3-5-34 15,-1-1-89-15,-4-10-191 16</inkml:trace>
  <inkml:trace contextRef="#ctx0" brushRef="#br0" timeOffset="-203880.46">19188 13442 442 0,'0'0'4'0,"0"0"20"16,0 0-11-16,0 0-10 15,-28 10-2-15,20-3 0 0,2 3 2 16,-2 0 1-16,4 0-1 16,2 0-2-16,2-1-1 15,2 0 1-15,7-1-1 16,6-1 0-16,0 0 0 15,4-1 1-15,-1 2-1 0,0 1 0 16,-2 1 0-16,-2 1 0 16,0 2 0-16,-4 0 0 15,-5 0 0-15,-2 0 0 16,-1 2 2-16,-2-2-2 0,-2-1 0 16,-6 1 1-16,-4-3-1 15,-1 0 5-15,-2-2 7 16,0-2 2-16,-2-3-1 15,3-2 6-15,3-1 2 16,5-2-6-16,5-10-5 16,1-2-1-16,10-6-9 0,7-1 1 15,6-4 0-15,0-1-1 16,3 2 1-16,-1 4 1 16,-3 4 5-16,-2 5-1 15,-5 6-4-15,-2 5 2 16,-3 0-1-16,-2 5 0 0,-2 6-1 15,1 2 0-15,-2 2-2 16,-2 2 0-16,2-1 0 16,-4 1 1-16,2-1-2 15,-2 0-33-15,0-5-52 16,-1-4-71-16,0-3-135 0</inkml:trace>
  <inkml:trace contextRef="#ctx0" brushRef="#br0" timeOffset="-203704.83">19351 13470 451 0,'0'0'2'0,"0"0"5"0,-3-28-5 16,6 23-1-16,5 3-9 15,2-1-44-15,-1-2-60 16,3 0-120-16</inkml:trace>
  <inkml:trace contextRef="#ctx0" brushRef="#br0" timeOffset="-203191.76">19629 13483 430 0,'0'0'39'0,"0"0"-31"16,-30 0 14-16,18 0 7 15,-1 5-9-15,0 3 1 16,2 2 9-16,-1 2-9 16,4 1-11-16,3 2-8 15,3 1 0-15,2-1-3 0,0 0 1 16,7-2 0-16,1-2 0 15,2-3-3-15,2-5-17 16,-1-3-5-16,2-1 11 16,0-11 9-16,0-6 4 0,-1-6 0 15,-5-4 0-15,-1-5 0 16,-4-4 0-16,-2-3 1 16,-1 0 0-16,-9 2 0 15,-1 0 0-15,-2 9 0 16,0 4 1-16,-1 8 4 0,4 4 5 15,0 9 9-15,6 4 9 16,1 7-20-16,3 11-8 16,0 6 1-16,6 5 0 15,5 4 0-15,4 2 0 16,1-2-1-16,2 0 0 16,1-5 1-16,0-1-2 0,-2-6-7 15,1-3-43-15,-1-6-20 16,-4-4-86-16,-2-7-53 15</inkml:trace>
  <inkml:trace contextRef="#ctx0" brushRef="#br0" timeOffset="-202793.1">19776 13425 501 0,'0'0'2'0,"0"0"8"0,0 0-8 16,0 0 13-16,0 0 16 16,-6 32-10-16,9-19-2 15,2 0-9-15,0-1-6 16,3 1-4-16,0 0 0 16,1-2 2-16,1 0-2 0,-1-5-1 15,0-2-20-15,0-4-21 16,1 0 6-16,-1-9 19 15,-1-7 15-15,-2-2 2 16,-1-2 0-16,-3 0 0 0,-2 2 1 16,0 2 1-16,0 5 17 15,0 3 6-15,-3 5 8 16,2 3-6-16,0 0-14 16,1 7-11-16,0 4 3 15,2 1 1-15,6 1-3 0,0 0-2 16,3 0-1-16,0-2 0 15,1 1 0-15,0-3-11 16,0-3-72-16,0-3-87 16,1-3-179-16</inkml:trace>
  <inkml:trace contextRef="#ctx0" brushRef="#br0" timeOffset="-202308.51">20170 13401 483 0,'0'0'1'0,"-33"-7"8"0,15 4 10 15,1 3 2-15,-2 0-3 0,2 0 7 16,-2 5 8-16,2 4-13 15,3 1-10-15,2 1-3 16,4 2-4-16,6 0-2 16,2 0-1-16,0 1 0 15,6-3 0-15,7-1 0 0,-2-2 0 16,3-1 0-16,0-5-3 16,1-1-9-16,-1-1-2 15,-2-3 0-15,-1-6 5 16,-2-4 6-16,-2 2 2 15,-2-3 1-15,-2 1 1 0,-3 3-1 16,0 2 1-16,0 3 7 16,-1 2 8-16,-4 3 1 15,3 0-7-15,1 3-6 16,1 5-2-16,0 2 1 16,4 3-2-16,5-2-1 0,3 0 0 15,2 0 1-15,0-1-1 16,3-4-1-16,-3-1-37 15,1-4-39-15,-2 1-35 16,-1-2-71-16</inkml:trace>
  <inkml:trace contextRef="#ctx0" brushRef="#br0" timeOffset="-202087.54">20218 13153 294 0,'0'0'154'0,"0"0"-131"0,0 0 32 16,0 0-50-16,0 0 13 16,6 51 9-16,5-21 3 15,1 6-12-15,2-1-8 16,-2 0-8-16,0 0-1 0,-1-3 0 16,-1-2-1-16,-1-5-7 15,-1-7-62-15,-3-8-67 16,1-6-212-16</inkml:trace>
  <inkml:trace contextRef="#ctx0" brushRef="#br0" timeOffset="-201618.83">20654 13052 442 0,'0'0'1'16,"0"0"0"-16,-34-5 2 0,17 8 16 16,-1 7 14-16,-1 4-3 15,-1 2 4-15,4-1-17 16,3 2-7-16,7 1-5 15,4-1-3-15,2 0-1 16,7 0-1-16,9 3 0 0,3-2 1 16,6-1-1-16,1-2 1 15,1-1-1-15,-1 0 0 16,-3 0 0-16,-3-2-1 16,-5-1 1-16,-3-1-2 15,-7 1 2-15,-5 0 0 0,0-1 1 16,-9 0-1-16,-5 1 0 15,-5-1 0-15,-2 3 0 16,-2-3 0-16,-1 0 0 16,0 0 1-16,3-2-1 0,2-2 0 15,6-2-1-15,4-2-5 16,8-2-45-16,1-7-46 16,10-9-128-16</inkml:trace>
  <inkml:trace contextRef="#ctx0" brushRef="#br0" timeOffset="-201241.44">20877 13024 583 0,'0'0'0'0,"-37"-1"1"0,18 1-1 15,1 8 0-15,0 8 1 16,1-1 0-16,2 2 15 15,5 1-5-15,6-2-6 16,4 2-3-16,4 0-2 16,11-2 1-16,5 0-1 0,4-1 0 15,4 0 1-15,1-2-1 16,-4-1-1-16,-2-1-3 16,-5 1 0-16,-6 1 2 15,-5-2 2-15,-4 3 0 16,-3-1-1-16,-4 0 1 15,-8-1 0-15,-3-1 1 0,-2 0-1 16,0-2 0-16,-2-1 0 16,1-1 0-16,3-2 0 15,0-1 0-15,2-3-2 16,5-1-15-16,3 0-27 0,5-6-23 16,0-8-110-16</inkml:trace>
  <inkml:trace contextRef="#ctx0" brushRef="#br0" timeOffset="-200834.6">21030 13082 539 0,'0'0'2'0,"0"0"-3"16,-28 23 0-16,21-4 2 15,-1 3 17-15,3 2 20 16,2 3-11-16,3 3-14 16,0 0-10-16,7 1-1 15,4-1-2-15,2-2 0 16,3-3 0-16,0-5 0 0,3-7-5 16,2-6-6-16,-1-7 5 15,3-3 6-15,-2-11 0 16,-1-7 0-16,-1-6 0 15,-1-4 0-15,-3-5 1 16,-5-3 0-16,-6 0 0 0,-4-1 1 16,-6 6 2-16,-8 6-1 15,-7 8 0-15,-5 6-2 16,0 10-2-16,-1 4 1 16,0 6-1-16,3 8-2 15,3 3-27-15,6 2-34 0,2-1-56 16,6-3-135-16</inkml:trace>
  <inkml:trace contextRef="#ctx0" brushRef="#br0" timeOffset="-200622.69">21094 13245 566 0,'0'0'17'0,"29"2"5"16,-11 8 6-16,0 2-19 15,-2 6 0-15,0 4 7 0,-3 5-2 16,-1 1-8-16,-2 2-4 16,1 0-2-16,0-4-6 15,-2-6-77-15,1-10-81 16</inkml:trace>
  <inkml:trace contextRef="#ctx0" brushRef="#br0" timeOffset="-198524.04">11281 12501 132 0,'0'0'54'15,"0"0"-38"-15,0 0 16 0,0 0-2 16,0 0-10-16,0 0-7 16,0 0-7-16,0 0-1 15,0 0 7-15,0 0 6 16,0 0-6-16,0 0-3 16,33 6 0-16,-19-1 0 0,4 0-1 15,1 0 1-15,6 0 1 16,2-3 2-16,3 1 4 15,3-3-1-15,1 0-9 16,3-3-2-16,-2-4-1 16,0-3 0-16,-1-1-2 0,-3 1 1 15,-2-1-2-15,-2 2 1 16,1-2-1-16,-1-1 1 16,-1 2-1-16,0 0 1 15,0-2 0-15,3-1-1 16,0 4 0-16,3 0 0 0,0 3 1 15,-1 4 0-15,1 2-1 16,-3 0 0-16,-4 1 0 16,0 3 1-16,-5 2-2 15,-5-4 2-15,-3 1-2 16,-2-1 2-16,-3-2-1 0,-4 0 0 16,-1 0 1-16,-1 0 0 15,-1 0 4-15,0-5 0 16,0 0-1-16,0-2-1 15,-1-1-2-15,0-3 1 16,-1-1-2-16,2-3 0 16,0 1 0-16,0 0 0 0,3-1 0 15,5 3 0-15,3-1 0 16,5 2 0-16,4-1 0 16,4-1 0-16,7-2 1 15,6-2 2-15,5-2 5 16,3-2-3-16,4-3-1 0,1 0 1 15,-1-1 0-15,0 0 2 16,-2 0 1-16,-5 3 3 16,-5 2-2-16,-4 3-5 15,-7 2-2-15,-5 1 0 16,-4 2 0-16,-6 1 1 0,-5 0 8 16,-2-1 15-16,-4 1-10 15,0-5-4-15,-6 1-5 16,-5-5-5-16,-2-2 0 15,-2-1-2-15,0-2 1 16,0 2-2-16,5 2 1 0,0 2-2 16,7 3-54-16,2 0-36 15,1-2-130-15</inkml:trace>
  <inkml:trace contextRef="#ctx0" brushRef="#br0" timeOffset="-196396.76">12732 11701 14 0,'1'0'2'16,"0"0"-2"-16,1 0 0 15,0 0 0-15,-1 0 0 16,1 0-1-16,-1 0-1 16,0 0-1-16,1 2-5 0</inkml:trace>
  <inkml:trace contextRef="#ctx0" brushRef="#br0" timeOffset="-194716.75">14298 11329 160 0,'0'0'2'15,"0"-3"20"-15,0 0-3 16,0 0-1-16,0 3-5 15,0-1 1-15,0 0 2 0,0-1-4 16,0 1 0-16,0-1-3 16,0 1-2-16,0 1-4 15,0-1-1-15,0 1-2 16,0 0 0-16,0 0-2 16,0 0 0-16,1 0-17 0,-1 0-121 15</inkml:trace>
  <inkml:trace contextRef="#ctx0" brushRef="#br0" timeOffset="-159415.87">1190 7321 183 0,'0'0'49'0,"0"0"82"15,0 0-77-15,0 0-6 0,0 0 1 16,0 0-2-16,0 0-19 16,0 0-5-16,0 0-8 15,0 0-7-15,0 0-2 16,0 0-1-16,0 0-4 15,-39-17-1-15,23 24-3 16,-3 6 3-16,-1 2-1 0,-2 4 1 16,2 0 3-16,2 1-2 15,4 0-2-15,6 0-1 16,4-3 1-16,4-1-1 16,7-1 2-16,6-2-2 15,6-3 1-15,1 0 0 0,3-2-2 16,0 2 3-16,-2 0-1 15,-3 4-4-15,-2 3 0 16,-6 3-1-16,-4 3 2 16,-2 2 1-16,-4 0 3 15,0-1 0-15,-3-2 1 0,-6-1 1 16,-1-2 0-16,-1-1-1 16,-3-3 2-16,-3-1-2 15,-1 0 1-15,-2-2-1 16,-4-3 1-16,4-1 0 15,0-5-2-15,1-3 1 0,6 0 0 16,6-10-14-16,4-7-67 16,3-6-99-16</inkml:trace>
  <inkml:trace contextRef="#ctx0" brushRef="#br0" timeOffset="-158881.23">1436 7349 439 0,'0'0'34'0,"0"0"13"16,0 0-17-16,0 0-4 16,-7-31-2-16,0 28-16 15,-3 1-1-15,-1 2-3 16,-2 0-5-16,-2 3 2 0,-2 5-2 16,1 2 1-16,2 1-2 15,3 1 4-15,4 2-2 16,4-1-3-16,3 2 2 15,0 0 0-15,9 3-2 16,1 2 2-16,3 0 0 0,0 3 1 16,0 1 0-16,-2 1-6 15,1 1-13-15,-6-2-6 16,-2 0 19-16,-4-4-1 16,0 0 12-16,0-5-5 15,-8-2 2-15,-3 0-2 0,-2-3 2 16,0-3 5-16,-1-1-3 15,-3-1-2-15,1-3 1 16,-1-2 1-16,1 0-4 16,0 0 1-16,4-5-2 15,2-2-18-15,7-1-52 16,2-2-46-16,1-1-178 0</inkml:trace>
  <inkml:trace contextRef="#ctx0" brushRef="#br0" timeOffset="-158432.89">1656 7319 478 0,'0'0'63'0,"0"0"-8"16,-34-6-33-16,23 6-8 15,-2 8-9-15,2 4 2 16,-1 4 3-16,2 4-4 16,2 3 6-16,3 5-2 0,5 2-8 15,0 3-2-15,3 0 0 16,7 3 0-16,2-2-1 16,3-2 1-16,0-5 0 15,2-3 0-15,-1-8-2 16,0-5 2-16,2-7-1 15,-1-4 1-15,-3-1 3 0,-1-12-2 16,0-6 0-16,-1-9 1 16,-4-4-2-16,-6-6 2 15,0-1-1-15,-2 1 0 16,-4 3 1-16,-9 6-2 16,-3 4 0-16,-3 6-3 0,-1 6-5 15,0 5 0-15,-4 7-27 16,2 1-14-16,0 7-25 15,4 7-16-15,0 2-16 16,4-1-32-16</inkml:trace>
  <inkml:trace contextRef="#ctx0" brushRef="#br0" timeOffset="-158232.27">1545 7506 444 0,'0'0'55'0,"0"0"-37"16,29 7 2-16,-15-2 16 15,3 3-14-15,4 5 7 0,0 2-11 16,2 3-5-16,2 1-6 16,-4 2-6-16,1-1 0 15,-5-2-1-15,-1-5-15 16,-4-3-51-16,-4-4-116 0</inkml:trace>
  <inkml:trace contextRef="#ctx0" brushRef="#br0" timeOffset="-157508.49">3342 7321 59 0,'0'0'238'0,"0"0"-163"16,0 0-15-16,0 0-26 15,0 0-20-15,-37-8-4 16,24 17 8-16,1 3 2 16,-1 5-4-16,2 1-6 15,5 2-3-15,2 1-6 0,4 1-1 16,0 0 0-16,7 0 0 16,5-3-1-16,1-5 2 15,3-4-2-15,2-6-1 16,-1-4 9-16,0-5-6 15,-3-10 1-15,0-7 1 0,-1-6 0 16,-2-7-1-16,-5-6 0 16,-1-5-2-16,-3-2 0 15,-2-1 0-15,-2 2 1 16,-8 6 0-16,0 6 1 16,-2 10 0-16,4 7 22 15,1 10-2-15,2 8-14 0,2 7-10 16,3 12-3-16,0 6 3 15,5 7 1-15,5 4 0 16,3 4 1-16,4 1-1 16,2-1 2-16,-1-2-1 0,2-2 0 15,0-7-49-15,-2-5-61 16,0-11-56-16</inkml:trace>
  <inkml:trace contextRef="#ctx0" brushRef="#br0" timeOffset="-157081.49">3718 7214 467 0,'0'0'7'0,"0"0"28"0,0 0-8 15,-37 3-4-15,26 7-8 16,3 5 15-16,0 2-9 15,4 2-13-15,4 0-4 16,0 2-1-16,7-2-1 16,3-2-1-16,4-2-1 0,1-5 0 15,0 0 1-15,3-4-1 16,-1-5 0-16,0-1 0 16,-2-1-1-16,-2-9-1 15,-4-3 0-15,-3-3 3 16,-5-3 0-16,-1-2 1 0,-4 1-2 15,-8 0-8-15,-5 2 1 16,-3 3 4-16,-5 4 1 16,-2 4-2-16,1 3-3 15,2 3 1-15,4 1-2 16,5 0-13-16,8 0-24 0,7 0-19 16,4 0-44-16,12 0 18 15,8-3 15-15,8-7-103 16</inkml:trace>
  <inkml:trace contextRef="#ctx0" brushRef="#br0" timeOffset="-156770.53">4113 6956 191 0,'0'0'209'16,"0"0"-147"-16,0 0-13 15,-43-28-16-15,22 28-10 0,1 0 8 16,0 8-4-16,3 6-11 15,4 5-9-15,4 8-2 16,5 2 2-16,2 6-3 16,2 3 1-16,3 4-3 15,7 1-1-15,0 2 4 0,2-2-1 16,0 2-5-16,-2-3 1 16,-3-5 0-16,-3-2 1 15,0-7-1-15,-4-3-1 16,0-6 0-16,-1-5-4 15,-5-3-27-15,-1-5-37 16,-2-5-22-16,0-1-47 0,-1-10-105 16</inkml:trace>
  <inkml:trace contextRef="#ctx0" brushRef="#br0" timeOffset="-156583.34">3927 7300 477 0,'0'0'46'0,"0"0"2"16,0 0-22-16,0 0 17 15,33-20 3-15,-13 13-14 0,6-2-14 16,4 0-8-16,1 1-7 16,-3 0-3-16,0-1-20 15,-8 0-81-15,-8-3-230 16</inkml:trace>
  <inkml:trace contextRef="#ctx0" brushRef="#br0" timeOffset="-155496.2">678 8492 404 0,'0'0'8'0,"0"0"5"16,0 0-13-16,0 0-2 15,0 0 3-15,0 0 2 16,0 0 5-16,0 0 6 15,0 0-1-15,0 0-3 16,24 31 2-16,-11-22 3 0,2 2-4 16,2-1-9-16,2 3-1 15,-1 1 0-15,2-1-1 16,-3 0-19-16,-2-5-96 16,-3-1-139-16</inkml:trace>
  <inkml:trace contextRef="#ctx0" brushRef="#br0" timeOffset="-155167.5">990 8428 304 0,'0'0'47'0,"0"0"-8"16,0 0-22-16,0 0 2 16,0 0 2-16,0 0-15 0,0 0-4 15,0 0-2 1,0 0 0-16,-10-5-1 0,8 5 1 15,2 0-10-15,0 0-25 16,0 0-18-16,0 2-52 16,-1-1-47-16</inkml:trace>
  <inkml:trace contextRef="#ctx0" brushRef="#br0" timeOffset="-153852.2">712 8370 137 0,'0'-7'79'0,"0"3"-34"15,0 1 20-15,0 0-17 16,0 3-2-16,0 0-10 0,0 1-30 15,0 8-6-15,3 5 2 16,2 6 2-16,2 6 2 16,-1 4-3-16,1 2 0 15,0 0-2-15,0-4 0 16,-1-2 0-16,0-4 0 0,-3-6-2 16,0-2-39-16,-3-5-106 15,0-5-118-15</inkml:trace>
  <inkml:trace contextRef="#ctx0" brushRef="#br0" timeOffset="-153084.58">737 8538 10 0,'0'0'375'0,"0"0"-344"0,0 0 0 15,0 0-22-15,0 0-2 16,0 0 3-16,0 0-5 16,0 0 0-16,0 0-1 15,-7 5-1-15,1 3 2 16,-3 0-2-16,-1 1-1 0,-1 1 1 16,-3 1-5-16,-1 0 4 15,-2 0-1-15,-1 1-1 16,1-2 4-16,2-2-2 15,3 0-1-15,2-1-1 16,5-3 1-16,0 0-2 0,3-1-1 16,2-1 1-16,0 1-1 15,2 0-1-15,-2 1 0 16,5-1 1-16,0 1 1 16,2 0 1-16,1 0-2 15,3 0 4-15,2-1-1 0,0 1 2 16,1 1 4-16,1 1-5 15,0 1 2-15,-2 2-3 16,0-1 1-16,-2 3 0 16,-5 1 1-16,1-1-1 15,-7 1 0-15,0 3 2 0,0-1-2 16,0 2 1-16,-8 0 0 16,-4 3-4-16,-3 2 6 15,-2-1-1-15,-1 4-3 16,-2-1 1-16,0-3-2 15,4-2 1-15,3-3-1 0,4-6 1 16,3 0-1-16,6-5-1 16,0-3-1-16,2 0-3 15,6-1 4-15,5 0 8 16,4-4 3-16,3-6-3 16,2 0 4-16,2-3 4 0,-1 0-2 15,-3-1-3-15,0 3 0 16,-1 2-4-16,-3 2-4 15,-6 3 0-15,0 1 1 16,-3 3 0-16,0 0 2 16,-2 0-2-16,-1 2 3 0,2 4-3 15,-1 3-1-15,0 2-2 16,0 4 0-16,2 1 0 16,-2 3 1-16,0-1-9 15,0-2-23-15,-2-1-58 16,0-5-37-16,0-5-165 0</inkml:trace>
  <inkml:trace contextRef="#ctx0" brushRef="#br0" timeOffset="-152120.05">898 8485 282 0,'-3'0'48'0,"1"0"14"16,0 0-18-16,2 0-12 15,0 0 3-15,0 0-16 16,2 0-22-16,7 5 3 15,2 3 24-15,4 1-13 0,3 4-4 16,3-1-1-16,0 1-4 16,1 0 1-16,-1-3-14 15,-2 2-21-15,-3-6-54 16,-3-2-20-16,-4-4-123 0</inkml:trace>
  <inkml:trace contextRef="#ctx0" brushRef="#br0" timeOffset="-151853.74">1206 8422 394 0,'0'0'18'16,"0"0"-10"-16,0 0-9 15,0 0 2-15,-10 37 8 16,2-22 0-16,1 1-2 16,-1 1-5-16,-4 0-1 15,1 1 0-15,-3 0-2 16,0-2-1-16,1-1-74 0,0-3-83 16</inkml:trace>
  <inkml:trace contextRef="#ctx0" brushRef="#br0" timeOffset="-151475.75">1111 8646 253 0,'0'0'86'0,"0"0"-19"16,0 0-19-16,0 0-5 15,0 0 9-15,0 0-10 16,0 0-26-16,0 0-14 15,0 0-5-15,0 11 0 0,0-1 1 16,4 4 1-16,-1 3 1 16,1 3 0-16,-1 2 1 15,0 1-1-15,-2 1 1 16,1-2 0-16,-2 0-3 16,0-5-22-16,0-3-44 0,0-4-3 15,0-3-103-15</inkml:trace>
  <inkml:trace contextRef="#ctx0" brushRef="#br0" timeOffset="-151196.87">1229 8751 447 0,'0'0'71'16,"0"0"-56"-16,0 0-22 16,0 0 10-16,0 0 3 15,11 35 1-15,-8-23-4 16,0 0-2-16,0 1 1 16,0 0-1-16,-2 0 1 0,-1 0-41 15,0-3-38-15,0 0-79 16</inkml:trace>
  <inkml:trace contextRef="#ctx0" brushRef="#br0" timeOffset="-150835.7">1212 8670 359 0,'0'0'39'16,"0"0"36"-16,0 0-12 15,0 0-31-15,0 0-20 16,0 0-8-16,0 0-7 16,0 0-40-16,0 0-66 15,-4-13-51-15</inkml:trace>
  <inkml:trace contextRef="#ctx0" brushRef="#br0" timeOffset="-150529.77">1344 8585 456 0,'0'0'95'16,"0"0"-42"-16,0 0-44 16,0 0-10-16,0 0 3 0,0 0 0 15,33-9 2-15,-15 4-3 16,-1 2-1-16,2 0-1 15,1 0-30-15,-3-1-10 16,-1-2-60-16,-3-1-115 0</inkml:trace>
  <inkml:trace contextRef="#ctx0" brushRef="#br0" timeOffset="-150297.11">1602 8391 616 0,'0'0'14'15,"0"0"-9"-15,0 0-13 16,0 0 8-16,0 0 0 0,37 23 2 16,-19-14-1-16,4 2 0 15,1 1 0-15,0 0-1 16,-2 0-8-16,0-3-61 15,-5-4-66-15,-2-4-166 16</inkml:trace>
  <inkml:trace contextRef="#ctx0" brushRef="#br0" timeOffset="-149876.67">1894 8344 467 0,'0'0'28'16,"0"0"12"-16,0 0-42 15,0 0 1-15,0 0 4 16,-13 29 2-16,6-15-1 0,0 1-2 16,-1 1-1-16,-1 0-1 15,2-2 2-15,1-1-3 16,-1-2 2-16,3-4-4 15,1-2-24-15,2-2-11 16,-1-1 5-16,2-1-3 0,0-1 7 16,0 0 14-16,0 0 11 15,0 0 7-15,0 0 6 16,0 0 19-16,0 0 18 16,0 0 3-16,0 0-1 15,0 3-21-15,0 1-19 0,0 4-8 16,3 4 5-16,3 2 2 15,0 5-2-15,1 4 1 16,0 0-3-16,1 2-1 16,0 1 0-16,-1-3-1 15,-2-2-16-15,-1-5-65 0,-3-6-67 16</inkml:trace>
  <inkml:trace contextRef="#ctx0" brushRef="#br0" timeOffset="-149485.77">1508 8301 393 0,'0'0'51'0,"0"0"-6"15,0 0-20-15,0 0-19 0,0 0-5 16,29-1 7-16,-7 0-2 16,4-3-3-16,4 0-3 15,4 0 0-15,-4-2-49 16,-1-3-46-16,-4-2-119 16</inkml:trace>
  <inkml:trace contextRef="#ctx0" brushRef="#br0" timeOffset="-149253.79">1932 8138 604 0,'0'0'-9'15,"22"27"3"-15,-7-4 3 16,2 6 5-16,0 8 4 0,-1 5 0 15,-2 5-2-15,1 4-3 16,-6 4 1-16,-5 1 2 16,-4 3-4-16,-4-5-79 15,-15-5-61-15,-6-8-252 16</inkml:trace>
  <inkml:trace contextRef="#ctx0" brushRef="#br0" timeOffset="-148725.55">987 8328 188 0,'0'0'70'0,"0"0"-34"16,-30-6 29-16,18 6-39 16,2 2-11-16,-2 9 5 15,1 6-1-15,1 8-6 0,1 7-1 16,2 8-4-16,4 7 0 15,3 6 2-15,3 4 4 16,8 5-3-16,7 1-3 16,6-1 0-16,5-1-6 0,5-5 0 15,3-8-2-15,3-12-3 16,3-15-67-16,0-18-46 16</inkml:trace>
  <inkml:trace contextRef="#ctx0" brushRef="#br0" timeOffset="-148131.4">1944 8013 203 0,'0'0'55'0,"0"0"-7"16,0 0 12-16,0 0-10 0,-29-7-9 16,25 3 0-16,0-1 5 15,4-2-8-15,0 0-9 16,0 1-16-16,5 0-10 15,7 0-1-15,0 3-2 16,3 1 0-16,1 2 0 0,-2 4-1 16,0 7 0-16,-3 4-1 15,-4 6 2-15,-4 3 0 16,-3 4-1-16,0 1 2 16,-1 1-4-16,-8-2-4 15,2-3 1-15,-1-5 4 0,3-4 0 16,0-4 2-16,5-4 1 15,0-5-2-15,8-3-2 16,9 0 4-16,3-6-1 16,7-7 1-16,3-2-1 15,-3-5-39-15,-4 2-181 16</inkml:trace>
  <inkml:trace contextRef="#ctx0" brushRef="#br0" timeOffset="-141349.56">3295 8007 384 0,'0'0'17'16,"0"0"21"-16,0 0-15 15,-1-28-8-15,1 21-2 16,0 0 10-16,0 1-10 16,1-1-5-16,4 0-6 15,2 1 3-15,0 1-1 16,-1 2 0-16,4 2 0 0,-1 0-2 15,-1 1 2-15,2 0-2 16,0 2-2-16,0 4 0 16,-1 2 1-16,-1 3 0 15,0 1-2-15,-2 2 1 16,0 0 2-16,-2 1-1 0,-1 0 0 16,-2 0-1-16,1-2 1 15,-1-3 0-15,-1-1 0 16,0-4 0-16,0-2 1 15,0-1 0-15,0-2 3 16,0 0 35-16,-3-3 1 0,-1-6-20 16,-2-6-12-16,3-2-4 15,2-4-1-15,1 0-2 16,0 1 0-16,0 0 0 16,3 4 7-16,1 4-1 15,0 3-4-15,-1 3-1 0,3 5-4 16,-2 1-1-16,3 0-2 15,2 4 1-15,1 5 2 16,0 1 0-16,-1 1 0 16,1 2 1-16,-1 0-1 15,1 1 0-15,-1 0 0 0,-2 1-1 16,1 2-29-16,-3-3-55 16,-2-2-72-16,-1-4-121 15</inkml:trace>
  <inkml:trace contextRef="#ctx0" brushRef="#br0" timeOffset="-141083.95">3684 7982 325 0,'0'0'190'0,"0"0"-118"15,0 0-25-15,0 0-15 16,0 0-7-16,0 0-9 16,0 0-11-16,32-13-4 0,-16 11 0 15,3-3-1-15,3 1-1 16,1-2 2-16,1-2-2 16,-1-2-24-16,-1-2-40 15,1-4-66-15,-3-5-127 16</inkml:trace>
  <inkml:trace contextRef="#ctx0" brushRef="#br0" timeOffset="-140881.29">4140 7709 491 0,'0'0'43'15,"0"0"14"-15,0 0-39 16,0 0 21-16,0 0 10 15,0 0-23-15,15 39-14 16,-8-20-6-16,3 6-7 0,0 1 1 16,0 2 3-16,-1-3-8 15,-1-5-106-15,-2-7-259 16</inkml:trace>
  <inkml:trace contextRef="#ctx0" brushRef="#br0" timeOffset="-138957.85">802 9683 261 0,'2'0'36'15,"-2"0"-39"-15,2 0-1 16,1 6 3-16,4 4 2 16,1 2 11-16,1 4 17 15,2 3-10-15,2 2-14 16,0-1-3-16,0 3 0 0,-3 0-2 16,2 0 2-16,-4-1-2 15,-5-4-35-15,0-3-86 16</inkml:trace>
  <inkml:trace contextRef="#ctx0" brushRef="#br0" timeOffset="-138274.02">863 9879 429 0,'0'0'27'0,"0"0"-23"16,0 0-10-16,0 0 1 16,0 0 7-16,0 0 1 0,-2 30 1 15,-3-11 1-15,-3 2-2 16,0 2-1-16,-6 1 2 16,2 2-1-16,-4 2-2 15,-1-2-1-15,-4 1 2 16,4-1 0-16,3-5-1 15,2-2-1-15,4-5 0 0,4-4 0 16,4-3-5-16,2-5 0 16,8-2 5-16,5 0-1 15,2 0 3-15,3-2 0 16,0 0 1-16,-1 1 2 0,-3 1 2 16,-4 1-4-16,-2 7 0 15,-5 4-3-15,-3 4 1 16,-2 2 2-16,-5 3 4 15,-3 2-6-15,-8 3 0 16,0 2 3-16,-3 2-2 0,1-2-1 16,-1-1 0-16,3-3-2 15,4-5 2-15,2-4-1 16,6-6 0-16,3-2 0 16,1-6-5-16,6-1 3 15,11-1 4-15,3-10 2 0,2-3-1 16,6-3 1-16,3-1 5 15,-1-1 10-15,-2 2-5 16,-3 5-1-16,-1 2-3 16,-6 4-7-16,-5 4-1 15,-3 2 2-15,-3 1-1 16,-1 0 0-16,0 5-1 0,-1 4 0 16,0 2 0-16,0 4-1 15,0 3 0-15,2 2 1 16,-1 2-2-16,1 0-1 15,2-1 2-15,-2-4-3 16,-1-3-31-16,1-8-59 0,-4-7-142 16</inkml:trace>
  <inkml:trace contextRef="#ctx0" brushRef="#br0" timeOffset="-137962.02">1196 9701 499 0,'0'0'10'0,"-23"37"-7"0,13-13 3 0,4 6 12 15,2 3-8-15,4 1-3 0,0 1-2 16,0 0-2-16,7 2-3 16,0 0 0-16,3-3 0 15,3 0 0-15,0-4 0 16,3-4 0-16,-2-3 0 16,1-6 0-16,2-7-2 0,-4-4-31 15,0-6-30-15,-2-1-65 16,-2-11 8-16</inkml:trace>
  <inkml:trace contextRef="#ctx0" brushRef="#br0" timeOffset="-137716.66">1281 9711 548 0,'0'0'2'0,"0"0"26"16,0 0-36-16,0 0 9 16,0 0 0-16,31 30 3 15,-13-19-1-15,5-1-2 16,-3 0-1-16,2 0 0 0,-1-5-5 16,-3-3-94-16,-2-2-185 15</inkml:trace>
  <inkml:trace contextRef="#ctx0" brushRef="#br0" timeOffset="-137371.58">1491 9680 364 0,'0'0'135'16,"0"0"-120"-16,0 0-19 16,0 0 4-16,0 0 3 15,-18 38 5-15,13-25-4 16,0 2-1-16,-1-2-2 0,-1 3-1 15,0-2 1-15,0-1-1 16,0-3-1-16,0-2-8 16,3 0-11-16,-1-3-4 15,3-4 16-15,2 1 8 16,0-2 0-16,0 1 2 0,0-1 3 16,0 1 9-16,0 1-5 15,2 3 0-15,3 0 4 16,0 5 1-16,1 1 1 15,1 4-1-15,0 3-5 0,0 0-5 16,0 2-3-16,-1-2 0 16,-1 2-1-16,0-2 1 15,-3 1-1-15,1-3-3 16,-1-1-52-16,-1-5-112 16,-1-1-32-16</inkml:trace>
  <inkml:trace contextRef="#ctx0" brushRef="#br0" timeOffset="-137163.28">1565 10023 466 0,'0'0'64'0,"0"0"-49"16,0 0-20-16,0 0 15 16,0 0 7-16,0 0 28 15,17 33-30-15,-12-18-12 16,0 2-2-16,0 2 0 15,0 1 1-15,1 0-3 0,-2 0-1 16,1 0-46-16,-3-5-77 16,-2-4-88-16</inkml:trace>
  <inkml:trace contextRef="#ctx0" brushRef="#br0" timeOffset="-136950.28">1539 9922 547 0,'0'0'39'0,"0"0"3"16,0 0-30-16,0 0-2 16,0 0-6-16,0 0-3 15,0 0-6-15,0 0-18 16,4-11-46-16,0 12-50 0,2-1-122 15</inkml:trace>
  <inkml:trace contextRef="#ctx0" brushRef="#br0" timeOffset="-136688.83">1676 9757 541 0,'0'0'79'0,"0"0"-38"16,0 0-36-16,0 0-5 15,33-10 1-15,-13 2 4 16,4 0 2-16,0 0-2 16,0-1-4-16,2 1 0 15,-3-1 0-15,1 1-18 16,-7-1-69-16,-4-3-71 0,-5 0-222 15</inkml:trace>
  <inkml:trace contextRef="#ctx0" brushRef="#br0" timeOffset="-136470.29">1929 9458 637 0,'0'0'24'15,"0"0"-15"-15,0 0-11 16,0 0 1-16,0 0 0 0,40 13 2 16,-18-3 1-16,2 4-2 15,2-1 0-15,0 0 0 16,2-1-2-16,-3-2-57 16,-2-4-46-16,-4-6-148 15</inkml:trace>
  <inkml:trace contextRef="#ctx0" brushRef="#br0" timeOffset="-136092.67">2237 9435 497 0,'0'0'17'16,"0"0"-19"-16,0 0 3 15,-36 36 5-15,24-20 11 16,-2 2-3-16,3 0-3 15,-1 0-10-15,2-2-1 16,1-1 0-16,3-2 1 0,1-1-2 16,2-4-5-16,3-3-22 15,0-1-11-15,0-1 12 16,0-2 10-16,1-1 15 16,1 0 2-16,1 0 3 15,1 0 18-15,-1 2 15 0,0 1-4 16,2 3-9-16,4 3-3 15,-2 3 1-15,2 4 2 16,3 4-10-16,-1 2-6 16,0 3-1-16,1 0-5 0,-2 2 1 15,-2-2-1-15,0 0 0 16,-2-4 0-16,-3-3-31 16,-2-7-87-16,-1-5-119 15</inkml:trace>
  <inkml:trace contextRef="#ctx0" brushRef="#br0" timeOffset="-135882.67">2383 9772 520 0,'0'0'82'0,"0"0"-63"16,0 31-12-16,0-14 14 15,0 4-6-15,4 2-9 16,2 1-4-16,1-1-1 16,-2 1-1-16,2-3 0 0,-2-2 0 15,-3-5-46-15,-1-6-94 16,-1-5-164-16</inkml:trace>
  <inkml:trace contextRef="#ctx0" brushRef="#br0" timeOffset="-135669.62">2345 9670 492 0,'0'0'36'15,"0"0"22"-15,0 0-24 16,0 0-16-16,0 0-12 15,0 0-2-15,0 0-5 16,0 0-13-16,-4-25-106 0,6 18-170 16</inkml:trace>
  <inkml:trace contextRef="#ctx0" brushRef="#br0" timeOffset="-135179.84">1963 9183 495 0,'0'0'24'0,"0"0"37"0,0 0-25 16,0 0-19-16,0 0-13 15,0 0-4-15,-27 9 0 16,25 6 0-16,2 1 0 16,0 1-1-16,0-2 1 15,0 0 0-15,0-5 0 0,0-2 0 16,0-4 1-16,0-1-1 15,2-3 2-15,-2 0 2 16,0-5 1-16,0-5-2 16,0-3-2-16,-2-1-1 0,2 0 0 15,0 0 1-15,0 4-1 16,0 2 4-16,0 2 5 16,3 4-3-16,4 2-5 15,5 0-3-15,1 0 0 16,7 7 2-16,2-1-1 0,3-1 0 15,0-3-11-15,-1-2-126 16,-4-10-249-16</inkml:trace>
  <inkml:trace contextRef="#ctx0" brushRef="#br0" timeOffset="-134787.97">2264 9157 497 0,'0'0'81'0,"0"0"-21"15,0 0-38-15,34 4 1 16,-14 10-6-16,5 9 0 0,5 11-3 16,4 7-8-16,-1 12 0 15,2 7 1-15,-3 6-1 16,-2 1-3-16,-7-2-3 15,-6-4 0-15,-6-3 0 16,-8-9 0-16,-3-10-26 0,-11-11-84 16,-6-10-268-16</inkml:trace>
  <inkml:trace contextRef="#ctx0" brushRef="#br0" timeOffset="-134275.75">2412 9049 228 0,'0'0'122'0,"0"0"-18"0,-25-36-41 15,19 22 5-15,2 2-10 0,2-1-18 16,2 2-13-16,2 0-14 15,6 4-7-15,4 4-7 16,3 3-1-16,2 1-1 16,-1 12-2-16,-1 5 6 0,-1 6-1 15,-4 3-1-15,-5 2 2 16,-3 0-2-16,-2-2-1 16,0-4-5-16,-2-3 0 15,-1-5 3-15,1-5-3 16,2-4 3-16,0-4-1 15,11-2 0-15,6-3 4 0,3-6 2 16,8-4-1-16,2-3 1 16,2 2-1-16,-6-3-5 15,-4 1-168-15</inkml:trace>
  <inkml:trace contextRef="#ctx0" brushRef="#br0" timeOffset="-125293.64">3575 8766 386 0,'0'0'35'0,"0"0"-11"0,0 0 11 16,0 0 3-16,0 0-14 15,0 0-4-15,-10-31 2 16,17 27-4-16,2-2-12 16,4 6-5-16,0 0-1 15,2 0 1-15,2 10-1 0,0 5 1 16,-1 3-1-16,-1 2 0 15,0 1 2-15,-2 2-1 16,-2 0-1-16,1-3 1 16,-2 0 0-16,-4-3 0 15,0-6 2-15,-3-1 1 0,-2-5 7 16,-1-5 1-16,0 0 26 16,0-5-9-16,-3-8-24 15,-2-4-2-15,2-4-1 16,-1-6 0-16,4-1-1 15,0 0 0-15,0 0-1 16,4 5 1-16,1 5-1 0,0 6 0 16,0 7 0-16,0 5 0 15,0 0-2-15,1 9 1 16,1 2 1-16,0 5 0 16,0 1 0-16,1 2 0 15,1 0 0-15,-1-2-2 0,0-1 4 16,0-1-4-16,-1-1 0 15,-1 0-24-15,0-2-30 16,-3-2-44-16,-2-2-51 16,0-3-103-16</inkml:trace>
  <inkml:trace contextRef="#ctx0" brushRef="#br0" timeOffset="-125022.34">3972 8737 543 0,'0'0'43'0,"0"0"-19"0,0 0-23 0,0 0 1 15,0 0 7-15,32-7 20 16,-15 0-16-16,0-2-6 15,3-1-5-15,0-2-2 16,0 2 1-16,0 0 0 16,-2 0-8-16,-1-1-64 0,-5-1-66 15,-3-1-138-15</inkml:trace>
  <inkml:trace contextRef="#ctx0" brushRef="#br0" timeOffset="-124760.16">4299 8414 646 0,'0'0'21'0,"0"0"-3"0,0 0-21 16,20 43 3-16,-8-16 1 15,0 4 7-15,3 5-3 16,0 3-2-16,-1 2-1 15,-1 2-2-15,0-1 1 16,-1-1 0-16,-4-3-1 0,-1-6 1 16,-1-8-1-16,-3-7-35 15,-3-7-51-15,0-8-48 16,0-2-64-16</inkml:trace>
  <inkml:trace contextRef="#ctx0" brushRef="#br0" timeOffset="-124427.7">4349 8511 367 0,'0'0'40'0,"-10"-29"21"16,9 14-32-16,1 2 11 15,0 2-6-15,1 1-7 16,8 2 5-16,3 1-18 0,2 5-10 16,5 2-2-16,-1 0-2 15,0 9 1-15,-4 5-1 16,-4 1 1-16,-4 5-1 16,-6 1 0-16,-2 1 0 15,-10 1 0-15,-8 1 0 0,-7 0-27 16,-7-4-61-16,-7-2-151 15</inkml:trace>
  <inkml:trace contextRef="#ctx0" brushRef="#br0" timeOffset="-122682.78">1160 11070 187 0,'-2'-3'96'16,"-1"1"-57"-16,2 2 15 15,0 0-21-15,1 2-25 16,0 8-2-16,5 3 8 16,5 5 6-16,2 7-4 0,1 2-12 15,2 2-3-15,2 4 1 16,0-1-2-16,-2-1 0 15,-4-3-5-15,-1-5-74 16,-4-6-66-16</inkml:trace>
  <inkml:trace contextRef="#ctx0" brushRef="#br0" timeOffset="-122008.22">1210 11323 410 0,'0'0'91'16,"0"0"-84"-16,0 0-12 15,0 0 1-15,0 0 5 16,0 0 7-16,-3 38-2 0,-2-19-3 16,-2 4-1-16,-4 2-1 15,0 2 0-15,-4 0 0 16,0 1 0-16,-2-1 0 15,3-3-1-15,1-6 1 16,5-3-1-16,3-7 0 16,5-3-1-16,2-3-3 0,9-2 1 15,6-3 3-15,5-5 1 16,1-3-1-16,3 0 0 16,0 1 0-16,-1 2 0 15,-5 4 2-15,-3 4-2 16,-5 0 0-16,-7 10 0 0,-3 5 1 15,-2 5 0-15,-3 3 2 16,-7 4-2-16,-4 4 3 16,-4 2-4-16,-1 2 2 15,-1 3-1-15,1 0-1 16,1-1 1-16,3-3-2 0,2-6 1 16,6-5 0-16,5-7 0 15,2-7-1-15,2-5-1 16,8-4 0-16,6-5 3 15,4-11 0-15,4-6 1 16,3-6 3-16,3-3 11 0,-1-2 8 16,-1 2-6-16,-1 2-8 15,-2 5-3-15,-4 5 3 16,-7 5 0-16,-1 4 5 16,-4 3-8-16,-2 4 0 0,-2 3-3 15,-2 0-1-15,4 2-2 16,0 8 1-16,0 5-1 15,1 4 1-15,2 4-1 16,0 2 0-16,-2 2-1 16,1 0 1-16,-1-2-1 15,-2-3-6-15,0-2-52 0,-3-6-33 16,-3-5-116-16</inkml:trace>
  <inkml:trace contextRef="#ctx0" brushRef="#br0" timeOffset="-121644.43">1455 11043 504 0,'0'0'6'0,"-14"39"-5"0,12-10 4 16,2 4 8-16,4 4 3 15,7 2-2-15,5 0-6 16,4-3-5-16,5 0-2 0,3-4 0 15,3-2-1-15,-1-6 1 16,0-1-1-16,-1-6-18 16,-6-6-83-16,-6-9-104 15</inkml:trace>
  <inkml:trace contextRef="#ctx0" brushRef="#br0" timeOffset="-121410.28">1553 10989 649 0,'0'0'-1'0,"0"0"2"16,0 0-12-16,0 0 10 15,44-10 1-15,-14 10 0 16,2 0 0-16,2 2 0 0,1 1 0 15,-3-2-45-15,-2-1-33 16,-7-4-99-16,-3-9-74 16</inkml:trace>
  <inkml:trace contextRef="#ctx0" brushRef="#br0" timeOffset="-121040.52">1872 10829 512 0,'0'0'5'0,"0"0"-8"16,-17 40 0-16,12-24 4 15,-2 4 0-15,-1-2-1 16,0 0 1-16,-2-1 0 16,1-3-1-16,-1 0 1 15,3-2-1-15,-1-3 0 0,2-2 0 16,2-2 0-16,2-2 0 15,2-2 0-15,0 0 0 16,0-1 1-16,0 0-1 16,0 0 3-16,0 0 8 15,2 2 4-15,3 0 8 0,1 3 9 16,3 4-10-16,1 1-7 16,2 2 0-16,2 4-8 15,-1 1 1-15,2 1-4 16,-3 2-3-16,1-2 0 15,-1 3 0-15,-4-3-1 16,1-1 0-16,-5-4-15 0,2-3-86 16,-5-3-125-16</inkml:trace>
  <inkml:trace contextRef="#ctx0" brushRef="#br0" timeOffset="-120773.6">2050 11153 592 0,'0'0'16'0,"0"0"-14"15,0 0-3-15,11 31 7 16,-5-16 10-16,2 3 0 16,0 0-12-16,3 2-2 15,0 0-2-15,1 0 1 16,0 0-1-16,-2-4 1 15,-2-1-1-15,-2-5-28 0,0-3-95 16,-5-4-11-16,-1-3-58 16</inkml:trace>
  <inkml:trace contextRef="#ctx0" brushRef="#br0" timeOffset="-120618.62">1986 11064 91 0,'0'0'463'16,"0"0"-461"-16,0 0-5 0,0 0 1 15,0 0 3-15,0 0-1 16,0 0-3-16,0 0-74 16,-3-32-114-16</inkml:trace>
  <inkml:trace contextRef="#ctx0" brushRef="#br0" timeOffset="-120098.86">1502 10634 519 0,'0'0'11'0,"0"0"5"15,0 0-14-15,0 0-2 16,0 0 1-16,-14 35 1 16,16-19 1-16,-2 0-3 15,0-1 1-15,0-2-1 16,0-3 0-16,0-2 1 0,0-5-1 16,0-3 2-16,0 0 3 15,-3 0 4-15,-3-8 16 16,-1-5-20-16,-2-2-2 15,2-1 0-15,0 0-1 16,4 3 3-16,-1 5 17 0,4 3 1 16,0 2-15-16,2 3-9 15,10 0-3-15,4 0 3 16,7 1 0-16,3-1 1 16,6 0 0-16,0 0-3 0,2-3-67 15,-6-10-88-15</inkml:trace>
  <inkml:trace contextRef="#ctx0" brushRef="#br0" timeOffset="-119730.27">2080 10912 567 0,'0'0'37'0,"0"0"19"0,0 0-52 16,0 0-4-16,35-31 2 16,-14 18-1-16,2-2-1 0,2-2 0 15,2 0 0-15,-1-1-31 16,-4-5-75-16,-5-2-141 16</inkml:trace>
  <inkml:trace contextRef="#ctx0" brushRef="#br0" timeOffset="-119266.6">2415 10440 283 0,'0'0'113'16,"0"0"-49"-16,0 0-20 0,0 0-14 16,0 0-15-16,0 0-5 15,0 0-5-15,0 0 5 16,35 8 3-16,-13 1-3 15,4 1-7-15,0 2-3 16,1-2 1-16,-2 1-1 0,-3-2-52 16,-5-3-104-16,-4-6-155 15</inkml:trace>
  <inkml:trace contextRef="#ctx0" brushRef="#br0" timeOffset="-119033.14">2685 10317 495 0,'0'0'37'0,"0"0"-39"16,0 0 0-16,-15 41 4 15,8-22 14-15,1 2 0 16,-1 0-13-16,-2 2-2 15,3-2-1-15,-1 0 1 0,1-1-7 16,-1-5-55-16,4-4-118 16</inkml:trace>
  <inkml:trace contextRef="#ctx0" brushRef="#br0" timeOffset="-118722.58">2635 10548 421 0,'0'0'65'0,"0"0"-56"15,0 0 9-15,0 0 16 16,0 0-1-16,0 0-6 15,18 27-7-15,-8-11-11 0,1 3-1 16,0 2-2-16,1 2-4 16,-2 1-1-16,0 0 0 15,-2-4-1-15,0-3 0 16,-2-3-14-16,-3-7-59 16,-1-4-47-16,0-3-108 0</inkml:trace>
  <inkml:trace contextRef="#ctx0" brushRef="#br0" timeOffset="-117864.9">2211 10339 390 0,'0'0'72'16,"0"0"-28"-16,0 0-18 15,0 0 7-15,0 0 4 16,0 0-15-16,28-22-8 15,-6 9 5-15,6-5-5 0,2-2 0 16,4-1-5-16,0 0-4 16,-6 2-4-16,0 2 0 15,-5 3-1-15,-4 3-1 16,-5 3 1-16,-4 2-23 16,-7 1-75-16,-3 3-141 0</inkml:trace>
  <inkml:trace contextRef="#ctx0" brushRef="#br0" timeOffset="-117195.8">2730 10080 268 0,'0'0'69'0,"0"0"-15"15,0 0-29-15,0 0 0 16,0 0-3-16,37 1 3 0,-16 8 5 16,2 7-6-16,3 5-4 15,3 9-6-15,-1 6 1 16,-2 9-6-16,-3 6-6 16,-6 2 0-16,-2 0-3 15,-9-2 1-15,-3-5-1 0,-3-8-15 16,-4-5-30-16,-8-9-26 15,-1-5-111-15</inkml:trace>
  <inkml:trace contextRef="#ctx0" brushRef="#br0" timeOffset="-116476.45">2730 9894 170 0,'0'0'113'0,"0"0"-62"0,0 0 18 16,0 0-14-16,0 0-16 16,0 0-5-16,0 0 0 0,0 0-13 15,0 0-9-15,-22-31-1 16,22 21 1-16,0 2-5 15,2-3-3-15,5 0-2 16,3 1-2-16,2 2 0 16,2 2 0-16,0 3-1 0,4 3 0 15,-1 0 1-15,0 10 0 16,-2 4-1-16,-2 6 1 16,-3 1 0-16,-3 4 0 15,-4 2-1-15,-3-1 0 16,0-3 0-16,0-2 2 15,-3-4-1-15,0-5 0 0,-1-4 1 16,4-5-1-16,0-3 0 16,3 0 0-16,8-3-1 15,6-9 3-15,4-3 2 16,6-5 2-16,2-1-1 0,0 1-4 16,-4 1-1-16,-8 0-55 15,-11 3-301-15</inkml:trace>
  <inkml:trace contextRef="#ctx0" brushRef="#br0" timeOffset="-108574.85">3964 9232 431 0,'0'0'42'16,"0"0"-20"-16,0 0-20 0,-14 45 0 15,20-17 7-15,5 5 12 16,5 5 16-16,4 6 6 15,1 1-18-15,3 3-15 16,-2 0 4-16,-1-4-4 16,0-2-2-16,-6-4-5 0,-2-5-1 15,-3-7-1-15,-3-3-2 16,-4-5 2-16,-1-5-1 16,-2-3 0-16,0-5-41 15,-6-3-56-15,-2-2-78 16</inkml:trace>
  <inkml:trace contextRef="#ctx0" brushRef="#br0" timeOffset="-108198.86">4058 9592 457 0,'0'0'15'16,"-19"-28"35"-16,14 15-17 15,2 0 14-15,3 1-17 16,0 2-12-16,3 2-6 16,7-2-6-16,2 4-4 0,5 4-1 15,0 2-1-15,-2 0-1 16,-2 7 1-16,-2 5 0 16,-5 3 0-16,-5 2 0 15,-1 0 0-15,0 1-1 16,-4 0 0-16,-5-3-2 0,-1 0-2 15,0-2-5-15,0-2 6 16,1-2 1-16,3-4 3 16,4-1 0-16,2-1-1 15,5-2-2-15,9-1 1 16,7 0 2-16,3 0 0 0,3 0 1 16,0 3-1-16,-2 2 0 15,-1 3-1-15,-7 2-68 16,-3 1-2-16,-4-1-54 15,-5-2-44-15</inkml:trace>
  <inkml:trace contextRef="#ctx0" brushRef="#br0" timeOffset="-107900.3">4291 9461 549 0,'0'0'17'0,"0"0"34"0,0 0-43 16,0 0-5-16,0 0 0 15,31-28 0-15,-15 22-1 16,-1 1-1-16,2 2-1 15,-3 0 0-15,-1 2-4 0,-4 1-60 16,-4 0-48-16,-3 2-114 16</inkml:trace>
  <inkml:trace contextRef="#ctx0" brushRef="#br0" timeOffset="-107730.48">4321 9580 374 0,'0'0'93'15,"0"0"-75"-15,0 0-12 16,42-19 13-16,-21 5-5 16,1-4-8-16,2 0-5 0,-1 0 0 15,-1 1-1-15,-3 2-28 16,-6 1-109-16,-5 1-168 16</inkml:trace>
  <inkml:trace contextRef="#ctx0" brushRef="#br0" timeOffset="-107460.36">4586 9163 211 0,'0'0'379'0,"0"0"-335"0,0 0-43 16,25 34 0-16,-10-6 7 15,5 10 20-15,5 7 8 16,1 3-2-16,2 3 1 16,0 3-25-16,3-4-8 0,-4-3 1 15,-1-3-3-15,-3-5 1 16,-2-5-1-16,-3-8 0 16,-6-7-4-16,-4-7-40 15,-5-6-37-15,-3-6-48 16,0-4-32-16,-11-12-104 0</inkml:trace>
  <inkml:trace contextRef="#ctx0" brushRef="#br0" timeOffset="-107106.87">4697 9295 506 0,'0'0'2'0,"-13"-48"2"15,10 26 17-15,3 4 24 16,0 3-2-16,0 2-12 0,9 3-17 16,1 2-9-16,3 4-4 15,4 2-1-15,-1 2 0 16,1 3-1-16,0 5 1 16,-5 7-1-16,-2 0 1 15,-5 2 1-15,-4 0-2 0,-1 1-1 16,-4 0 0-16,-8-1-8 15,-3-2-11-15,0-1 2 16,-4-2 1-16,1-3 5 16,4 1 2-16,1-4-1 15,6-3-20-15,4-1-5 0,3-2-37 16,0 0-83-16,9-10-71 16</inkml:trace>
  <inkml:trace contextRef="#ctx0" brushRef="#br0" timeOffset="-106867.83">4932 9157 562 0,'0'0'66'0,"0"0"-34"16,0 0-31-16,0 0 2 15,0 0 9-15,41-8 8 16,-23 1-9-16,6-2-8 16,1-4-1-16,0 0-1 0,-1-1 0 15,-2-1-1-15,-4 0-28 16,-3-2-52-16,-5-2-90 16,-5 0-160-16</inkml:trace>
  <inkml:trace contextRef="#ctx0" brushRef="#br0" timeOffset="-106638.42">5235 8803 483 0,'0'0'134'15,"0"0"-77"-15,0 0-53 16,16 33 0-16,-5-12 13 15,2 7-4-15,3 5-5 16,1 5-4-16,0 2-2 16,0-2-1-16,-5-6-87 0,-3-9-243 15</inkml:trace>
  <inkml:trace contextRef="#ctx0" brushRef="#br0" timeOffset="-103920.98">3929 10616 218 0,'0'0'103'15,"0"0"-64"-15,0 0-35 16,30-13-2-16,5-7 18 0,15-8 23 16,16-13-3-16,16-10-9 15,15-10-15-15,12-11-6 16,11-7 1-16,7-2 2 15,5-7-2-15,4-2 3 16,0-1 6-16,-4 2-3 16,-5 2-2-16,-6 5-5 0,-12 9-5 15,-13 9 0-15,-12 6 2 16,-14 11-4-16,-13 10 0 16,-15 6-3-16,-14 11 0 15,-9 7 0-15,-11 5 1 16,-4 7 0-16,-4 1-3 0,-11 14-28 15,-6 1-50-15,-7 3-132 16</inkml:trace>
  <inkml:trace contextRef="#ctx0" brushRef="#br0" timeOffset="-100621.97">4547 10685 31 0,'2'2'3'16,"-2"-2"21"-16,0 0 71 15,0-1-38-15,0-3-23 16,-2-1 8-16,-3 1 12 0,2 0 5 15,-2-1-11-15,0 2 0 16,0-2-8-16,-1 1 0 16,3 0-13-16,-1 0-6 15,1-2-7-15,3-1-4 16,0 0-5-16,-1-3-2 0,5-1-1 16,3-1 1-16,4-1-2 15,-1 1-1-15,4 1 2 16,-1 4-1-16,0 1-1 15,2 4 1-15,0 2 0 16,1 0-1-16,-2 8 0 16,3 4 1-16,-2 1-1 0,-2 4 0 15,1 2 1-15,-2-1-1 16,-4 2 0-16,-1-1-1 16,-2-1 2-16,-3-2-1 15,-2-4 1-15,0-2 0 0,0-3-2 16,0-3 3-16,-7-2 1 15,0-2-1-15,-1 0 7 16,-2-10 11-16,1-5-10 16,1-4 1-16,2-5 4 15,2-2-12-15,4-1-2 0,0 2 0 16,4 4 0-16,3 4 0 16,3 4 0-16,1 5-1 15,2 3-1-15,2 4 0 16,2 1 1-16,-2 0-1 15,2 4 1-15,-1 6 0 16,1 0 0-16,-4 2 0 0,1 1 0 16,-2 3-2-16,-3 0-1 15,-2-1-44-15,0 2-15 16,-3-3-24-16,-1-1-18 16,0-6-106-16</inkml:trace>
  <inkml:trace contextRef="#ctx0" brushRef="#br0" timeOffset="-100386.03">4987 10493 421 0,'0'0'39'0,"0"0"17"0,0 0-23 15,0 0 3-15,0 0 11 16,0 0-12-16,0 0-17 15,0 0-16-15,45-37-1 0,-22 23 0 16,6-3 0-16,-1-2-1 16,1 0 0-16,-1-3-2 15,-1 1-48-15,-4-3-88 16,-3-2-139-16</inkml:trace>
  <inkml:trace contextRef="#ctx0" brushRef="#br0" timeOffset="-100158.58">5391 10064 484 0,'0'0'69'0,"0"0"-39"16,0 0-25-16,0 0 7 16,0 0 28-16,23 40 3 15,-12-17-29-15,3 1-11 16,0 2-1-16,0-2-2 0,0-2-1 15,-1-2 0-15,-1-2-45 16,-5-6-100-16,-4-8-211 16</inkml:trace>
  <inkml:trace contextRef="#ctx0" brushRef="#br0" timeOffset="-97198.62">4753 7860 139 0,'2'0'28'0,"-2"0"-15"15,0 0-9-15,0 0-1 16,-3 0 6-16,-3 0 10 0,-1 0 5 16,-2 0-6-16,1 1-5 15,-3 1-3-15,0 1-2 16,-1 3-2-16,1 0-3 16,-5 0 1-16,0 1-2 15,-1 1-1-15,-3 1 2 0,-2-1-1 16,-3 0 2-16,0 0 6 15,-6 1 8-15,1 0-8 16,-3 1-5-16,-1 2-2 16,3 1-1-16,-3 1 0 15,2 1-1-15,0 1-1 0,0 1 1 16,0 0-1-16,1 3 1 16,-3-1-1-16,2 1 1 15,-1 1 0-15,2-1 1 16,0 1 3-16,0 0 1 15,2-3 0-15,2-1 1 0,-1 0-2 16,2-1-2-16,2-1 1 16,2 1-2-16,-1-1-1 15,3 2-1-15,-2 2 1 16,0-2 0-16,1 3 0 16,-3 1 0-16,2-1 0 15,0 0 0-15,1 0 0 0,2-2 1 16,1 0 0-16,0-3-1 15,4 0 2-15,-1 0-3 16,0 0 0-16,0-2 1 16,0 4-1-16,-2-1 0 0,0 4 1 15,1 0-1-15,-3-1 1 16,0 2-1-16,2 0 2 16,-1-1-2-16,1-1 2 15,-1-2-1-15,2 0 0 16,-1-1 2-16,2-1 3 15,-1 1 6-15,2-1-1 0,0 2-7 16,0 1-3-16,4 0 1 16,0 0-2-16,3 2 1 15,1 3 0-15,3 0-2 16,1 2 1-16,2 3 1 16,0 0-1-16,0 4 0 0,7 1 1 15,-2 3 0-15,3 4-1 16,0 3 0-16,1 1 0 15,1-1 1-15,-2 3 0 16,3 0 1-16,-1-1-2 16,0 2 3-16,0-2 2 0,0-3 20 15,0-1-8-15,2-2-13 16,-1-4-2-16,-1-3-1 16,2 1-1-16,0-2 1 15,-1-1 0-15,1 1 0 16,-2-4-1-16,0-3 1 0,2-3-1 15,-2-2 1-15,0-6 0 16,1-1 0-16,0-2 0 16,1-3 0-16,1-1 1 15,0-1 1-15,3 0-1 16,0-3 1-16,1 1 2 0,2 2-4 16,1-3 1-16,0 1 0 15,2 0 0-15,-1-1 0 16,1 1 0-16,1-1 1 15,1 1 0-15,1-1 1 16,0 0 0-16,2 1-1 0,2-1-1 16,-1-1-2-16,1 1 4 15,2-1-4-15,1 1 2 16,2-2 3-16,-1 0-3 16,1 0 0-16,0 0 1 15,2 0-1-15,-2-5-2 0,0 2 1 16,-1-4 0-16,0 1-1 15,-1-1-1-15,0 0 2 16,0-1-1-16,-1-2 1 16,4 0-2-16,-2-2 2 15,2 1-1-15,-2-4 1 16,3-2-1-16,-1-2 0 0,0-2 1 16,2-1 0-16,0 1 0 15,2-1 0-15,-4 3 0 16,-1 0 0-16,4 1-1 15,-4-1 0-15,1 0 0 16,0 1 1-16,2-2 0 0,-1-1 0 16,0-1 0-16,2 0 1 15,-3-4 3-15,2 1 9 16,-1-2 0-16,0 0-6 16,1-1-1-16,-2 1-1 15,-1 2-1-15,1-1-3 0,-3 1 1 16,0-1-1-16,-2 1-2 15,-1-2 0-15,-1-1 1 16,-1 0 0-16,-2 1 0 16,0-2 0-16,-3 1 1 0,-1 0 3 15,0 2 3-15,-4-1-1 16,-2 0-3-16,1 0 0 16,-2 1-1-16,-2-1-1 15,0 1 0-15,-2 1-1 16,-1 0 0-16,-2 0 1 15,-2 3 2-15,0-3 1 0,-3 0-1 16,1-1-3-16,-1-1 1 16,-2-3-1-16,0 0 1 15,0 0 1-15,0-1 3 16,-5 0 0-16,-2 1 0 16,0-1-3-16,-1 1-1 0,-2-2-2 15,1 1 0-15,-2 1 0 16,1-1 1-16,-2 3-1 15,-1-1-1-15,-2 2 1 16,1 0-1-16,-1 0 1 16,-2-2 0-16,0 1 0 0,-1-1-1 15,0-1 1-15,-2 2-1 16,-2 0 1-16,-3 2-1 16,1 2 0-16,-5 2 1 15,2 3-1-15,-2 2 0 0,-3 2 1 16,0 2-2-16,0 2 2 15,0 2-1-15,-1 1 0 16,-1 2 0-16,-2-1 0 16,-1 4 0-16,-5 2 1 15,-3 0 0-15,-2 1-2 16,-5-1 0-16,-3 1-2 0,-1 2-12 16,1 2-8-16,0-2-3 15,7-1 3-15,8-1-6 16,5 0-33-16,11-8-42 15,6-7-181-15</inkml:trace>
  <inkml:trace contextRef="#ctx0" brushRef="#br0" timeOffset="-96682.81">5137 8469 434 0,'4'-8'12'0,"1"-4"2"0,5-1-10 16,7 0-3-16,0 1-1 15,6-3 2-15,-1 1 3 0,-1 0 0 16,3 0-1-16,-4 3-1 16,2-1-2-16,-5 4-1 15,-3 1 0-15,-4 0-4 16,-4 1-79-16,-6-1-133 15</inkml:trace>
  <inkml:trace contextRef="#ctx0" brushRef="#br0" timeOffset="-96433.11">5169 8265 349 0,'0'0'14'0,"0"0"43"16,0 0-30-16,0 0-11 16,0 0-2-16,0 0 4 15,0 0 6-15,29 10-4 0,-17 6-6 16,3 4-4-16,1 4-5 16,1 8-2-16,3 2-2 15,2 4 0-15,0-1 0 16,-4-6-16-16,-4-10-136 15</inkml:trace>
  <inkml:trace contextRef="#ctx0" brushRef="#br0" timeOffset="-84546.79">23183 6634 157 0,'0'0'54'0,"0"0"-30"15,0 0 22-15,-33-5-20 16,21 5-3-16,-2-2 7 16,0 1-4-16,-3-1-2 15,2 1-5-15,0 0 0 0,0 0-3 16,2-1-2-16,-1 2-6 15,2 0-3-15,0 0-1 16,1 0 0-16,-1 0 1 16,2 0-1-16,1 1-1 15,-2 3-1-15,1 1-1 16,0 1 0-16,-2 1 0 0,-1 1-2 16,1-1 2-16,-1 3-1 15,0-2 0-15,-2 3 1 16,0 0-1-16,1 2 0 15,1 0 1-15,0 4 0 16,2-1 1-16,-1 3 0 0,1 0 0 16,-1 1-1-16,2 0 1 15,-1 3 1-15,3 1 0 16,0 0 3-16,0 4-1 16,1 2 0-16,1 1 4 15,-1 4-3-15,1 0-1 0,1 1-1 16,2-1 2-16,-2 1 1 15,2-2 3-15,2 0-2 16,0 0-3-16,1-1-1 16,0 0 0-16,0-3 1 15,0 1 1-15,0-1-2 0,5 0-1 16,1-2-1-16,0 0-1 16,1 0 1-16,0 0 0 15,0 0 2-15,-1 2-1 16,0-4 0-16,-2 0-1 15,1 0-2-15,-1-3 1 0,-1-2-1 16,0 1 0-16,0-4 0 16,1 0 0-16,2 0 0 15,-2-3 0-15,3 0 1 16,2-1-1-16,1-3 0 16,2 2 1-16,0-2 4 0,4-1 1 15,0 0-3-15,2 0 13 16,-3-2-11-16,2-1-5 15,0 1 0-15,0-2 1 16,0-2-1-16,2-2 0 16,2-2 1-16,2 0-1 0,2-3 1 15,2-4 1-15,1-3-1 16,3-1 5-16,-1-1 7 16,2-1-2-16,-4-1 3 15,2 1-3-15,1-2-6 16,-2-1-2-16,-1-2-1 0,0 1-2 15,-2-3 1-15,-1-1 0 16,-2 0-1-16,-1-3 1 16,-3-1-1-16,-4-1 0 15,-2-2 0-15,-3 2 1 16,-3-2 0-16,-3 1 0 0,-1-1-1 16,-3 0 1-16,0 0 0 15,0-2 0-15,0 0-1 16,0-1 1-16,0-2-1 15,-1-1 1-15,0 0-1 16,0 0 1-16,1 1 0 0,0 1-1 16,0 2 0-16,-1 1 1 15,-1-1-1-15,0 3 0 16,0-1 1-16,-2 1-1 16,1 0 1-16,0 4-1 15,-1 0 0-15,0 1 1 0,-1-1-1 16,-2 5 0-16,0-2 0 15,-1 2 0-15,0 1 1 16,-1-1-2-16,1 2 2 16,-1-1-1-16,1 2 0 15,-1 1 0-15,1-1 0 16,-2 3 1-16,0 2-2 0,1 1 1 16,-1 2 1-16,1 0-2 15,2 2 1-15,0 0 0 16,-1 0 1-16,0 2-2 15,1-2 1-15,-1 2 1 0,0-1-2 16,-1 1 1-16,0 1 0 16,-2-1 1-16,1 3-2 15,-1-2 2-15,-3 2-1 16,0 0-1-16,-3 0 2 16,-1 0-1-16,0 0-1 15,-1 0 1-15,2 0-1 0,2-3 1 16,3 0-6-16,5-5-42 15,4-9-76-15,2-11-197 16</inkml:trace>
  <inkml:trace contextRef="#ctx0" brushRef="#br0" timeOffset="-79694.03">9797 9268 66 0,'0'0'7'0,"0"0"11"0,0 0 1 15,34-3-4-15,-23 1 0 16,-1-1 16-16,0 1-20 16,1-1 5-16,-1 1 2 15,2-1 4-15,3 2-7 16,-2-1-3-16,1 0-6 0,4 2 3 16,0-2-1-16,4 0-2 15,1 0 3-15,1 0-2 16,4-1 2-16,1 1-1 15,3 0 2-15,-2-1 0 16,2 1-1-16,1-1 3 16,3 0-4-16,-1 1 5 0,3 0-2 15,3-1-4-15,1 0-2 16,1-2-2-16,3 0 2 16,1 0 2-16,4 0-2 15,1-1-2-15,2 1-2 16,1 1 1-16,3-2-1 0,0 2 1 15,1-1-2-15,-2 2 0 16,4-2 1-16,1 2 0 16,0-1-2-16,1-1 2 15,2 2 0-15,0-2-1 16,1 0 1-16,-4 2-1 0,5-3 0 16,0 1 2-16,0-1-2 15,1 0 1-15,3 2 1 16,1-2-2-16,-2 1 1 15,3 0-1-15,-3 0 1 16,1 0 0-16,-2 2-1 0,1 0 0 16,0-1 0-16,0 2 1 15,-2-1 1-15,2 0-1 16,0 0 4-16,1 0-5 16,2-1 1-16,1 1-1 15,2-1 1-15,2-2 0 0,-2 1-1 16,3-1 0-16,-3-1 0 15,2 2 0-15,-5-2 1 16,1 2 0-16,-1 1 5 16,-1 0 7-16,-2-1-1 15,-4 1 0-15,0 0-6 0,-2 0-1 16,-1-1-4-16,0-1 2 16,-1 0-2-16,-2-1 1 15,-4 0 0-15,-3-1-1 16,-2 1 1-16,-5-1 1 15,-3 0 2-15,-4 0 1 16,-4 1-1-16,-2-1 1 0,-3 1 1 16,-2 0-2-16,-1 1-3 15,-5-1 0-15,-2 4-2 16,-3-2 0-16,-1 3 0 16,-4 1-1-16,-2 1-5 15,-5 0-28-15,-2-4-86 0,-3-4-132 16</inkml:trace>
  <inkml:trace contextRef="#ctx0" brushRef="#br0" timeOffset="-75720.85">2965 1438 72 0,'0'0'19'0,"0"0"-1"16,0 0-1-16,0 0-2 16,0 0-6-16,0 0-4 15,0 0 11-15,0 0-2 0,0 0 2 16,0 0-2-16,16 28 8 15,-15-22-6-15,1 3-4 16,-1 1-6-16,1 1-1 16,1 2-2-16,-1 2 2 15,1 2 3-15,2 1 3 0,-1 2 1 16,2 4 0-16,1 0-4 16,0 2-1-16,2 4 2 15,2 1-3-15,1 1 1 16,-1 5-3-16,-1 4-3 15,2 4-1-15,-2 4 1 16,-3 0-1-16,1 4 1 0,-3 1 0 16,0 1 1-16,-1-2-2 15,-1-2 1-15,0 0-1 16,-1-3 2-16,1-2 0 16,1-3 4-16,1-3 8 15,3 0-3-15,0-4-6 0,2-3-1 16,2 0 0-16,0-3 2 15,2 1-1-15,-3-1-1 16,1 1 1-16,-1 2 1 16,-2-1-2-16,1 1-3 0,-3 1 1 15,-1 1 2-15,0 1-2 16,-3 1-1-16,0 2 3 16,-1 1-1-16,1-1 0 15,-1 1 10-15,-1 1 1 16,2-1-7-16,-2-2-4 0,1 3 8 15,-1-1-4-15,1 1-6 16,-1-1 1-16,-1 1 3 16,2-2-3-16,-2 1-1 15,0 0 2-15,0-1-1 16,0 0-2-16,0-1 2 16,0-3-1-16,2-2 1 0,-2-4-1 15,0-2 1-15,0-2 1 16,0-1 0-16,0-1-3 15,2-3 1-15,1 1-1 16,-1-1 2-16,-1-1-2 16,1-3 0-16,0 1 1 0,-2-2-1 15,1-1 2-15,-1-2-2 16,0 0 0-16,0-2 0 16,2-1 2-16,-2 0-1 15,0-2 0-15,0-1 0 16,2-2-1-16,-2 0 0 0,1-1 1 15,-1-1-1-15,0-2 1 16,0 2-1-16,0-2 1 16,0 0 2-16,2 0 18 15,-2 0 4-15,0 0-11 16,0 0-1-16,0 0-3 0,0 0-3 16,0 0-3-16,2 0-3 15,3 0-1-15,3 0 1 16,7 0-2-16,4-4 0 15,5 0 1-15,9-1 0 16,5-1 0-16,6-1 1 0,6-2-1 16,4 2 0-16,5-2 0 15,6 0 0-15,4-1 0 16,6 1 0-16,5-1 0 16,3-2 0-16,5 0 1 15,6-2 0-15,2-1 2 0,6-2 0 16,3 1 0-16,4-1 0 15,4-1 0-15,2 0 0 16,3-1 0-16,2 0-1 16,0 1 1-16,2-2 2 15,2 2 4-15,-3-1-4 16,2 0-2-16,-2 0-1 0,2-2-1 16,-5 1-1-16,-1 0 0 15,-5-1 1-15,-2 1-1 16,-6 2 2-16,-8 1-2 15,-6 1 0-15,-9 0 0 16,-8 4 0-16,-9 0 0 0,-10 2 1 16,-7 2-1-16,-10 1-1 15,-7 1 2-15,-5-2-2 16,-6 1 1-16,-6-3-31 16,-6-8-88-16,-7-7-206 15</inkml:trace>
  <inkml:trace contextRef="#ctx0" brushRef="#br0" timeOffset="-74898.77">3745 3064 249 0,'-1'0'0'15,"-2"-1"26"-15,1-4 5 16,2 4-4-16,0-2-6 16,0 1-3-16,0 0-7 15,7-1-1-15,2 2-1 16,1 1 3-16,3 0-6 0,0 0-1 15,1 7-4-15,-3 3 2 16,-1 1-3-16,-4 1 1 16,-3 3 1-16,-3-1-1 15,-2 1 3-15,-8 1 4 16,-3-3-2-16,-4 2-1 0,-3-2 2 16,0-1-2-16,1-4 0 15,1-2 3-15,3-4 8 16,3-2 15-16,5-4-14 15,7-11-11-15,0-8-5 16,10-6-5-16,7-9-77 0,5-4-127 16</inkml:trace>
  <inkml:trace contextRef="#ctx0" brushRef="#br0" timeOffset="-74399.51">4116 2647 185 0,'0'0'23'0,"0"0"26"15,-8-28-9-15,7 18-3 16,1-2-11-16,0 2-1 16,1-1-7-16,6 1-10 15,-2 0 0-15,4 4-1 0,-1-1-4 16,2 2-3-16,0 3 1 15,1 1-2-15,-2 1 1 16,-1 0 0-16,-1 1-3 16,-1 3 2-16,-3 3 1 15,-2 1 0-15,-1 0 1 0,0 0-1 16,-8 2 1-16,-4 1 1 16,-2-2-1-16,1 0 2 15,-2-2-3-15,2-2 1 16,2-2 0-16,5-1 1 15,1-2-1-15,5-2 2 0,0-9-3 16,7-5-45-16,4-7-160 16</inkml:trace>
  <inkml:trace contextRef="#ctx0" brushRef="#br0" timeOffset="-73960.41">4656 2179 245 0,'0'0'60'0,"-8"-29"-19"0,5 15 24 0,3-2-31 16,0 4-10-16,0 1-6 0,0 1-5 16,3 2-4-16,2 1-7 15,2 4-2-15,-2 1 0 16,3 2-2-16,-3 0 0 15,1 2 1-15,-2 6-2 16,-2 2 3-16,-2 1 0 0,0 1 0 16,-3 1 0-16,-6 0 1 15,-1-1-1-15,-2-2 0 16,-1 0 0-16,1-5-3 16,2 0-2-16,4-5-23 15,0 0-3-15,6-7-29 0,0-9-40 16,2-7-142-16</inkml:trace>
  <inkml:trace contextRef="#ctx0" brushRef="#br0" timeOffset="-73540.37">4949 1704 274 0,'0'0'18'0,"0"0"31"0,11-35-14 16,-4 25-15-16,-1 0-5 15,2 5-7-15,1 2-2 16,2 3-5-16,-2 0-1 16,3-1 0-16,-4 7-1 15,2 4 1-15,-3 0 0 0,-1-2 0 16,-3 2 0-16,-3-1 0 16,0-1 1-16,0-1-1 15,-9-1 1-15,-1 0 2 16,-4-1-2-16,1-3 0 15,1-2 1-15,2 0-2 0,5 0 0 16,3-7-17-16,2-9-64 16,4-2-57-16</inkml:trace>
  <inkml:trace contextRef="#ctx0" brushRef="#br0" timeOffset="-73104.85">5291 1296 297 0,'0'0'4'0,"0"0"13"16,10-35-1-16,-1 26-8 15,-2 2-1-15,1 2-1 16,1 1-1-16,0 1-1 16,1 3-1-16,-1 0-2 0,-1 0-1 15,-2 5 0-15,-2 2 0 16,0 1-1-16,-4 1 2 15,0 0-1-15,0-2 0 16,-7 1 0-16,-3-1 0 16,-3-1 1-16,1-2 1 0,-1-1-2 15,1 0-1-15,2-3 0 16,3 0 0-16,4-3-12 16,3-6-26-16,1-4-23 15,9-3-60-15</inkml:trace>
  <inkml:trace contextRef="#ctx0" brushRef="#br0" timeOffset="-72689.88">5694 958 262 0,'0'0'2'15,"0"0"28"-15,14-34 14 16,-8 23-12-16,2 4-11 16,1 1-11-16,-1 1-7 15,2 2-3-15,1 3 0 0,0-1 0 16,-2 2 0-16,-1 5-1 15,0 2 1-15,-1 1 0 16,-6 0-1-16,-1 0 0 16,0 0 1-16,-3 0 1 15,-7 0 0-15,-5-2 2 0,-1 0-2 16,-3-2 0-16,2-2-1 16,2 0 0-16,1-3 0 15,5 0 0-15,3-3-10 16,5-5-70-16,1-6-84 15</inkml:trace>
  <inkml:trace contextRef="#ctx0" brushRef="#br0" timeOffset="-70247.56">3243 3509 56 0,'0'0'32'15,"0"0"-4"-15,0 0-3 16,0 0-5-16,0 0 2 16,0 0 4-16,0 0-12 15,0 0 4-15,0 0 2 16,0 0-11-16,0 0-5 0,0 0-4 15,0-13 0-15,3 11 0 16,1 1 1-16,-1-1-1 16,2 0 1-16,0-1 1 15,2-2 6-15,1-1 22 16,1 0-8-16,-1 0-11 0,1-1 0 16,-1 1-1-16,2-1 1 15,0 0 1-15,0-1-5 16,-2 0-1-16,2-2 1 15,-1 0-1-15,1-1 2 16,-2-1-3-16,3-1 0 16,-3 0 1-16,1 1 0 0,0-1 0 15,-1 0 1-15,1 1-3 16,0 2-1-16,-3 0-1 16,1 2 0-16,1 0-1 15,-1 1-1-15,-1-1 2 0,3-1-1 16,-1 0 2-16,1-1-1 15,-1-1 0-15,3 0-1 16,-2 1 0-16,1 0 1 16,0 0-1-16,0 1-1 15,0-1 0-15,2 1 1 0,-4 0-1 16,2-1 0-16,0 2 1 16,1-1-1-16,0 1 0 15,-1-2 0-15,0 2 1 16,2-1-1-16,-2-1 1 15,0-1-1-15,2 1 2 16,-2-2-2-16,1 1 0 0,0 1 1 16,1 0-1-16,-2 1 0 15,2-2 0-15,-1 1 0 16,2-1 1-16,0-1 0 16,3-2 0-16,0-2 1 15,0 0 1-15,3-1 0 0,-3 0 0 16,2-1 0-16,-2 0-1 15,0 2 0-15,0-2-2 16,-2 1 1-16,2 1 0 16,-1-1 0-16,0 2-1 0,0-2 0 15,0 1 1 1,2 0-1-16,-3-2 0 0,2 2 1 16,1 0-1-16,-1 0 1 15,1-2 0-15,0-2 0 16,0 0 3-16,0-1 0 15,1-3 3-15,1 1-2 0,-1 0-2 16,0 0-2-16,-1 2-1 16,1 1 1-16,-1 2-2 15,-2 0 2-15,2 1-1 16,0 0 0-16,-1 0 0 16,1 0 0-16,2-1 1 0,-3-1-1 15,3 0 0-15,0-1 0 16,-2 0 0-16,-1 0 0 15,1 1 0-15,-2 0 0 16,0 1 0-16,0 0 1 16,2 0-2-16,-2-2 2 0,3 0-1 15,1 0 0-15,-1-2 0 16,3-2 0-16,0 1 0 16,1-2 1-16,1-1-2 15,-1 1 1-15,0 0 0 16,2 0 0-16,-3-1 1 0,4 0-1 15,1-1-1-15,-1-1 2 16,2-2-2-16,3 2 2 16,-2-2-1-16,1 2 0 15,-2-1 0-15,-1 4-1 16,0 0 1-16,-3 2 0 0,0 0 0 16,0 0 0-16,1 0 0 15,0-2 1-15,1 1-2 16,0 0 1-16,0-1 1 15,-1 1-1-15,-2 1 0 16,-2 2 1-16,1-1-2 0,0 2 1 16,0-2 1-16,4 1-3 15,2-1 3-15,2-1-1 16,3-2-1-16,1 2 1 16,0-3 0-16,0 2 0 15,-2 0 0-15,-2-1-1 16,-1 0 1-16,-4 4 0 0,1-2 0 15,-2-2 0-15,1 3 0 16,-1-2 1-16,1 0-2 16,-1 0 1-16,0-1 1 15,-2 3-1-15,0-1 0 16,-2 5 3-16,-2 3 4 0,-5 4-2 16,-4 1-3-16,-3 5 0 15,-1 3 1-15,-4 1-2 16,0 0 0-16,0 1-1 15,0 0 1-15,0-1-2 16,0 1 1-16,1 0 1 0,-1 0-1 16,0 0-1-16,0 0 2 15,0 0-2-15,0 0-1 16,-1 3-16-16,-9-1-62 16,-7-2-161-16</inkml:trace>
  <inkml:trace contextRef="#ctx0" brushRef="#br0" timeOffset="-68610.09">5937 1040 326 0,'0'0'55'0,"0"0"-1"0,0 0-42 16,0 0-16-16,0 0 2 15,0 0 3-15,5 29 0 16,0-13 1-16,-2 5 0 15,3 0 0-15,0 1-1 16,-2 1 0-16,0-1-1 0,-1 2 0 16,1-1 0-16,-1-2 1 15,-1 0-2-15,0-3-54 16,0-7-75-16,1-6-110 16</inkml:trace>
  <inkml:trace contextRef="#ctx0" brushRef="#br0" timeOffset="-68171.2">6190 1091 276 0,'0'0'21'16,"0"0"63"-16,0 0-22 15,-31-10-40-15,21 10-15 16,0 3-4-16,-1 4 0 16,3 3-3-16,1 0 3 0,2 3-4 15,5-2 2-15,0 0-2 16,0 0-1-16,7-1 1 16,4-2 2-16,2-1-1 15,4-2 2-15,0-3 0 0,1-2 1 16,1-1 1-16,-4 0 0 15,-1-6-1-15,-4-1 0 16,-3 1 2-16,-4-4 0 16,-2 1 3-16,-1 0 3 15,-1-3-6-15,-8 0-3 0,-1 1-1 16,-3 2-1-16,-3 2 0 16,2 3-1-16,-2 3 0 15,5 1-1-15,0 1-4 16,5 0-19-16,2 6-61 15,4-1-43-15,1-1 34 0</inkml:trace>
  <inkml:trace contextRef="#ctx0" brushRef="#br0" timeOffset="-67824.15">6456 1018 347 0,'0'0'6'0,"0"0"10"0,-31 4 0 16,19 1 1-16,0 3 14 15,4 0-16-15,2 0-10 0,3 1-5 16,3 0-1-16,0 0-1 16,10-2 2-16,2 2 1 15,2-5 0-15,2-1 0 16,3-1 1-16,-4-2 1 0,2 0 1 15,-6-2-3-15,-1-3 2 16,-4-2 0-16,-3-1 3 16,-3 0 5-16,0 0 2 15,-2-4-6-15,-6 2-4 16,-2 0-2-16,-3 0-1 0,-3 2 0 16,1 2-1-16,2 0 0 15,1 5-1-15,4 0-12 16,3 1-49-16,1 0-75 15,4-2-36-15</inkml:trace>
  <inkml:trace contextRef="#ctx0" brushRef="#br0" timeOffset="-67538.67">6797 802 382 0,'0'0'33'15,"0"0"35"-15,0 0-36 16,0 0-17-16,0 0-12 16,0 0-4-16,0 0 3 15,-9 40 1-15,6-12 2 16,2 5 0-16,-3 3 0 0,2 2-3 16,-3 2-1-16,1 0-1 15,-2-4 0-15,0-2 0 16,1-7 1-16,-4-2-1 15,1-5 0-15,-1-5-3 16,-1-3-28-16,1-5-41 16,2-7-57-16,-2 0-64 0</inkml:trace>
  <inkml:trace contextRef="#ctx0" brushRef="#br0" timeOffset="-67317.82">6613 1015 334 0,'0'0'70'0,"0"0"13"16,0 0-61-16,0 0-11 16,0 0-7-16,0 0-4 15,0 0-2-15,0 0-10 16,0 0-73-16,26-10-66 15</inkml:trace>
  <inkml:trace contextRef="#ctx0" brushRef="#br0" timeOffset="-67153.73">6889 1009 605 0,'0'0'-6'0,"0"0"23"16,0 0-14-16,0 0-4 16,0 0-48-16,0 0-117 0,0 0-178 15</inkml:trace>
  <inkml:trace contextRef="#ctx0" brushRef="#br0" timeOffset="-65540.9">10074 1037 147 0,'0'0'4'16,"0"0"37"-16,0 0-7 15,0 0-16-15,0 0-1 16,0 0-8-16,0 0-5 0,0 0-3 15,0 0-2-15,5-12-1 16,-5 15 2-16,1 4 2 16,2 2-1-16,-2 2 1 15,1 3 0-15,-1 1 2 16,-1 2 1-16,0 3 0 16,0 4 1-16,0 2 5 0,0 5 9 15,0 4 6-15,0 5-7 16,0 6-10-16,0 5 3 15,0 6-4-15,2 8 0 16,-2 4 0-16,0 5 1 0,0 5-1 16,-3 5-1-16,0 3 1 15,-1 2 0-15,1 4-1 16,-2 1 1-16,3 1 4 16,0-1-6-16,2 1 1 15,0-3 1-15,0 2-4 16,0-2 0-16,2 0-2 0,3-4 1 15,0-1 0-15,-4-5-1 16,3-2 1-16,-4-3 0 16,0-3 1-16,2-2 1 15,-2-3 1-15,-2 1 3 16,-2-3 6-16,0-2 2 0,-2 0 6 16,0 0-11-16,1-4-6 15,-4 0-2-15,1-1-1 16,0-1-1-16,-2-1-1 15,1-2 0-15,-1-4 1 16,2-2 0-16,-2-2 2 0,2-3-3 16,2-4 2-16,-1-4 1 15,1-2-2-15,1-3 0 16,2-5-1-16,0-3 0 16,0-5-1-16,2-3 1 15,-1-3-1-15,2-4 1 0,-1-1-1 16,1-3 0-16,0-1 0 15,0-3 0-15,0 2 1 16,0-3-1-16,0 0 1 16,0 1-1-16,0-1 1 15,0 0-1-15,0 0 0 0,3 0 1 16,7 0-1-16,0 0 1 16,3 0-1-16,6 0 0 15,3 0 0-15,6 0-1 16,5 0 1-16,8 0 0 15,7 0 1-15,7 0-2 16,6 0 2-16,6 0-1 0,9 0 1 16,4 0-2-16,9 0 1 15,10 0 0-15,3 0 1 16,7-1-1-16,8 0 1 16,4-1-1-16,7 0-1 15,6-1 2-15,7-2 1 0,8-1-2 16,0 0 0-16,5 0 0 15,5 1 0-15,-1 1 0 16,0 1 1-16,1 0-1 16,0 1 1-16,-3 2-2 0,-2 0 2 15,-3 0 0-15,-7 0 1 16,-7 0-5-16,-7 0 4 16,-8 0-1-16,-5 0 1 15,-9 0-2-15,-6 0 1 16,-9 0 0-16,-7 0 1 0,-7-3-1 15,-9-3 0-15,-6-4-5 16,-7-7-47-16,-10-5-94 16,-5-8-259-16</inkml:trace>
  <inkml:trace contextRef="#ctx0" brushRef="#br0" timeOffset="-64101.96">10511 3498 179 0,'0'0'85'0,"0"0"-27"16,0 0 16-16,0 0-31 16,0 0-8-16,0 0 1 15,0 0-10-15,-29-14-1 16,25 13-7-16,1-2 1 0,0 1-4 16,0-1 0-16,0-1-4 15,0 1 0-15,2-2-4 16,0 2-2-16,1-4-3 15,0 2 0-15,0 0-1 16,1-1-1-16,5 0 0 16,2 0-1-16,1 2 1 0,3 1-1 15,-1 0-1-15,2 3 2 16,1 0-2-16,0 0 2 16,-1 5-1-16,-2 4 1 15,-1 1-2-15,-3 2 2 16,-2 2-1-16,-5 0 0 0,0 1 1 15,0 0 0-15,-9-1 0 16,-1 0 1-16,-3-3-2 16,2-2 2-16,-4-1 0 15,2-4-1-15,2-4 2 16,1 0-2-16,5-5 1 0,4-10-11 16,1-4-59-16,0-7-68 15,6 0-157-15</inkml:trace>
  <inkml:trace contextRef="#ctx0" brushRef="#br0" timeOffset="-63491.61">11104 3455 185 0,'0'0'52'0,"0"0"6"0,0 0 16 16,0 0-10-16,0 0-7 15,0 0-22-15,0 0-4 16,0 0-2-16,-12-32-5 16,13 27-14-16,6 0-8 0,3 1-2 15,0 1-1-15,1 2 1 16,2 1-1-16,-2 0-1 16,0 3 2-16,-3 4-1 15,-2 0 1-15,-3 2 0 16,-3 0-1-16,0 1 1 0,-4-2 0 15,-6 1 0-15,-4-2 1 16,1-1-1-16,-5-1 0 16,2-3-2-16,-1-2-11 15,4 0-7-15,3-11-32 16,2-8-54-16,6-6-140 16</inkml:trace>
  <inkml:trace contextRef="#ctx0" brushRef="#br0" timeOffset="-62947.86">11049 2657 266 0,'0'0'43'0,"0"0"41"0,0 0-43 0,0 0-19 15,0 0-6-15,0 0-7 16,0 0-6-16,0 0-1 16,0 0-1-16,37-23 0 15,-23 23 0-15,-3 0-1 0,2 7 0 16,-4 0 1-16,0 2-1 15,-4 1 0-15,-4 0 0 16,-1 1 1-16,0-2 0 16,-8 2 2-16,-4-1-1 15,-1 0 1-15,-2-2 1 0,0-3-1 16,-1 0-2-16,3-4 1 16,5-1-1-16,2 0 2 15,6-9-3-15,1-2 0 16,12-6-18-16,1-3-123 15</inkml:trace>
  <inkml:trace contextRef="#ctx0" brushRef="#br0" timeOffset="-62290.78">11542 2682 71 0,'0'0'105'0,"0"0"-46"16,0 0-8-16,0 0 2 0,0 0 9 15,0 0-15-15,0 0-6 16,0 0-11-16,0 0-4 16,-6-32-1-16,6 26-8 15,0-1-3-15,1 1-8 16,4-1-4-16,1 2-1 0,1-1 0 15,2 0 0-15,0 2-1 16,1 2 0-16,-2 0 0 16,2 2-1-16,0 0 0 15,-2 2 0-15,-1 3 0 16,0 1 1-16,-4 2-2 0,-1-1-1 16,-2 1-5-16,0-1-3 15,-10 1-1-15,0-1 3 16,-2 0-15-16,-1-2-11 15,-1-3-27-15,3-2-21 16,4 0 21-16,2-9-32 0</inkml:trace>
  <inkml:trace contextRef="#ctx0" brushRef="#br0" timeOffset="-61774.66">12040 2246 237 0,'0'0'57'0,"0"0"43"0,0 0-30 0,0 0-36 15,-5-33-12-15,10 26-2 0,2 2-13 16,1 0-5-16,4 4-1 15,-2 0-1-15,0 1 0 16,2 0-1-16,-5 2 1 16,0 5 1-16,-1 1-2 15,-3 0 2-15,-2 1-1 0,-1-1 0 16,0 1 0-16,-9-2 1 16,-1 1-1-16,-4-1 1 15,-3-2 0-15,1 0-3 16,1-2 2-16,3-1-1 15,3-2-1-15,6 0-4 0,3-5-20 16,4-8-42-16,9-5-116 16</inkml:trace>
  <inkml:trace contextRef="#ctx0" brushRef="#br0" timeOffset="-61262.63">12448 1879 261 0,'0'0'18'0,"0"0"51"0,0 0 10 16,0 0-31-16,-7-30-12 0,5 25-10 16,1 0 3-16,-2 0 1 15,2-1-16-15,0 1-7 16,1 2-2-16,0-2 0 15,0 1-4-15,0 1 0 16,3 0-1-16,3 0-2 16,1 1 2-16,2 2-3 0,-1 0 2 15,0 0 1-15,1 0-1 16,-2 0 0-16,-2 3 0 16,0 1 0-16,-4-1 0 15,-1 0-2-15,0 2-3 16,0 0-2-16,-8 0 2 0,-2 1-1 15,-1 0-17-15,1 0-9 16,-1 2-5-16,1-3-28 16,2-3-43-16,4-2-4 15</inkml:trace>
  <inkml:trace contextRef="#ctx0" brushRef="#br0" timeOffset="-60655.42">12429 1469 231 0,'0'0'53'0,"0"0"29"15,0 0-19-15,0-36-40 16,0 26 9-16,2 2-12 15,2-1-6-15,0 1-4 16,2 3-7-16,0-1-2 16,-1 4 1-16,1 2-3 15,-2 0 0-15,1 0 0 0,-2 7 1 16,-1 1-1-16,0 2 2 16,-2-2-1-16,0 2 0 15,-2-3 0-15,-3 2 0 16,-4-3 1-16,1-1-1 0,-1-1-1 15,0-1-4-15,2-2-14 16,2-1-39-16,2-4-73 16</inkml:trace>
  <inkml:trace contextRef="#ctx0" brushRef="#br0" timeOffset="-58237.7">10081 4127 25 0,'0'0'28'0,"0"0"-6"16,0 0-10-16,0 0-9 0,0 0 2 16,0 0-1-16,0 0 5 15,0 0 4-15,0 0 0 16,0 0 2-16,0 0-1 15,0 0-7-15,-1 0-3 16,1 0-1-16,0 0-1 0,0 0 1 16,0 0 3-16,1 0 22 15,2-2-4-15,-1-2-3 16,1 0-2-16,2-1-2 16,0 0-2-16,0-2-3 15,0 1 1-15,2-1-3 0,-2 0-2 16,2-1 2-16,-2 1 1 15,1-2-3-15,1-1 0 16,-1 0 0-16,1 0 0 16,0-1 1-16,1-1 3 15,1-1-5-15,1-2 1 0,0 0-1 16,1-2 2-16,1 0-4 16,0 0-3-16,2 4 0 15,-3-2-1-15,3 2 0 16,-1 0-1-16,2 1 1 15,-2 0 0-15,3-1-2 0,-3 1 3 16,1 0-2-16,1 1 0 16,-2-2 1-16,0 0-1 15,1 1 0-15,-1-1 1 16,0-2-2-16,0 0 2 16,0 0-2-16,0-1 2 0,-1-1-1 15,2-1 0-15,0 0 0 16,2-1 0-16,0-1 1 15,1-1-1-15,0 0-1 16,2-2 2-16,1 2-1 16,-1-2 1-16,2 1 1 0,-3-3-2 15,2 2 1 1,-2-2 0-16,1-1 1 0,-1 1-1 16,1 1 0-16,0 0 1 15,-1 3 0-15,-1 1 0 16,3 2-1-16,-5 1 1 0,1 1-2 15,0 1 1-15,0 1-1 16,1-2 0-16,-1 0 0 16,2-2 0-16,-1-1 1 15,0-2 0-15,2 2-2 16,0-3 2-16,1 0-1 0,-2-1 0 16,1 3 0-16,0 1 0 15,-1 0 0-15,2 1 0 16,-3 1 0-16,-1-1 1 15,3 0-1-15,-2-2 0 16,0-2 0-16,1-2 1 0,2-2-1 16,2-1 0-16,0-2 0 15,3 0 0-15,0 2 0 16,2 1 1-16,-3 3-1 16,0 0 0-16,-2 3 0 15,-3 4 0-15,-1 0 0 16,-3 2 0-16,-2 1 0 0,-1 1 2 15,-1 1-2-15,0-1-2 16,-1-1 4-16,0 0-2 16,2-2 0-16,1-1 0 15,0-1 0-15,4-3 0 16,1-1 0-16,2 0 0 0,1-1 1 16,0-1-2-16,2-2 1 15,0 2 0-15,-1 0 1 16,-1-2-1-16,1 0 0 15,1 0 0-15,-2 2 0 16,3-2 0-16,-1 1 0 0,0 0 0 16,0 0 0-16,-2-1 0 15,3 2 0-15,-1-2 0 16,0 0 0-16,-1-1 2 16,3-1-4-16,1 1 2 0,2-4 0 15,2 1 0-15,0-2 0 16,4 2 0-16,-3-2 0 15,1 0 0-15,-2 2 0 16,-1-2 0-16,-3 4 2 16,2-1-2-16,-4 2 1 15,0 1 0-15,0 2 1 0,-3 1-1 16,0 1-1-16,-3 2 1 16,-1 2-1-16,-2 1 0 15,-3 2 1-15,-2 3 2 16,-5 2 2-16,0 4 6 15,-3 1-6-15,0 2-3 0,1 0-2 16,-3 2 0-16,0 0-1 16,0 0-12-16,0 0-16 15,0 1 0-15,0 2-15 16,0-2-54-16,0 1-22 16</inkml:trace>
  <inkml:trace contextRef="#ctx0" brushRef="#br0" timeOffset="-52052.72">12533 2148 25 0,'2'-1'53'15,"-2"-1"4"-15,0 2-13 16,0-1 0-16,0 0-3 16,0 0-2-16,0-1-2 15,0 0 5-15,0 0-6 0,0-1-6 16,0 0-7-16,0 1-4 16,0-1-5-16,0 0-3 15,0-2-4-15,0 2-1 16,0-1-3-16,0-2 0 0,0 2 0 15,-2-1-2-15,-1 0 1 16,-3 2-1-16,-2-2 0 16,0 3 0-16,-3 1-2 15,-3 1 1-15,-4 0 4 16,1 7-5-16,-2 3 2 0,0 4-2 16,1 3 0-16,6 1-1 15,2 3 1-15,0-1 0 16,5 0 1-16,3-3-1 15,2-3 1-15,0-2-1 16,6-4 0-16,6-3 1 0,3-3 0 16,3-2 1-16,2 0 0 15,-1-5 0-15,1-5 0 16,-2 0 0-16,-5-1 0 16,-3-1 1-16,-1 2-1 15,-6 2 1-15,-2 1 2 16,0 3 6-16,-1 0 2 0,0 1-4 15,0 1-1-15,0 2 0 16,0 0-4-16,0 0-2 16,0 0-3-16,0 0 1 15,0 0-1-15,0 0 2 16,0 0 0-16,0 0-1 0,0 0 1 16,0 0 0-16,0 0 1 15,0 0 0-15,0 0 1 16,0 0 0-16,-1 0 1 15,1-2-2-15,-2-1 0 16,1-2-1-16,0-1 0 0,-1 2 1 16,1-1-2-16,1 2 1 15,0 0 0-15,0 1 0 16,0 2-1-16,0 0 1 16,0 0-2-16,0 0 0 15,0 0 1-15,0 0 0 0,0 0-1 16,0 0 1-16,0 0 0 15,0 9 1-15,0 2-2 16,-2 5 1-16,1 5 0 16,-2 3 2-16,0 4-2 15,-1 2 2-15,-2 0-1 0,0 1 0 16,0 0 0-16,0-1 0 16,1-5 0-16,0-2 0 15,3-7 0-15,-1-2-1 16,0-5 1-16,1-4-1 15,1-1-5-15,0-4-56 0,-2 0-63 16,0-6-94-16</inkml:trace>
  <inkml:trace contextRef="#ctx0" brushRef="#br0" timeOffset="-51491.9">12605 2130 223 0,'0'-5'30'0,"0"0"51"16,0 2-16-16,0-1-20 15,0 1-13-15,0 3-9 16,0-3-8-16,0 3-6 16,2-2-3-16,5 1-4 0,4 0-2 15,5 0 2-15,2 0-1 16,2 1 0-16,1 0 1 15,0 0-2-15,-3 0 0 16,-2 0 1-16,-2 0-1 16,-4 0-1-16,-1 0 3 0,-4 0-2 15,-3 0 0-15,0 0 0 16,-2 1 0-16,0 2 1 16,0 4 0-16,-2 4-1 15,-3 4 1-15,-4 8 0 16,-3 4-1-16,1 4 0 0,-2 4 1 15,1-1-1-15,2 0-1 16,1-3 1-16,2-5-1 16,0-2 1-16,3-4 0 15,-2-3 0-15,2-3 0 16,-1-3-7-16,1-4-57 0,1-2-68 16,1-5-29-16</inkml:trace>
  <inkml:trace contextRef="#ctx0" brushRef="#br0" timeOffset="-51116.76">13215 1992 394 0,'0'0'13'0,"0"0"22"16,0 0-36-16,-20 33 5 16,7-6 15-16,-3 10-2 15,0 4 1-15,-1 8 0 0,-3 6-4 16,-2 3-4-16,-1 4-5 16,1 0-3-16,0-4-2 15,2-4 1-15,2-6-1 16,1-7 0-16,5-8 1 15,-1-8-1-15,0-5 0 16,4-5 0-16,1-8 0 0,-1-3-2 16,1-4-23-16,1 0-44 15,2-10-73-15,-3-8-79 16</inkml:trace>
  <inkml:trace contextRef="#ctx0" brushRef="#br0" timeOffset="-50898.97">12879 2317 392 0,'0'0'25'16,"0"0"53"-16,0 0-40 15,0 0-18-15,0 0-14 16,0 0-4-16,0 0-4 15,0 0-4-15,0 0-6 0,8-10-16 16,-3 15-71-16,-2 1-66 16</inkml:trace>
  <inkml:trace contextRef="#ctx0" brushRef="#br0" timeOffset="-50730.24">13140 2373 543 0,'0'0'23'15,"0"0"24"-15,0 0-42 16,0 0-5-16,0 0-3 16,0 0-22-16,0 0-74 15,0 0-124-15</inkml:trace>
  <inkml:trace contextRef="#ctx0" brushRef="#br0" timeOffset="-48626.95">14980 873 90 0,'0'0'5'0,"0"0"19"0,0 0-3 16,0 0-7-16,0 0-8 16,0 0-5-16,0 0 0 15,0 0 2-15,0 0-1 16,0 0 2-16,0-2-2 16,0 8 1-16,-1 2 0 0,1 0 1 15,0 4-2-15,0 1 2 16,-2 3 2-16,2 1 0 15,0 1-2-15,-1 2 2 16,0 3-2-16,0 2 3 16,0 1-2-16,0 1 2 0,1 1 2 15,0 1 1-15,0 1 1 16,-1 1 1-16,1 2 3 16,0 4 12-16,-1 1 19 15,1 1-39-15,-1 3 0 16,1 1-2-16,0 3-1 0,0 4 2 15,0 1 0-15,0 2 2 16,0 1 16-16,0 1-16 16,0 2-2-16,0 1-4 15,1 0 0-15,1 0-1 16,0 3-1-16,1 0 1 16,-1-3 0-16,-1-2 2 0,0-1 0 15,0 2 1-15,0-3 1 16,0 1 1-16,0-1 4 15,-1 2 3-15,0 2-8 16,0 0 0-16,0 1 0 16,1-3-1-16,-1 1-1 0,0 1 35 15,0-2-29-15,0 0-7 16,0-1 0-16,-3-2-1 16,1-2 1-16,0 2-2 15,-3-5 1-15,1-2 0 0,1-1 0 16,0-3 0-16,0-2 1 15,-1-5-1-15,1 0 0 16,0-3 0-16,0-2 0 16,0 0-1-16,-1-2 1 15,1-2 0-15,2-2-1 0,-3-3 1 16,1-4 1-16,1-2-2 16,-1-4 1-16,2-3-1 15,-1-3-1-15,2-1 2 16,-1-3 0-16,0 1-1 15,1-2 5-15,0 0 12 16,0 0 35-16,0 0-35 0,-1 0-12 16,1-2-4-16,-1 1 0 15,1-1-1-15,0 2 1 16,0 0-1-16,0 0 0 16,0 0 0-16,0 0-1 15,0 0-1-15,0 0-1 0,7 0 3 16,3 2-1-16,3 2 1 15,3 0 0-15,7 1 0 16,3-1 1-16,6 0-1 16,6 0 0-16,6-1 0 15,5 0-1-15,6-2 2 0,3 1-1 16,5-2 0-16,2 0 0 16,3-1 0-16,1 1 1 15,2 0-1-15,4 0-1 16,0 0 2-16,5 0-1 15,2 0 0-15,2 0 0 16,2 0 0-16,4 0 0 0,2-2-1 16,1 0 2-16,1-1-1 15,2 1 0-15,2-1 0 16,-4 1 0-16,1 0 1 16,0 0-2-16,-1 0 1 15,-1 0 1-15,3 0-1 0,-6 1 0 16,0-1 0-16,-2 0-1 15,-3 1 1-15,-7-1 1 16,-7-1-2-16,-7 3 2 16,-6-2-1-16,-9 1-1 0,-8-1 2 15,-7 0-1-15,-6 1 0 16,-8 0 0-16,-5-2 1 16,-5 2-1-16,-3-1 1 15,-1 2 0-15,-2-2 0 16,1 1 0-16,-2-1-1 15,-1 2 0-15,0 0 0 0,0 0 0 16,-2 0 0-16,0 0-1 16,0 0-2-16,-4 0-31 15,-6 0-64-15,-2-2-142 16</inkml:trace>
  <inkml:trace contextRef="#ctx0" brushRef="#br0" timeOffset="-45992.28">15094 2997 123 0,'-1'-3'65'0,"-3"-2"-13"16,1-2-3-16,0 1 1 0,1-1 7 15,0-1-10-15,-1 0-13 16,2 0-3-16,-1 0-10 16,1 2 6-16,1-2-7 15,0 1-14-15,0-2-4 0,1 0-1 16,7-1-1-16,2-1 0 15,3 1 0-15,1 0-1 16,3 3 0-16,3 1 0 16,-4 4-1-16,2 2 0 15,-2 0 1-15,-2 4 1 16,-3 6-1-16,-3 2 2 0,-2 1-1 16,-5 2 0-16,-1-1 1 15,0 0 0-15,-4 1 0 16,-4 0 1-16,-1-3 0 15,-5-3-1-15,2 0 1 16,0-4-1-16,1-2 1 0,1-3 0 16,0 0 0-16,5-8-1 15,4-5-2-15,1-4-35 16,2-4-62-16,5-1-97 16</inkml:trace>
  <inkml:trace contextRef="#ctx0" brushRef="#br0" timeOffset="-45447.96">15627 3028 251 0,'0'0'47'0,"0"0"21"0,0 0-8 15,0 0-23-15,-8-32-22 0,10 23-7 16,6 1-4-16,1 1-1 16,2-1 0-16,2 3-2 15,0 2 0-15,1 3-1 16,0 0 0-16,-4 0 0 0,0 6 0 15,-3 1 0-15,-3 1 1 16,-4 1 0-16,0 1 0 16,0 1 5-16,-9-1 0 15,-2 0 2-15,-2 0 0 16,-4-1-1-16,-1-2-4 0,1-5-1 16,-1-2-1-16,4 0 1 15,3-15-1-15,5-5-1 16,5-8-48-16,1-8-101 15,0-4-147-15</inkml:trace>
  <inkml:trace contextRef="#ctx0" brushRef="#br0" timeOffset="-44886.91">15417 2264 278 0,'0'0'52'0,"0"0"0"0,0 0 11 0,0 0-27 16,-31-21-10-16,27 14-14 15,3-3-3-15,1 0-4 0,0 0-2 16,0-1-1-16,5 0-1 15,5 0 0-15,2 2-1 16,3 2 0-16,1 3-1 16,2 2 0-16,0 2 0 15,0 4 0-15,-3 7 1 0,-2 2 0 16,-3 3-1-16,-4 1 1 16,-5 0 1-16,-1 0-1 15,0-1 0-15,-1-4 2 16,-9 1 0-16,0-3-1 15,-2-3 0-15,-2 0 1 0,1-4 0 16,1-2 0-16,3-1-1 16,3 0-1-16,3-10 1 15,3-3-23-15,0-4-121 16,5-4-116-16</inkml:trace>
  <inkml:trace contextRef="#ctx0" brushRef="#br0" timeOffset="-43907.83">15864 2320 0 0,'0'0'20'16,"0"0"10"-16,0 0 4 15,0 0-3-15,0 0 36 16,0 0 7-16,0 0-32 0,0 0-3 15,0 0 20-15,0 0-13 16,0 0-7-16,0 0-12 16,0 0-9-16,0 0-2 15,0-2-4-15,0-1-4 0,3-1-5 16,4 0 0-16,1 0-4 16,6 1 2-16,0 0-1 15,3 2 0-15,2 1 0 16,-3 0 0-16,3 3-1 15,-2 5 0-15,-4 2 2 0,-2 1 0 16,-2 2 0-16,-5 0 0 16,-3-1 0-16,-1 0 1 15,-1-1 1-15,-7-3 3 16,-3 1 3-16,-3-1 2 16,-2-3-5-16,-1-1-3 15,0-3-1-15,2-1 0 0,2-3-1 16,5-9 1-16,5-2-3 15,3-3-21-15,4-1-61 16,8 1-109-16,1 0-118 16</inkml:trace>
  <inkml:trace contextRef="#ctx0" brushRef="#br0" timeOffset="-43437.89">16416 2547 427 0,'0'0'29'0,"0"0"0"15,0 0-22 1,0 0-3-16,0 0-3 0,39-21-2 16,-26 21 1-16,3 4 2 15,-3 6 0-15,1 1 1 16,-2 4 0-16,-3 1 0 0,-4 1-2 15,-2 1 0-15,-3-1 0 16,0-4 4-16,-4-1 11 16,-5-3 17-16,-2-3-1 15,-3-3-12-15,0-3-5 16,0 0 1-16,-2-5-7 0,3-5-5 16,3-7-2-16,3-4-2 15,6-6-7-15,1-5-48 16,5-6-50-16,5-4-157 15</inkml:trace>
  <inkml:trace contextRef="#ctx0" brushRef="#br0" timeOffset="-42912.45">16355 1792 411 0,'0'0'65'0,"0"0"-26"16,0 0-17-16,35-34-9 0,-22 28-1 15,1 2-3-15,3 3-5 16,-4 1-2-16,1 0-1 15,-3 5 0-15,-1 5 1 16,-3-2-1-16,-2 5 0 16,-5-1 0-16,0-1 0 15,-2-1 1-15,-6 0 1 0,-5-2-1 16,0-1 2-16,-3 0-2 16,0-2 0-16,2-4-1 15,0-1 0-15,4 0 0 16,5-7 2-16,5-6-4 15,0-5-49-15,7-2-68 0,5-4-133 16</inkml:trace>
  <inkml:trace contextRef="#ctx0" brushRef="#br0" timeOffset="-42261.09">16051 1553 27 0,'0'0'135'0,"0"0"-80"0,-40 2 8 0,27-2-5 16,-3 2-15-16,-1-1 5 15,3 1-7-15,-1-2-21 16,1 0-2-16,1 0 6 16,0 0 2-16,-1 0-3 15,3-5-15-15,-1 0 3 16,4-3-3-16,1 1-5 0,0-1 4 15,2 2 8-15,2-2-11 16,1 1-5-16,2 3 2 16,0-2-2-16,2 1-2 15,6 2 0-15,0 1 2 0,2 0 0 16,-1 2 1-16,1 0-1 16,-2 0 1-16,-1 6 0 15,0 0-2-15,-4 2 2 16,-2-1-1-16,-1 1 1 15,0 0-1-15,-6 2 0 16,-2-1 1-16,-4 0-5 0,0-2 0 16,1 1-17-16,1-4-22 15,3-4-18-15,0-6-91 16,4-10-158-16</inkml:trace>
  <inkml:trace contextRef="#ctx0" brushRef="#br0" timeOffset="-41714.49">15995 1038 284 0,'0'0'11'0,"-36"-25"-4"0,18 13 37 15,3-2 14-15,1 2-29 16,2-2 4-16,1 0-10 15,3 2 2-15,2 1-13 16,2 0-3-16,2 1-5 16,2 1-3-16,0 3 0 0,0-1-2 15,1 3 1-15,4 2 0 16,0 0-2-16,2 2 2 16,0 0-2-16,0 0 1 15,-1 2-1-15,0 4 3 16,0 1-2-16,-5 1 2 0,1 2-1 15,-2 0-1-15,0 0 1 16,-2-1 0-16,-5 0 0 16,0-2-1-16,-2 2 2 15,0-4-1-15,0-1-2 16,2-1 1-16,4-3-9 16,3 0-27-16,0-9-96 0,0-5-179 15</inkml:trace>
  <inkml:trace contextRef="#ctx0" brushRef="#br0" timeOffset="-41187.03">16844 1215 231 0,'0'0'16'0,"0"0"16"15,0 0 28-15,0 0-7 16,32 18-26-16,-22-11-9 16,0 1-5-16,0 5-1 15,-4 1-3-15,0 2-3 0,-4 2 2 16,-2 2 2-16,0 0-4 15,1-2-1-15,-5-3 1 16,-5-2 6-16,0-4 0 16,-2-2 2-16,-1-3 4 15,1-2-9-15,-3-2-2 0,3 0 4 16,1-7 2-16,4-6-6 16,2-6-5-16,4-5-2 15,1-3-9-15,12-2-63 16,2-1-84-16,2 3-153 15</inkml:trace>
  <inkml:trace contextRef="#ctx0" brushRef="#br0" timeOffset="-40709.46">17289 1780 447 0,'0'0'19'0,"0"0"3"16,0 0-11-16,17-28-4 0,-7 25-7 16,0 3 1-16,1 0 0 15,3 3 1-15,-3 7 0 16,-1 1-3-16,-1 2 2 15,-4 2 1-15,-3-1 0 16,-1-1 0-16,-1-2 1 16,-3-2 5-16,-5-3 17 0,-2-1 0 15,-2-3-10-15,-1-2-10 16,0 0-1-16,0-4-1 16,5-6 0-16,1-3-2 15,5-5-2-15,2-1-17 16,7-4-53-16,8-3-148 0</inkml:trace>
  <inkml:trace contextRef="#ctx0" brushRef="#br0" timeOffset="-40182.35">17703 1132 402 0,'0'0'4'0,"0"0"27"16,0 0-6-16,12-31-13 16,0 28-2-16,4 3 1 15,-1 0-8-15,3 4-1 16,-2 7-2-16,1 0 4 15,-3 1-1-15,-2 2-1 16,-5 0-1-16,-2-3-1 0,-4-1 2 16,-1-2 0-16,0-2 6 15,-7-2 5-15,-2 0-4 16,-1-1-3-16,-2-3-1 16,-1 0-2-16,-1 0 0 0,4-3-3 15,0-4 2-15,2-3 0 16,6-1-2-16,2-2-10 15,5-1-23-15,10-2-48 16,1-1-103-16</inkml:trace>
  <inkml:trace contextRef="#ctx0" brushRef="#br0" timeOffset="-39712.72">18076 835 499 0,'0'0'1'0,"0"0"23"0,0 0 2 16,0 0-14-16,0 0-4 16,0 0 4-16,0 0-4 15,29-28-3-15,-21 28-2 16,-1 0-1-16,3 0-1 0,-1 0-1 15,1 0 0-15,-2 4 0 16,0 2 0-16,-3-2 0 16,-1 1 0-16,-1 1 0 15,-3 0 0-15,0 1 0 16,-5 0 0-16,-4 1 1 16,-3 0-1-16,-5 1-1 0,-2 0-2 15,-1-2-30-15,0-2-54 16,2-5-102-16</inkml:trace>
  <inkml:trace contextRef="#ctx0" brushRef="#br0" timeOffset="-38994.49">16741 1060 170 0,'0'0'25'0,"0"0"35"0,0 0 1 15,0 0 3-15,-31-23 8 0,27 18-15 16,0-2-20-16,2 0-14 16,0-1-12-16,1 0-7 15,1 1 0-15,0-1-1 16,0 3 1-16,0 0-2 16,0 2 0-16,3 0-1 0,0 1-2 15,3 2 0-15,-1 0-1 16,3 2 1-16,-1 6 0 15,0 0-1-15,-1 2 1 16,-4 1 1-16,0 1-1 16,-2 0-2-16,0-1 1 0,-8-1-2 15,-1 0-10-15,-3 0-23 16,1-3-30-16,0-4-61 16,2-3-28-16</inkml:trace>
  <inkml:trace contextRef="#ctx0" brushRef="#br0" timeOffset="-38537.77">17084 845 281 0,'0'0'39'0,"0"0"-32"0,-23-38 37 0,17 23-11 15,5 0-7-15,1 2 6 16,0 2-9-16,0 1-2 16,1 3-11-16,6 2-8 15,-1 3-1-15,1 1-2 16,-2 1-1-16,1 0 2 0,-1 5-1 16,-2 1 1-16,-1 1 0 15,-2 3-1-15,0-2 0 16,0 4-1-16,-3-4 0 15,-5 2-19-15,-1-4-69 16,2-5-113-16</inkml:trace>
  <inkml:trace contextRef="#ctx0" brushRef="#br0" timeOffset="-34731.43">15034 3197 67 0,'-1'0'37'15,"-1"0"-3"-15,2 0-22 16,-2 0-5-16,0 0 1 15,0 0 0-15,1 0-2 16,-2 0 1-16,2 0 5 0,-2 0 2 16,0 0 1-16,2 0-6 15,-2 1 2-15,2 0-5 16,-1 0-5-16,-1 0 0 16,2 0-2-16,1 1 1 15,-1-1 0-15,0 0 1 0,1 0-2 16,0-1 1-16,-1 0 0 15,1 0 0-15,0 1 1 16,0-1-2-16,0 0 1 16,0 0-1-16,0 1 1 15,0-1 2-15,0 1 5 0,1-1 2 16,1 0 6-16,2 0 1 16,0 0 7-16,2 0 6 15,0-5-2-15,2 0-1 16,0-2-1-16,4-1-7 15,-1-1-5-15,3-3-1 0,3-3-1 16,1 0-2-16,2-4 0 16,2-1 0-16,1-4 0 15,1 1 2-15,3-2-3 16,-3-1-2-16,4 2-1 16,-4 0-2-16,4 1 1 15,-4 2-2-15,2 3-1 0,-1-1-1 16,0 1 2-16,-1 2-1 15,0-3 0-15,-3 1 0 16,3-1 0-16,-3-1 2 16,1-2-2-16,0 2 1 0,0-1 0 15,1-1 2-15,4 1 0 16,-2 1-1-16,2-2 0 16,1 0 1-16,-1-2-2 15,1 0 1-15,1-1-1 16,1-2-1-16,-1 2 0 0,3-3 0 15,1 1-1-15,1 0 1 16,3 0 0-16,-3-1 0 16,1 0 0-16,0 0-1 15,-2-3 0-15,1 1 1 16,2-1 0-16,1-2 2 0,2 0 0 16,5-2 1-16,2 0 3 15,0-3-2-15,4-1 1 16,0-1-3-16,0 1 0 15,1 1-3-15,-2 0 3 16,1 1-3-16,1-1 0 16,3 0 2-16,1-1-2 0,3-3 0 15,3 0 1-15,0-2-2 16,1 1 2-16,0 1-1 16,1-1 0-16,1 2 1 15,-2-1-2-15,-1 1 1 16,1 1 0-16,2 2 0 0,-4-3 1 15,2 0 0-15,2-1-1 16,-2-1 0-16,2-1 0 16,-2 2-1-16,-2 1 2 15,-3 1-1-15,-2 4 0 16,-7 0 1-16,-2 6-2 0,-6 2 2 16,-4 5-1-16,-4 3 0 15,-6 4-1-15,-6 4 1 16,-8 2 0-16,-1 5 0 15,-5 0 1-15,-3 5-1 16,-3-1 1-16,0 1-2 0,0 0-2 16,0 0-9-16,0 0-4 15,0 0-39-15,0 3-3 16,0-3-37-16,0 0-47 16</inkml:trace>
  <inkml:trace contextRef="#ctx0" brushRef="#br0" timeOffset="-30973.81">18800 779 20 0,'0'-2'18'0,"0"1"10"0,0-1-12 16,0 0 6-16,0 0 4 15,0 0-5-15,0 1-7 16,0 0-3-16,0-1-2 0,0 2 4 16,0 0-1-16,0 0 2 15,0-1 3-15,0 0 7 16,0 0 3-16,0-1 1 16,0 0 5-16,0 1-5 15,0-2-7-15,0 0-2 16,0 1-6-16,0-1-4 0,0 0-3 15,0 0-3-15,-1 0 0 16,0 0-1-16,0-3-1 16,-2 2 1-16,-2 0 0 15,1 1-2-15,-3 0 2 16,-2 3 0-16,-2 0-2 0,-3 0 0 16,-3 5-1-16,0 3 2 15,0 4-1-15,-1 1 0 16,1 3-1-16,3 1 1 15,1 1-1-15,3-1 1 16,2-1-1-16,2-1 1 0,4-3-1 16,2-2 1-16,0-2 0 15,7-2 0-15,6-4 1 16,3 0 1-16,1-2 0 16,3 0 0-16,-1-2 0 15,0-3-1-15,-1-1 0 0,-5-1 1 16,1-1-1-16,-3 0 0 15,-1-1 2-15,-1-1-2 16,-2 0 1-16,-3 0 0 16,0 2-1-16,-3-2 1 15,0 4 1-15,-1-1 1 0,1 3-3 16,0 0-1-16,-1 1 1 16,0 1-1-16,1 0 0 15,-1 0 0-15,0 1 1 16,1-1 0-16,-1-1 6 15,0 1 1-15,0 0-1 0,0 1 1 16,0-1 0-16,0 1-2 16,0-1 0-16,0 2-3 15,0-1-1-15,0 0 0 16,0 1 1-16,0-1-3 16,-1 1 2-16,0 0-4 0,1 0 1 15,0 0 1-15,0 0 0 16,0 0 0-16,0 0 1 15,-1 0-1-15,0 0 2 16,1 0-1-16,0 0 0 16,0 0 1-16,-1 0-1 0,1 0 0 15,0 0-1-15,0 0 0 16,0 0 1-16,0 0-1 16,0 0 0-16,0 0 1 15,0 0-1-15,-1 0 2 16,1 0-1-16,-2 0 2 15,2 0 8-15,0 0 11 0,0 0-14 16,0-2-3-16,-1 2-2 16,1 0 0-16,0 0-3 15,0 0 2-15,0 0-2 16,0 0 0-16,0 0 0 16,0 0 0-16,0 0 1 0,0 0-1 15,0 0 0-15,0 0 1 16,0 0-1-16,0 0 0 15,0 0 0-15,-1 0-1 16,0 0 0-16,1 0 0 16,0 4 0-16,0 3-1 0,0 3 1 15,0 5 0-15,0 3 0 16,0 3 1-16,-2 5 0 16,0 3 0-16,-4 0 1 15,-3 1-2-15,-1-1 2 16,-1-3-1-16,-2-4 0 0,0-2 1 15,-2-4 0-15,0-2 1 16,-1-3-1-16,2-1 0 16,0-3 0-16,2-1 0 15,3-2-1-15,2-3 1 16,4 2-1-16,0-2-1 0,3 0-21 16,1-1-92-16,6 0-91 15</inkml:trace>
  <inkml:trace contextRef="#ctx0" brushRef="#br0" timeOffset="-30097.75">19034 733 235 0,'0'-4'37'0,"0"1"32"0,0 0-9 16,0 1-17-16,-4 1-10 15,-1 1-15-15,0 0-6 16,-2 3-5-16,-3 5-1 16,1 3 4-16,-1 4-6 0,-1 2-1 15,2 1-2-15,0 2 1 16,5 1-1-16,0-1 1 15,2-3 0-15,2 1 0 16,0-3 0-16,5-2-1 16,5-3 0-16,2-2 1 0,4-3 1 15,2-5 2-15,1 0-1 16,2 0-2-16,0-7 1 16,-1-2 1-16,-1-3 2 15,-2-3 12-15,-3-2-2 16,-4-2-3-16,-4-3-5 0,-6-1 0 15,0 0-2-15,-10-1-3 16,-6 4-3-16,-4 5-2 16,-2 3 0-16,-2 7-2 15,2 5 2-15,2 0-8 16,4 10-54-16,5 0-44 0,2-1-94 16</inkml:trace>
  <inkml:trace contextRef="#ctx0" brushRef="#br0" timeOffset="-29785.85">19662 521 506 0,'0'0'0'0,"0"0"22"0,0 0-7 15,0 0-16-15,-28 15 1 16,16 11 4-16,-5 8 16 16,-2 12 4-16,0 5-5 15,-1 5-1-15,-2 3-10 16,-1 2-4-16,-1-2-3 0,2-5 1 16,-1-3-2-16,1-8 0 15,0-8-1-15,3-5 0 16,3-9-1-16,0-7-14 15,3-7-59-15,1-7-18 16,2-1-79-16</inkml:trace>
  <inkml:trace contextRef="#ctx0" brushRef="#br0" timeOffset="-29583.68">19334 826 530 0,'0'0'-4'16,"0"0"8"-16,0 0 19 0,0 0 8 15,0 0-5-15,0 0-16 16,0 0-10-16,0 0-1 16,2-20-4-16,4 26-36 15,-2 0-72-15,1-1-105 16</inkml:trace>
  <inkml:trace contextRef="#ctx0" brushRef="#br0" timeOffset="-29403.64">19666 889 678 0,'0'0'2'15,"0"0"5"-15,0 0-5 16,0 0-2-16,0 0-3 16,0 0-51-16,0 0-81 0,0 0-199 15</inkml:trace>
  <inkml:trace contextRef="#ctx0" brushRef="#br0" timeOffset="-26346.1">5912 1514 226 0,'0'0'13'0,"0"0"18"16,0 0-9-16,0 0-7 0,0 0-9 15,0 0-1-15,0 0-1 16,0 0-2-16,40-25 8 16,-8 12 17-16,9-2 1 15,10-3-8-15,8-4-4 16,3 0-5-16,1-2-1 0,1 1-5 15,-5 0-1-15,-7 3-2 16,-10 5 3-16,-9 2-4 16,-9 5 1-16,-9 3-2 15,-5 3 1-15,-6 2-1 16,-3 0 0-16,-1 2-1 0,-1 7-6 16,-8-1-48-16,-6 1-79 15</inkml:trace>
  <inkml:trace contextRef="#ctx0" brushRef="#br0" timeOffset="-26063.83">6022 1681 301 0,'0'0'5'0,"0"0"38"16,0 0-6-16,0 0-14 15,0 0-5-15,16-32-7 0,10 16-3 16,13-4 3-16,13-4 3 16,8-4-3-16,11-1-5 15,4 0-4-15,-3 4-1 16,-7 3 0-16,-9 7-9 15,-14 1-190-15</inkml:trace>
  <inkml:trace contextRef="#ctx0" brushRef="#br0" timeOffset="-25169">12318 2981 242 0,'0'0'5'0,"0"0"26"15,0 0-17-15,0 0-9 16,0 0-4-16,31-30 0 16,-4 22 1-16,8-2 0 15,10-2 4-15,9-4 6 16,5-1 8-16,6-1-1 16,2-3-9-16,1 1-5 0,-4 0-2 15,-5 2-1-15,-10 1-1 16,-6 2-1-16,-10 6 1 15,-9 3-1-15,-13 5 0 16,-11 1-7-16,-6 3-110 0,-18 5-55 16</inkml:trace>
  <inkml:trace contextRef="#ctx0" brushRef="#br0" timeOffset="-24949.88">12273 3228 242 0,'0'0'5'0,"0"0"18"15,0 0-5-15,0 0 47 16,51-14-1-16,-12-3-29 0,14-5 2 16,10-4-26-16,11-2-5 15,10-2-4-15,7 1-1 16,1 0-1-16,-5-2-20 15,-3 0-188-15</inkml:trace>
  <inkml:trace contextRef="#ctx0" brushRef="#br0" timeOffset="-23619.02">18449 1335 91 0,'0'0'30'0,"0"0"-24"0,0 0 5 16,0 0 3-16,0 0 6 15,0 0-1-15,0 0-1 16,0 0 1-16,0 0 0 0,0 0-7 15,0 0-1-15,0 0-2 16,-14 4-3-16,14-4-1 16,0 0-3-16,2 0 1 15,6 0 7-15,6-2 5 16,9-6 3-16,14-1 1 0,9-4-1 16,14-2-4-16,11-3-4 15,8 0-2-15,7-1-5 16,1 1 0-16,1 1-1 15,-3 1-1-15,-7 2 1 16,-7 3 0-16,-11 2-1 16,-11 2-1-16,-12 4 0 0,-10 0 0 15,-10 3 0-15,-11 0-1 16,-6 0-25-16,-10 5-69 16,-12-3 5-16</inkml:trace>
  <inkml:trace contextRef="#ctx0" brushRef="#br0" timeOffset="-23178.96">18451 1412 148 0,'0'0'40'0,"0"0"-13"0,0 0 12 0,0 0-12 0,0 0-10 16,37-23 9-16,0 9 16 16,17-4-24-16,15-4 2 15,15-1 2-15,12-1-9 16,11 2-5-16,4 3-5 15,-1 2-3-15,-6 5 1 0,-12 1-2 16,-11-2-68-16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47:48.968"/>
    </inkml:context>
    <inkml:brush xml:id="br0">
      <inkml:brushProperty name="width" value="0.05292" units="cm"/>
      <inkml:brushProperty name="height" value="0.05292" units="cm"/>
      <inkml:brushProperty name="color" value="#FF0000"/>
    </inkml:brush>
  </inkml:definitions>
  <inkml:trace contextRef="#ctx0" brushRef="#br0">17202 3559 138 0,'0'0'132'0,"0"0"-72"16,0 0-10-16,0 0-17 16,0 0-13-16,0 0-9 15,0 0-7-15,0 0 0 16,0 0 2-16,-4 46 1 0,2-21-2 15,1 5-2-15,-2 4-1 16,0 2-1-16,0 2-1 16,-1 0 1-16,1-3-1 15,0 1 0-15,2-3 0 16,-5-2 1-16,3-4 1 16,-2-4-10-16,0-4-44 0,-1-7-71 15,2-5-59-15</inkml:trace>
  <inkml:trace contextRef="#ctx0" brushRef="#br0" timeOffset="377.13">16935 3612 274 0,'0'0'16'0,"0"0"39"0,0 0-6 16,0 0-14-16,-17-30-6 15,17 25 1-15,0 0-5 16,6-1-12-16,10-3-5 15,6 0-4-15,9-2 0 16,10-2 1-16,5 0-3 16,4 0-1-16,1 0-1 0,-2 1 1 15,-4 4-2-15,-7 2 1 16,-6 3-13-16,-5 3-39 16,-8 0-61-16,-7 2-28 15</inkml:trace>
  <inkml:trace contextRef="#ctx0" brushRef="#br0" timeOffset="827.03">17423 3750 198 0,'0'0'41'0,"0"0"-2"15,0 0 4-15,0 0 22 0,0 0-21 16,-32 7-3-16,19-1-14 16,0-1-4-16,3 4-13 15,-1 2-4-15,2 2-3 16,3 3-1-16,1 2-1 16,5 0-1-16,0 1 0 15,0-2 1-15,8-2-2 0,3-2 1 16,4-4 0-16,1-3 1 15,1-4-1-15,-1-2 2 16,1 0 0-16,-3-7 0 16,-1-3 0-16,-3-1 1 15,-2-3 0-15,-2-1 1 0,-3-2-2 16,-3 1-1-16,0-2-1 16,-8 2-2-16,-4 1 0 15,0 3-7-15,-1 1 2 16,-2 2-1-16,3 3-5 15,1 3-12-15,2 2-19 0,1 1-19 16,4 0-36-16,1 0-7 16</inkml:trace>
  <inkml:trace contextRef="#ctx0" brushRef="#br0" timeOffset="1108.69">17600 3498 413 0,'0'0'16'0,"0"0"19"0,0 0-37 0,0 0 2 15,10 36 1-15,-6-11 2 16,2 3 1-16,-2 5 11 0,1 3-10 15,-3 2-4-15,1-1 0 16,-2-1 0-16,-1-3 1 16,0-7-5-16,0-3-24 15,0-8-63-15,0-5-36 16</inkml:trace>
  <inkml:trace contextRef="#ctx0" brushRef="#br0" timeOffset="1310.5">17577 3773 317 0,'0'0'47'0,"0"0"2"15,0 0-23-15,0 0-16 16,43-27 1-16,-21 23-2 0,3-2-5 15,3 1-3-15,1 0-1 16,0 0-1-16,-2-2-72 16,-1-3-96-16</inkml:trace>
  <inkml:trace contextRef="#ctx0" brushRef="#br0" timeOffset="1765.82">17966 3676 306 0,'0'0'9'16,"0"0"29"-16,0 0 13 15,0 0-14-15,-40 0-9 16,24 3 6-16,-1 2-8 16,1 2-4-16,0 3-11 15,2 1-8-15,4 3-2 0,0 0-1 16,3 1 0-16,4 0-1 15,1 0 0-15,2-2 1 16,2-1-1-16,4-1-1 16,5-5-30-16,2-2-11 15,-1-4 15-15,1 0 15 16,1-7 2-16,-3-2 9 0,-1 0 2 16,-4-2 1-16,-2 4 3 15,-2 1 21-15,-2 1 6 16,0 1-7-16,0 1-6 15,-2 2-4-15,1 0-5 0,0 1-6 16,1 0-5-16,0 0-2 16,1 4 3-16,5 1 1 15,2 2-1-15,3-1 1 16,0 1-11-16,3-1-43 16,-1-2-15-16,0-3-52 15,-1-1 5-15</inkml:trace>
  <inkml:trace contextRef="#ctx0" brushRef="#br0" timeOffset="2014.72">18086 3511 449 0,'0'0'32'0,"0"0"-6"0,0 0-26 0,0 0-3 16,0 0 3-16,-5 36 6 16,5-11 4-16,1 5 7 15,2 3-5-15,1 3-8 16,0 1-3-16,-2 0-1 16,0-2 1-16,0-2-1 0,2-6 0 15,-2-5-37-15,1-7-46 16,1-7-84-16</inkml:trace>
  <inkml:trace contextRef="#ctx0" brushRef="#br0" timeOffset="2484.23">18596 3443 463 0,'0'0'3'15,"0"0"44"-15,-31-16-27 16,12 16-11-16,-1 1-4 0,-2 7 4 16,0 4-1-16,4 3-4 15,2 1-3-15,5 2 0 16,4 2-1-16,6 0-1 15,1-1 2-15,5 0-2 16,6 0 2-16,5-3-2 16,3 0 1-16,1-1 1 0,0-2-2 15,-1 1-1-15,-5-3-15 16,-2 1 5-16,-4-1 6 16,-3 1 3-16,-5-4 2 15,0 2-1-15,-10 0 2 16,-5-3 0-16,-3 1 0 0,-2 0 0 15,-2-1 2-15,1-1-2 16,0-1 0-16,0 0 0 16,4-2 0-16,1 0 0 15,4-1-2-15,4-1 0 16,4-1-40-16,4 0-51 0,0-2-29 16,10-6-143-16</inkml:trace>
  <inkml:trace contextRef="#ctx0" brushRef="#br0" timeOffset="2905.2">18840 3489 162 0,'0'0'235'15,"0"0"-212"-15,0 0 6 0,-29-21-22 16,15 21-3-16,-1 0 3 15,0 0 14-15,3 5-11 16,1 3-4-16,2 2-4 16,3 3-1-16,3 1-1 15,0 2 1-15,3 1-1 16,0 1 0-16,5 0 1 0,4 0-1 16,2-2 0-16,1 1 0 15,0-2 0-15,-2 0 0 16,-2-2 0-16,-1 0 0 15,-6 0 0-15,-1-4 1 16,0 1-2-16,-1-1 1 0,-7-2 0 16,-3 1 1-16,-2-3 0 15,-2 2-1-15,-1-2 0 16,-2-2 1-16,-2 3-1 16,0-2 1-16,-1-1-1 0,1 1 0 15,3-1 0-15,2-2 0 16,4-1-6-16,5 0-72 15,6-1-84-15</inkml:trace>
  <inkml:trace contextRef="#ctx0" brushRef="#br0" timeOffset="3358.08">19027 3487 430 0,'0'0'4'0,"0"0"19"0,-41 10-2 0,27 2 1 15,0 5-4-15,2 2 10 16,3 1-11-16,2 3-5 16,2-1-6-16,4 4-3 0,1-2-1 15,0-1-1-15,6-3-1 16,1-4 0-16,4-3 0 15,3-5 1-15,2-4-1 16,5-4 2-16,2 0 0 16,2-7 1-16,0-6-1 0,-1-4-2 15,0-2 1-15,-6-5 1 16,-4-1-1-16,-7-4 0 16,-5 1 0-16,-2 2 0 15,-11 4-1-15,-8 1 0 16,-4 5 0-16,-3 5 0 0,-1 4-1 15,-1 3 0-15,5 4-2 16,2 0 0-16,5 6-21 16,4 4-26-16,4 3-41 15,5-2-61-15,3 2-86 16</inkml:trace>
  <inkml:trace contextRef="#ctx0" brushRef="#br0" timeOffset="3531.85">19003 3632 427 0,'0'0'18'0,"0"0"26"0,0 0-32 16,37 7 4-16,-22-1 9 15,2 3 9-15,0 1-8 16,1 4-11-16,-1 2-7 16,1-1-4-16,0 3-3 15,0-3 0-15,-4 0-1 0,2-2-1 16,-4-4-18-16,-4-8-85 15,-4-1-163-15</inkml:trace>
  <inkml:trace contextRef="#ctx0" brushRef="#br0" timeOffset="4324.1">17146 4399 243 0,'0'0'22'0,"0"0"35"16,0 0-13-16,0 0-36 0,0 0 3 16,0 0 24-16,42 22-8 15,-25-7-21-15,2 1-4 16,1 4-2-16,-2 0 0 15,0-2 1-15,-3 0-21 16,-1-4-113-16,-4-5-4 0</inkml:trace>
  <inkml:trace contextRef="#ctx0" brushRef="#br0" timeOffset="4572.1">17465 4409 285 0,'0'0'3'16,"0"0"1"-16,-29 22-1 15,17-9 0-15,-1 0 2 16,0 2-2-16,0 0-1 15,0 0-2-15,-1 0-1 16,0 1 2-16,-1-3-5 0,1-2-91 16</inkml:trace>
  <inkml:trace contextRef="#ctx0" brushRef="#br0" timeOffset="4904.05">17286 4589 236 0,'0'0'36'0,"0"0"-3"0,0 0-17 16,0 0 10-16,0 0 9 16,0 0-1-16,-2 43 1 15,2-24-11-15,2 5-7 16,-1 1-9-16,1 3-5 16,-1 1-3-16,-1-3 0 0,1-3 1 15,0-5-1-15,1-5-1 16,1-6-46-16,-1-6-90 15,-1-1-143-15</inkml:trace>
  <inkml:trace contextRef="#ctx0" brushRef="#br0" timeOffset="5195.01">17604 4295 321 0,'0'0'9'16,"0"0"8"-16,0 0-13 15,0 0 2-15,0 0 0 16,-34 37-5-16,22-21 0 15,2 2-3-15,0-1 2 16,0 0-12-16,1-1-120 16</inkml:trace>
  <inkml:trace contextRef="#ctx0" brushRef="#br0" timeOffset="5428.31">17601 4425 434 0,'0'0'21'16,"0"0"14"-16,0 0-34 0,0 0 1 16,22 32 0-16,-11-17 1 15,1-2-2-15,3 1-1 16,-1-1 0-16,2-3 0 15,-3-4-54-15,1-2-106 16</inkml:trace>
  <inkml:trace contextRef="#ctx0" brushRef="#br0" timeOffset="5645.09">17819 4442 354 0,'0'0'10'0,"0"0"8"16,0 0-15-16,0 0 11 16,0 0 22-16,-21 35-19 15,13-25-9-15,1 0-6 0,-3 1-2 16,2-1 1-16,-4 0-1 16,2 0-1-16,0-2-38 15,2-1-77-15,2-4-2 16</inkml:trace>
  <inkml:trace contextRef="#ctx0" brushRef="#br0" timeOffset="5829.14">17741 4566 117 0,'0'0'213'0,"0"0"-173"15,0 0-33-15,0 0 45 0,0 0-8 16,3 32-13-16,-2-21-11 15,0 4-14-15,0 0-4 16,-1 1-2-16,0 2 1 16,0 1 0-16,-1-1-3 0,-4-1-59 15,1-6-104-15</inkml:trace>
  <inkml:trace contextRef="#ctx0" brushRef="#br0" timeOffset="6115.05">17959 4613 254 0,'0'0'215'15,"0"0"-160"-15,0 0-44 16,47-9-7-16,-20 6-3 0,1-2 1 16,1 0-2-16,0 2 1 15,-1-2-2-15,-4-1-31 16,-3-1-75-16,-1-5-91 16</inkml:trace>
  <inkml:trace contextRef="#ctx0" brushRef="#br0" timeOffset="6551.51">18303 4396 454 0,'0'0'18'16,"0"0"8"-16,0 0-24 15,10 37 8-15,-7-16 2 16,1 2 7-16,-1 2-1 15,-2 0-8-15,0 1-7 16,-1-3-2-16,0-1 0 16,0-5 0-16,-4-6-1 0,1-2 0 15,0-7 1-15,1-2 2 16,-1-3 3-16,-1-7-5 16,1-7 0-16,3-2-1 15,0-3 0-15,0-3 0 0,0-1 0 16,3 3 0-16,7 3 1 15,0 3-1-15,2 5 0 16,1 6 0-16,2 5 0 16,-1 1-1-16,2 6 1 15,-2 6-1-15,-1 3 1 0,1 1 0 16,-3 1 1-16,-1 1-1 16,-1 0 0-16,-1 0 0 15,-2-3 0-15,0 2 0 16,-5-1-3-16,-1-3-51 15,0-1-83-15,0-4-57 16</inkml:trace>
  <inkml:trace contextRef="#ctx0" brushRef="#br0" timeOffset="6783.05">18640 4348 89 0,'0'0'387'0,"0"0"-367"0,0 0 22 15,0 0-30-15,0 0-6 16,39 4 6-16,-22 9-4 16,3 2-4-16,0 1-3 15,1-1-1-15,0 1 0 16,0 0-1-16,0-4-28 0,0-6-83 15,-3-6-100-15</inkml:trace>
  <inkml:trace contextRef="#ctx0" brushRef="#br0" timeOffset="7157.11">18964 4337 433 0,'0'0'4'15,"0"0"-6"-15,0 0 2 16,-34 26 2-16,21-16 4 16,2 1 3-16,-2 1-1 0,3-1-4 15,0 0-3-15,1-1-1 16,3-1 0-16,-1-2 0 16,2 0 1-16,2-2-2 15,1-2 1-15,1-3 0 16,1 2-1-16,0-1 1 0,0-1 1 15,0 3 1-15,2 2 3 16,1 2 14-16,2 3 0 16,-2 5-1-16,2 2-4 15,-3 4-8-15,0 0-3 16,-1 2-2-16,-1-3 0 16,0 0-1-16,0-2 0 0,0-4 0 15,0-3-2-15,0-3-33 16,0-6-77-16,-4-2-77 15</inkml:trace>
  <inkml:trace contextRef="#ctx0" brushRef="#br0" timeOffset="7452.37">18591 4252 299 0,'0'0'87'0,"0"0"-34"0,0 0 7 15,0 0-21-15,0 0-16 16,0 0-15-16,0 0 3 15,49-6 3-15,-15 3-9 16,7 1-4-16,2-3-1 0,0 1 0 16,0-2-12-16,-2-4-68 15,-5-3-106-15</inkml:trace>
  <inkml:trace contextRef="#ctx0" brushRef="#br0" timeOffset="7750.5">19016 4120 445 0,'0'0'33'0,"0"0"5"15,0 0-22-15,0 0 0 16,28-16 0-16,-21 16-9 16,0 6-6-16,-3 5-1 15,-1 3 0-15,-1 3 0 16,-2 3 0-16,0 0-2 15,-8 1 0-15,-1 0-5 0,-3-2-15 16,1-3 9-16,0-4 5 16,4-3 2-16,2-4 1 15,5-1-2-15,0-4 3 16,11 0 3-16,8 0 1 16,2 0 0-16,6-1-15 0,2-7-120 15,2-3-78-15</inkml:trace>
  <inkml:trace contextRef="#ctx0" brushRef="#br0" timeOffset="8469.62">19694 3643 268 0,'0'0'45'0,"0"0"25"0,0 0-26 15,0 0-25-15,0 0-14 16,0 0-3-16,42-4 1 16,-24 4-3-16,-1 0 0 15,1 0 1-15,-3 1-7 0,-1 2-80 16,-7-1-35-16</inkml:trace>
  <inkml:trace contextRef="#ctx0" brushRef="#br0" timeOffset="8652.7">19672 3755 204 0,'0'0'65'0,"0"0"-45"16,34 2 24-16,-10-2 8 16,7-3-34-16,3-2-14 15,1 0-2-15,-3 0-11 0,-2-5-147 16</inkml:trace>
  <inkml:trace contextRef="#ctx0" brushRef="#br0" timeOffset="9121.12">20625 3389 354 0,'0'0'73'0,"0"0"-74"0,0 0-7 0,0 38 8 16,0-12 7-16,0 4 0 0,-2 6 6 15,-1 2-4-15,-1 3-3 16,-1 0-4-16,0-4-2 16,0-4 0-16,-3-6 0 15,2-6 1-15,0-6-15 16,-3-7-96-16,1-8-41 0</inkml:trace>
  <inkml:trace contextRef="#ctx0" brushRef="#br0" timeOffset="9602.1">20534 3373 366 0,'0'0'3'0,"10"-42"15"16,-3 25 30-16,4 4-21 15,1 1-19-15,3 6-4 16,1 2-2-16,2 4-2 16,-3 0 0-16,2 4-1 15,-3 6 1-15,-1 3 0 16,-3 3-1-16,-3 1 1 0,-4-1 0 16,-2 3-1-16,-1-3 0 15,-3 2 0-15,-7-1-3 16,-3-2-6-16,-3 1-2 15,-1-1-1-15,1 0 7 16,1-3 3-16,-1 1 0 0,5-1 2 16,3-1 1-16,5 0 0 15,3-1-2-15,0-1 0 16,7-1 1-16,6 1 1 16,5-1 2-16,-1 1 7 15,1-1 1-15,2-1-1 0,-2 3-2 16,-2 0-2-16,-1-2-3 15,-3 1 0-15,-2 0 0 16,-2-2-2-16,-1 1 0 16,-1-3-2-16,-2-1-50 15,0-3-81-15,-2-1-140 0</inkml:trace>
  <inkml:trace contextRef="#ctx0" brushRef="#br0" timeOffset="10377.24">20872 3670 374 0,'0'0'20'16,"0"0"48"-16,14-30-35 0,-7 18-16 15,2 0-8-15,-3-2 2 16,1 0 0-16,-1 1-8 15,-4 0-2-15,0 0 1 16,-2 4 0-16,0 1 0 16,-4 4 0-16,-4 2 2 0,-3 2-4 15,-2 0-1-15,-1 4-1 16,1 6 0-16,2 2 1 16,3 4 1-16,4 2-2 15,4 3 2-15,0-2-1 16,8 1 1-16,6-2 0 15,1-3 0-15,4-4 0 0,1-4-1 16,0-3-1-16,-1-4-12 16,0 0 1-16,-4-5 3 15,-1-5 7-15,-3-3 2 16,-2-1 1-16,-1-2 1 0,-3 0 0 16,0 2 1-16,-1-1 8 15,-1 2 2-15,0 3-2 16,2 2 4-16,0 3-1 15,3 2-4-15,1 2-6 16,2 1-2-16,2 0-1 0,0 7 0 16,2 3-1-16,-3 0 1 15,0 3 0-15,-4-1 0 16,-1 1 0-16,-4 0 0 16,-2-1 0-16,-1 1 1 15,-1-1-1-15,-9-3 0 16,0 1 0-16,-2-3 0 0,-3 1 0 15,4-3 0-15,-1-3 1 16,3 0-2-16,2-2 2 16,2 0 0-16,4 0 2 15,1-7-1-15,6-3 0 16,7-2-1-16,6-4 1 0,5-1-2 16,4 1 2-16,-2 1 0 15,1 2 14-15,-5 3 18 16,-2 4-12-16,-6 4-6 15,-2 2-9-15,-3 0-5 0,-2 4 0 16,0 5-1-16,-3 2-1 16,1 1 1-16,-2 0-1 15,-1 2 0-15,1-2 1 16,-1 1-2-16,1-1 0 16,-3-2-31-16,0-4-60 15,0-1-39-15,0-5-75 0</inkml:trace>
  <inkml:trace contextRef="#ctx0" brushRef="#br0" timeOffset="10527.87">21305 3470 184 0,'0'0'219'0,"0"0"-216"0,0 0-3 16,0 0-39-16,0 0-70 15,0 0-28-15</inkml:trace>
  <inkml:trace contextRef="#ctx0" brushRef="#br0" timeOffset="11010.97">21548 3568 339 0,'0'0'27'16,"0"0"36"-16,-43 0-30 16,26 0 2-16,-1 2-6 15,0 3-6-15,3 3-11 0,5 1-10 16,0 4-1-16,6 0-1 16,1 2 0-16,3-1 0 15,0 0 0-15,7-4 0 16,3 0 0-16,0-4-1 0,2-4-4 15,0-2-5-15,0-5 5 16,0-8 3-16,-1-4 0 16,-1-7-3-16,-1-3-4 15,-3-4-5-15,-4 0-12 16,-2-1 5-16,0 3 19 16,-3 4 3-16,-6 2 8 0,0 6 14 15,2 4 10-15,2 4 3 16,0 5-11-16,2 4-11 15,3 0-13-15,0 9-2 16,0 4 1-16,0 6 1 16,4 2 0-16,5 4 0 0,-1 3 0 15,2 2-1-15,1 0 0 16,-1-1 0-16,0-1-1 16,-1-3-2-16,2-6-53 15,-1-5-25-15,1-6-62 16,0-8-21-16</inkml:trace>
  <inkml:trace contextRef="#ctx0" brushRef="#br0" timeOffset="11388.38">21662 3580 437 0,'0'0'7'0,"0"0"48"0,0 0-45 15,0 0-2-15,0 0 13 16,0 0 4-16,0 0-10 15,0 0-4-15,0 0-5 16,2 40-2-16,6-27-3 0,2-1 0 16,0-1-1-16,0-3 1 15,0-1-1-15,-1-5 0 16,0-2-2-16,-1-2-3 16,1-6-6-16,-3-4 1 15,0 0-3-15,-3-3 6 0,-1 2 7 16,-2 3 0-16,0 1 2 15,0 3 6-15,0 2 0 16,0 2 1-16,0 2-2 16,0 0-6-16,0 6-5 15,0 3 3-15,5 3 1 16,1 2 0-16,2 1 0 0,2-3 0 16,2 1-1-16,2-3-13 15,2-3-45-15,2-4-52 16,0-3-57-16</inkml:trace>
  <inkml:trace contextRef="#ctx0" brushRef="#br0" timeOffset="11999.81">21995 3578 227 0,'0'0'165'0,"0"0"-111"15,-33-11-27-15,20 11-1 16,1 0-9-16,0 2-2 15,2 5-5-15,1 0-5 16,3 2-5-16,2 2 1 16,3-1-1-16,1 0 0 0,0-1 0 15,0-1 1-15,7-2-2 16,-1-2 1-16,3-3-2 16,0-1-6-16,2-1 3 15,-1-8 3-15,0-2 2 16,-2 1 0-16,-2-3 1 15,-1 4 1-15,-2 1 15 0,-3 3 3 16,1 2-3-16,-1 1-3 16,0 2-11-16,0 0-5 15,2 6-1-15,1 3 3 16,1 3 0-16,3 1 0 16,3-2 0-16,0 1 0 0,2 1 0 15,0-5 1-15,2-1-1 16,0-4-3-16,-1-1-26 15,-1-2 4-15,0-5 6 16,-1-6 3-16,-3-6-7 16,1-6-9-16,-2-5-3 0,-2-2-19 15,0-8 1-15,-1 0 9 16,-3-2 8-16,0 0 17 16,-1 5 24-16,0 6 34 15,-2 7 68-15,-2 8-8 16,-2 10-43-16,2 4-27 0,-3 14-27 15,1 9-2-15,2 3 5 16,1 7 5-16,3 2-1 16,0 1-2-16,2-2-3 15,3-1-1-15,3-2-2 16,-2-3 0-16,0-3-1 0,2-5-2 16,-2-6-44-16,0-5-69 15,1-8-89-15</inkml:trace>
  <inkml:trace contextRef="#ctx0" brushRef="#br0" timeOffset="12391.18">22425 3370 435 0,'0'0'3'0,"0"0"23"0,-37-15-19 15,25 15-4-15,-3 4-1 16,1 6 0-16,3 1 3 16,1 3-4-16,2-1-1 15,6 2 0-15,2 1 0 16,0-1 0-16,12 2 1 0,3-1-1 16,5-1 0-16,1 1 0 15,0-3 1-15,-3-1-1 16,-4 1 1-16,-6-2-1 15,-3 0 0-15,-5-2 0 16,0 0 0-16,-8-1 1 0,-4 0 0 16,0-1 1-16,-4-2-1 15,2-1-1-15,-2-1 1 16,2-1 1-16,0-1-2 16,1-1 0-16,3 0-2 15,3 0 0-15,2-2-26 0,5-5-65 16,5-4-76-16</inkml:trace>
  <inkml:trace contextRef="#ctx0" brushRef="#br0" timeOffset="12763.14">22686 3360 411 0,'0'0'3'16,"-39"-16"28"-16,18 13-14 15,3 3-4-15,1 0 3 0,2 5 0 16,5 5-15-16,6 3-1 16,4 0 0-16,0 5 0 15,7 0 1-15,3 0-1 16,5-1 1-16,-4 3 0 16,-1-4-1-16,-4 2 1 0,-2-1-1 15,-4-1 0-15,0-2 1 16,-3-1 0-16,-5-2-1 15,-4-1 1-15,-1-3 0 16,0-1 0-16,0-2 0 16,-1-2 0-16,2-2 0 0,-1 0 0 15,3 0-1-15,2 0 1 16,4-5-2-16,4-2-13 16,0-5-63-16,14-2-110 15</inkml:trace>
  <inkml:trace contextRef="#ctx0" brushRef="#br0" timeOffset="13122.89">22827 3377 399 0,'0'0'37'0,"0"0"-11"16,-35-2-4-16,21 9 0 15,1 6 3-15,2 0-12 16,2 4 2-16,2 0-3 15,2 2-6-15,4 1-1 16,1-1-3-16,0 0 0 0,4-4 2 16,4-1-3-16,2-3-1 15,4-3 3-15,-1-5-1 16,3-3 1-16,1 0 2 16,2-5-1-16,1-8 1 15,-1-3 0-15,-3-6-3 16,-2-1-1-16,-4-3-1 0,-6-1-3 15,-4 2 0-15,-1 2 1 16,-12 6-1-16,-4 1-1 16,-4 6 1-16,-1 7-2 15,0 3-15-15,2 0-30 16,2 10-27-16,7 0-52 0,4 0-28 16</inkml:trace>
  <inkml:trace contextRef="#ctx0" brushRef="#br0" timeOffset="13309.93">22811 3453 324 0,'0'0'109'0,"0"0"-61"0,0 0-45 15,0 0 4-15,0 0 16 16,22 38 12-16,-12-25 0 16,2 2-9-16,1 2-9 15,4 1-8-15,-2-2-6 16,1 1-2-16,-2-1 0 0,-3-3-1 15,-2-5-20-15,-5-6-148 16</inkml:trace>
  <inkml:trace contextRef="#ctx0" brushRef="#br0" timeOffset="14452.98">20727 4140 304 0,'0'0'5'0,"0"0"45"15,0 0 5-15,0 0-24 0,0 0-27 16,0 0-4-16,0 0 3 16,0 0 12-16,-7 48-4 15,10-23-4-15,1 1-4 16,-2 0-2-16,-1-1-1 15,-1-1 0-15,0-3 0 0,0-3-18 16,-7-5-83-16,0-4-59 16</inkml:trace>
  <inkml:trace contextRef="#ctx0" brushRef="#br0" timeOffset="15433.01">20641 4312 256 0,'0'0'11'0,"0"0"41"16,0 0-11-16,0 0-11 0,0 0-11 15,0 0-4-15,0 0-6 16,0 0-7-16,0 0-1 16,0-5-1-16,0 5 0 15,0 0 1-15,0 0-1 16,0 0 1-16,0 0 0 0,0 0 1 16,0 0 2-16,0 0 8 15,0 0 3-15,0 0-3 16,2 0-5-16,-2 0 1 15,0 0 0-15,0 0-5 16,0 0-1-16,0 0-2 0,0 0 1 16,0 0-1-16,0 0 1 15,0 0-2-15,0 0 2 16,0 0-1-16,0 0-1 16,0 0 2-16,0 0-1 15,0 0 0-15,0 0 0 16,-3 2 0-16,-2 1 0 0,-2 1 0 15,-5 3 0-15,-2 0 0 16,-4 3 1-16,-5 0-1 16,-2 3-1-16,-2 0 2 15,-3 0-1-15,5 1-1 16,1-3 1-16,6-1 0 0,5 0 0 16,3-2 0-16,6-2 0 15,1 0 0-15,3-1-1 16,3 0 0-16,7-2 1 15,3 1 1-15,6 0 0 0,5-1-1 16,2 1 1-16,-1 1 0 16,3 2 4-16,-6 1 0 15,-2 0-3-15,-5 0-1 16,-5 2-2-16,-4 0 2 16,-6 0 0-16,0 2-2 15,-12 2 2-15,-7 1 0 0,-2 0 0 16,-9 3-1-16,0-1 0 15,0-1 0-15,-2-1 1 16,3 1-2-16,4-2 1 16,3-1 1-16,6-1-2 15,6-2 1-15,9-3 0 0,1-1-1 16,11-5 1-16,10-1 1 16,8 0 0-16,6-4-1 15,3-3 1-15,1-1 0 16,-3 1 5-16,-5 1 8 15,-6 2-4-15,-7 1-5 0,-7 3 1 16,-3 0 15-16,-3 0-4 16,-3 0-8-16,0 6-3 15,-2 3 1-15,0 2 0 16,0 4 10-16,0 3-5 16,0 0-5-16,1 0-2 0,1 0-3 15,1-1-1-15,0-2 0 16,-1 0-1-16,1-2 0 15,-1-3-1-15,-2-2-25 16,0-2-61-16,0-5-34 16,0-1-119-16</inkml:trace>
  <inkml:trace contextRef="#ctx0" brushRef="#br0" timeOffset="15873.8">20941 4307 161 0,'2'-5'2'0,"-2"2"14"16,1-1 24-16,-1 1-3 0,0 1 16 15,0 0-11-15,0-2 7 16,0 4-17-16,-6-1-6 16,1 1-3-16,-5 0-9 15,0 1-2-15,-7 10-3 16,0 3 3-16,-1 5 1 0,-3 5-2 15,3 4 7-15,2 5-3 16,3 2 1-16,7 0-5 16,3-1-8-16,3 0 0 15,7-4-1-15,7-4-1 0,4-6-1 16,3-2 1-16,-1-5-4 16,2-5-58-16,-3-5-31 15,-1-3-83-15</inkml:trace>
  <inkml:trace contextRef="#ctx0" brushRef="#br0" timeOffset="16124.03">21044 4322 410 0,'0'0'5'16,"0"0"38"-16,0 0-30 16,0 0 12-16,0 0-9 15,24 33-5-15,-10-21-3 16,2-1-7-16,2 2-1 0,-1-3 1 16,1-3-19-16,0-2-108 15,-2-5-58-15</inkml:trace>
  <inkml:trace contextRef="#ctx0" brushRef="#br0" timeOffset="16544">21280 4331 359 0,'0'0'21'0,"0"0"-2"16,0 0-5-16,0 0 35 15,-25 28-12-15,18-17-18 0,0 0-9 16,-1-1-6-16,2 0-2 15,0-1-2-15,-2 0 1 16,1-1-1-16,0-1-1 16,-1-2-4-16,2 0-12 0,2-2-20 15,-2-1-11-15,3 0-22 16,2-1 15-16,1-1 38 16,0 0 18-16,0 0 2 15,0 0 7-15,0 0 29 16,0 0 22-16,0 0-14 0,3 4-16 15,-1 1-1-15,1 1-1 16,0 4-2-16,-1 0 4 16,0 3-9-16,1 0-11 15,0 2-6-15,-2 0-2 16,-1-1-1-16,0 0-2 0,0 1 1 16,0 0-1-16,0-4 0 15,0 1-2-15,0-1-58 16,0-4-45-16,0-3-115 15</inkml:trace>
  <inkml:trace contextRef="#ctx0" brushRef="#br0" timeOffset="16776.5">21330 4639 404 0,'0'0'39'0,"0"0"7"0,0 0-36 0,0 0 31 16,1 28-2-16,-1-15-11 16,0 0-12-16,0 1-8 15,0-1-7-15,0 1 1 16,0-2-2-16,0 0 0 0,0-1-1 16,0-4-40-16,-1-2-40 15,-2-5-74-15,2 0-6 16</inkml:trace>
  <inkml:trace contextRef="#ctx0" brushRef="#br0" timeOffset="16964.86">21336 4555 231 0,'0'0'180'0,"0"0"-150"16,0 0 11-16,0 0-33 15,0 0-7-15,0 0-1 16,0 0-2-16,0 0-12 16,10-14-80-16,-5 14-60 15</inkml:trace>
  <inkml:trace contextRef="#ctx0" brushRef="#br0" timeOffset="17212.73">21503 4455 427 0,'0'0'41'0,"0"0"24"15,0 0-37-15,43-3-4 0,-21 0-3 16,3 3-11-16,1-3-6 15,2 0-3-15,-2 0 0 16,-3 0-1-16,-2 0-39 16,-7-5-82-16,-4-2-146 0</inkml:trace>
  <inkml:trace contextRef="#ctx0" brushRef="#br0" timeOffset="17846.84">21792 4253 311 0,'0'0'8'0,"0"0"89"0,0 0-38 16,0 0-39-16,27-2-11 15,-13 13 7-15,3 3 0 16,-1 0-6-16,2 1-8 16,0 0-2-16,-3 0 1 15,1-2-2-15,0-3-38 16,-1-3-68-16,-1-6-68 0</inkml:trace>
  <inkml:trace contextRef="#ctx0" brushRef="#br0" timeOffset="18267.11">22061 4295 298 0,'0'0'8'16,"-30"10"49"-16,13-3-11 15,-1 3-14-15,0-2-10 0,1 1-14 16,2 0-3-16,1-2-3 15,2-1-2-15,4-1 2 16,1 0-2-16,4-3 0 16,0 0-2-16,3-2 2 15,0 0 3-15,0 0-2 0,4 0 0 16,-1 0 11-16,1 0 18 16,2 0-1-16,-3 0-8 15,1 3-7-15,1 4 3 16,0 1-4-16,-1 3-4 15,-1 2 0-15,1 1-5 0,-1 2-2 16,-3 2 1-16,0-1-3 16,0 1 1-16,0-1-1 15,0 1 0-15,-3-2-1 16,-1-1-2-16,2-2-39 16,0-1-34-16,0-3-62 0,2-2-126 15</inkml:trace>
  <inkml:trace contextRef="#ctx0" brushRef="#br0" timeOffset="18481.18">22133 4570 132 0,'0'0'369'15,"0"0"-333"-15,0 0-27 16,0 0 27-16,1 29 2 0,-1-17-15 15,-1 1-13-15,1 0-5 16,0 2-2-16,0 0-3 16,0 0 1-16,0-2-1 15,0 0 1-15,0-3-10 16,0-1-77-16,0-5-4 0,-1-4-120 16</inkml:trace>
  <inkml:trace contextRef="#ctx0" brushRef="#br0" timeOffset="18655.97">22111 4466 325 0,'0'0'129'0,"0"0"-114"15,0 0 5-15,0 0-19 0,0 0-1 16,0 0-5-16,0 0-53 15,0 0-90-15</inkml:trace>
  <inkml:trace contextRef="#ctx0" brushRef="#br0" timeOffset="19185.7">21868 4039 396 0,'0'0'2'16,"0"0"11"-16,0 0-4 15,-33 10 0-15,24-3-1 0,2 3 1 16,0 0-5-16,0-2-2 16,1 2-1-16,1-4 0 15,1 0 0-15,2-2-2 16,2-3 2-16,-2-1-1 15,2 0 1-15,0-4 3 0,3-4-4 16,3-4 2-16,1 1-4 16,1-2 2-16,0 2 2 15,-1 0-2-15,-1 4 19 16,0 4 19-16,1 3-19 16,0 0-11-16,2 2-3 15,3 7-1-15,1 1-1 0,5 1-2 16,2-1-1-16,1 0 0 15,1-3-35-15,0-5-170 16</inkml:trace>
  <inkml:trace contextRef="#ctx0" brushRef="#br0" timeOffset="19481.88">22264 4080 477 0,'0'0'20'0,"31"31"17"0,-18-4 9 16,2 10-13-16,-4 4-16 15,-4 5-7-15,-4 4 3 16,-3 4-4-16,-4-1-6 16,-8-2-2-16,-2-4 0 0,-5-6-2 15,0-8 0-15,-2-8-13 16,0-8-47-16,0-8-22 16,2-5-104-16</inkml:trace>
  <inkml:trace contextRef="#ctx0" brushRef="#br0" timeOffset="19888.54">22416 4049 454 0,'0'0'1'16,"0"0"55"-16,24-33-17 0,-14 29-16 15,-2 4-13-15,2 0-5 16,-1 7-4-16,-1 5-2 16,-2 3 2-16,-4 5-1 15,-2-1 0-15,0 2 0 0,-3 0 0 16,-7-3-1-16,0 0-1 15,-3-3 0-15,3-3-2 16,3-6-7-16,0 1 0 16,5-5-2-16,2-1 8 15,3-1 4-15,10 0-1 16,4 0 0-16,6 0-4 0,6-3-40 16,1-2-44-16,2-2-84 15</inkml:trace>
  <inkml:trace contextRef="#ctx0" brushRef="#br0" timeOffset="20479.91">23085 3526 356 0,'0'0'54'0,"0"0"26"0,0 0-28 16,0 0-8-16,0 0-7 15,0 0-20-15,31-9-11 16,-12 9-4-16,4-1 1 0,4 0-2 15,3 1 0-15,-1-1-1 16,-3 1 1-16,-1 0-1 16,-4 0-5-16,-4 0-60 15,-3-3-39-15,-7-1-102 16</inkml:trace>
  <inkml:trace contextRef="#ctx0" brushRef="#br0" timeOffset="20730.05">23216 3420 377 0,'0'0'67'0,"0"0"18"15,0 0-39-15,0 0-24 0,0 0-16 16,0 0 0-16,0 0 6 15,2 43-1-15,4-19-7 16,0 3-3-16,2 1 0 16,0 0-2-16,-1-3-1 15,0-5-124-15,-1-7-221 16</inkml:trace>
  <inkml:trace contextRef="#ctx0" brushRef="#br0" timeOffset="21727.8">23661 3123 256 0,'0'0'0'0,"0"0"59"0,0 0 19 15,0 0-28-15,0 0-27 16,0 0-21-16,0 0-4 16,0 0 5-16,6 47 10 15,-6-15 0-15,2 5 3 0,0 5-5 16,-2-1-9-16,0 1 0 15,0-1 0-15,-6-4-2 16,-1-3 1-16,-2-6-1 16,0-5 1-16,-1-3-5 15,1-9-53-15,0-7-106 0</inkml:trace>
  <inkml:trace contextRef="#ctx0" brushRef="#br0" timeOffset="22374.26">23620 3187 351 0,'0'0'4'0,"0"-38"48"0,5 23 1 15,1 4-24-15,3 2-17 16,3 3-5-16,3 4-5 15,-1 2-2-15,0 0 0 16,2 9-1-16,-2 2 0 16,-3 1 1-16,-1 2 0 0,-3 0 0 15,-3-1-1-15,-4 0 1 16,0 1-1-16,-2-2-1 16,-7 2 1-16,-4-1-1 15,-1 2 2-15,-3-2-1 16,3 0 1-16,3 0 1 0,1 1-2 15,4-1 1-15,4 0-1 16,2 0-1-16,0 2 2 16,8-2-1-16,3 2 1 15,2 0 1-15,1-2 0 16,4 0 0-16,-2-1-1 0,0-2 1 16,0-2-1-16,0-1 0 15,-1-5 1-15,1-1 2 16,1-1 0-16,2 0 1 15,0-7 1-15,-1-1-2 16,0-2-1-16,-1-2-1 16,-2 1 1-16,-1-2 0 0,-6 0 0 15,-2 0 0-15,-3 1 3 16,-2 0 15-16,-1 4-8 16,-2-1-3-16,-5 3-2 15,-2 4-3-15,-4 2-3 16,-1 0-1-16,1 4-1 0,-2 6 0 15,3 3-1-15,4 0-1 16,4 0 2-16,4 1 0 16,1-1 1-16,12-1 0 15,5-1 0-15,6-4 0 16,5-1 2-16,7-3-3 0,1-3-33 16,3 0-38-16,-2-3-96 15,-3-5-114-15</inkml:trace>
  <inkml:trace contextRef="#ctx0" brushRef="#br0" timeOffset="22833.01">24194 3357 392 0,'0'0'54'0,"-31"-5"-14"16,16 5-8-16,3 2-7 15,2 4-4-15,3 1-16 0,3 3-4 16,4 0-1-16,0-2 1 15,1 2-1-15,7-3 1 16,3-1-2-16,2-1-1 16,1-3-11-16,0-2 6 15,3 0 4-15,-4 0 4 0,-2-4-2 16,0 1 2-16,-3 2 2 16,-2 1 11-16,-1 0-3 15,-2 2-8-15,1 7-2 16,-2 8 0-16,-1 1 0 15,-1 8 3-15,0 2 0 0,0 3 1 16,-5 3 0-16,-2-3-2 16,-2 1-1-16,0-6 0 15,1-6 0-15,-1-4-1 16,0-7 3-16,1-5 2 16,-1-3 5-16,-1-1 6 0,0-5-8 15,1-4-5-15,1-7-1 16,3-4-1-16,4-4-1 15,1-3-1-15,4-3-1 16,6 2-35-16,5-2-47 16,2 5-63-16,1 1-142 15</inkml:trace>
  <inkml:trace contextRef="#ctx0" brushRef="#br0" timeOffset="23145.07">24328 3380 393 0,'0'0'33'0,"0"0"8"0,0 0-13 15,0 0-4-15,37 2-8 16,-26 5-2-16,0 2-4 0,1 1-6 16,-3 1-3-16,-1-2 0 15,-4-1-1-15,0-1 1 16,-2 1-1-16,-2-3 1 15,0-3-2-15,0 0 1 16,-1-2 0-16,-2 0 1 0,-1-2 2 16,1-5-2-16,1-4 0 15,2-1 0-15,0-4 0 16,7 1-1-16,5-1 0 16,3 2-1-16,0 4-8 15,2 4-41-15,-2 2-88 16,-3 1-73-16</inkml:trace>
  <inkml:trace contextRef="#ctx0" brushRef="#br0" timeOffset="23839.58">24554 3438 414 0,'0'0'28'0,"0"0"12"15,32-15-8-15,-20 7-9 0,-4 0 3 16,-1-1-9-16,1-1-3 16,-6 2-3-16,0-1-2 15,-2 2-4-15,0 0-1 16,-4 4-3-16,-6 1-1 16,1 1-2-16,-3 1 1 15,2 0 0-15,0 6-1 0,2 4-1 16,3 0 2-16,2 2 0 15,3-1 0-15,0 1 1 16,4-2 0-16,5 0 0 16,3-2 0-16,0-2 1 15,2-2-1-15,1-3 0 0,-2-1 1 16,1 0 0-16,-3-3 1 16,-1-5 0-16,-2-1 2 15,-2-2-3-15,0-1 2 16,-3 1-3-16,1 1 1 15,-1 2 2-15,-1 3 5 0,1 4 0 16,0 1-6-16,0 4-3 16,0 5-1-16,0 3 0 15,1 0 2-15,-1 1 0 16,-2-3 0-16,2 2-1 16,0-4 1-16,-1 0-2 15,1-1-15-15,0-2-19 0,3-3 12 16,0-1 3-16,1-1 16 15,2 0 5-15,0-3 0 16,2-5 0-16,1-1 1 16,1-2 0-16,2-2-1 0,-3 1 4 15,1 2 14-15,-1 2 3 16,-2 4 3-16,-2 3-15 16,-1 1-8-16,-2 5-2 15,-2 5 0-15,-2 1 0 16,-1 1 1-16,0 1-1 0,-5-2 1 15,-1-1 0-15,-1-1-2 16,0-1-5-16,1-3-27 16,1 1-6-16,1-5-34 15,0 1-46-15,2-2 18 16,2 0-75-16</inkml:trace>
  <inkml:trace contextRef="#ctx0" brushRef="#br0" timeOffset="24064.84">24981 3433 454 0,'0'0'9'0,"0"0"-9"16,0 0 5-16,0 0 22 16,0 0 2-16,0 0-15 15,4 30-10-15,-3-22-2 16,1-1-1-16,-2 1-1 0,0-1-6 15,0-1-91-15,-7-1-101 16</inkml:trace>
  <inkml:trace contextRef="#ctx0" brushRef="#br0" timeOffset="24160.14">24975 3296 265 0,'0'0'0'15,"10"-29"-12"-15,-3 20-185 0</inkml:trace>
  <inkml:trace contextRef="#ctx0" brushRef="#br0" timeOffset="24514.9">25082 3425 271 0,'0'0'-1'16,"0"0"1"-16,0 0 2 15,0 0 8-15,0 0 25 16,0 0-12-16,-2 31-3 16,5-28-13-16,2-1-5 15,1-2 0-15,-2 0 3 0,3 0 2 16,0-5 2-16,3-5 16 16,-3-3 7-16,1 0-10 15,-1-1 0-15,-1 2 1 16,-2 2 9-16,-1 3 1 15,0 4-10-15,0 3-13 0,-1 0-12 16,2 8-1-16,1 4 3 16,-1-1 0-16,3 2 0 15,3 0 1-15,-1-4-1 16,3-1 0-16,0-1 0 16,1-2 0-16,-1-1 0 15,-4-1-3-15,-2 0-42 0,-6-1-40 16,-1-1-114-16</inkml:trace>
  <inkml:trace contextRef="#ctx0" brushRef="#br0" timeOffset="24966.51">24347 3643 546 0,'0'0'-1'0,"0"0"17"0,3-36-5 16,-3 34-8-16,0 2-2 0,0 0-1 15,-2 2-3-15,2 7 1 16,0 3 0-16,1 3 0 15,7 3 2-15,4 0-1 16,-1 2 1-16,0-2 0 16,-2 1-1-16,-3-1 0 0,-3-2 1 15,-3 1-1-15,-3-1 0 16,-7-3-2-16,-5 1-2 16,-2-3 1-16,-4-1 1 15,1-2 2-15,-2-2 0 16,2-2-1-16,1-2-1 0,4-1-4 15,4-1-15-15,2 0-12 16,8-1-6-16,1-6-20 16,7-1-33-16,11-5-75 15</inkml:trace>
  <inkml:trace contextRef="#ctx0" brushRef="#br0" timeOffset="25262.32">24586 3667 438 0,'0'0'6'0,"-29"-8"10"16,18 7 16-16,-2 1 1 15,3 0-3-15,3 3-19 16,2 5-10-16,5 2 1 16,0 3-1-16,5 1-1 15,5-1 1-15,0 3 0 0,1-2-1 16,-4 2 0-16,-2-2 2 15,-3 0-2-15,-3 0 0 16,-1-1 0-16,-9-2 1 16,0 1 0-16,-3-2-2 15,-2-2 2-15,2-3-2 0,-1 0 1 16,4-3-1-16,1-2-6 16,5 0-6-16,5 0-8 15,0-7-20-15,11-5-125 16,7-4-160-16</inkml:trace>
  <inkml:trace contextRef="#ctx0" brushRef="#br0" timeOffset="25589.35">24719 3721 457 0,'0'0'5'0,"0"0"-1"15,0 0 6-15,-28 27 30 0,24-15-3 16,0 3-15-16,4 1-7 15,0 1-4-15,0 1-7 16,7-1 0-16,3-1-2 16,6-3-1-16,3-4 1 0,5-4 0 15,4-5 1-15,2 0 0 16,0-7 0-16,1-6-1 16,-7-5-1-16,-4-4 1 15,-6-4 1-15,-9 0 0 16,-5 1-1-16,-5 2-1 0,-15 4 0 15,-5 3-3-15,-4 6 1 16,-2 5-2-16,-2 5-2 16,7 0-19-16,2 2-35 15,5 7-27-15,6 1-80 16,6 0-44-16</inkml:trace>
  <inkml:trace contextRef="#ctx0" brushRef="#br0" timeOffset="25774.12">24819 3780 508 0,'0'0'24'0,"0"0"5"0,40 11 6 15,-22-1 7-15,1 2-12 16,1 3-13-16,0 1-11 16,-2 4-3-16,-2-2-3 15,-8-4-10-15,-4-6-208 16</inkml:trace>
  <inkml:trace contextRef="#ctx0" brushRef="#br0" timeOffset="26537.3">23622 4180 327 0,'0'0'4'0,"0"0"7"0,0 0-13 16,7 36 12-16,-5-13 29 15,0 2 6-15,1 3-8 16,-1 0-16-16,0 2-7 16,-1-1-9-16,0 0-3 15,-1-1-1-15,0-5 0 0,0-2-23 16,-1-7-69-16,-3-8-70 15</inkml:trace>
  <inkml:trace contextRef="#ctx0" brushRef="#br0" timeOffset="27106.79">23583 4426 347 0,'0'0'9'0,"0"0"4"16,0 0-10-16,0 0 9 15,-28 13 34-15,18-4-19 0,-4 2-3 16,-1 0-1-16,-2 1-7 16,-3 1-5-16,-2-1-4 15,0-2-4-15,2 1-2 16,4-5 1-16,1 0-1 16,5-3-2-16,7 2 2 0,3-2-2 15,7 1 1-15,7-1 0 16,6 3 1-16,3 1-1 15,3 3 2-15,-2 0-3 16,-4 1 3-16,-6 2-1 16,-5 1-1-16,-8 2 1 0,-3 1-1 15,-12-1 1-15,-8 2-1 16,-8 0 1-16,-2-1 0 16,-6-2 0-16,-1 0 0 15,3-2 0-15,5-2 2 16,7-3 0-16,8-2 0 15,8-2 12-15,8-1-11 0,11-2-4 16,13 1 2-16,10 0 0 16,7-1 0-16,4 1-2 15,-1 1 0-15,-2 2 1 16,-8 0 0-16,-9 2 1 0,-8-1-1 16,-7 4 0-16,-6 0-2 15,-4 3 3-15,0 1-1 16,-7 2 11-16,0 3 12 15,-4 1-11-15,3 2-5 16,0 0-3-16,2-1-2 0,1 2-3 16,2-3 1-16,-1-2-1 15,3-2-1-15,0-4-33 16,0-5-50-16,1-6-53 16,0-1-158-16</inkml:trace>
  <inkml:trace contextRef="#ctx0" brushRef="#br0" timeOffset="27411">24056 4337 473 0,'0'0'3'0,"-29"-2"29"15,7 8-9-15,-3 11 11 16,-1 6-5-16,0 4-5 0,3 6-1 16,4 2-2-16,6 2-14 15,4 0-1-15,6 1-1 16,2-2-2-16,1-1-1 16,3-1-2-16,4-4 1 15,1-5-1-15,2-3-22 0,2-9-50 16,1-7-66-16,0-6-117 15</inkml:trace>
  <inkml:trace contextRef="#ctx0" brushRef="#br0" timeOffset="27626.92">24092 4488 487 0,'0'0'5'0,"0"0"37"0,0 0-33 16,0 0-2-16,0 0-2 16,0 0 5-16,26 39-3 15,-11-26-2-15,3 0-4 16,1-2 0-16,-1-2-3 16,2-4-89-16,-2-5-98 15</inkml:trace>
  <inkml:trace contextRef="#ctx0" brushRef="#br0" timeOffset="27969.8">24353 4533 463 0,'0'0'2'15,"0"0"0"-15,-36 16 9 16,18-9 37-16,0 3-18 16,-1-2-11-16,4-1-12 15,0 3-5-15,3-4-2 16,2 1 1-16,3 0-1 0,1-2-2 15,3-2-34-15,3 2-31 16,-1-5 14-16,1 2 8 16,0-2 29-16,0 0 16 15,0 0 3-15,2 0 39 16,1 0 22-16,2 6-9 0,-2 1-13 16,1 3-4-16,1 2-9 15,-1 2-8-15,0 1-13 16,0 1-4-16,-1 1-3 15,-1-2 0-15,-2 1-1 16,0-2 1-16,0 0-6 16,0-3-54-16,-4-2-83 0,0-4-169 15</inkml:trace>
  <inkml:trace contextRef="#ctx0" brushRef="#br0" timeOffset="28174.11">24358 4845 462 0,'0'0'74'0,"0"0"-54"15,0 0 24-15,1 34-4 16,-1-21-20-16,0 1-2 0,0 1-15 16,-1 0-2-16,-2-1 0 15,-2 2-1-15,-1-3 0 16,0-1-33-16,-1-2-56 15,0-4-53-15,1-3-99 16</inkml:trace>
  <inkml:trace contextRef="#ctx0" brushRef="#br0" timeOffset="28309.86">24384 4775 345 0,'0'0'31'15,"0"0"-29"-15,0 0 1 16,0 0-3-16,0 0-7 16,0 0-164-16</inkml:trace>
  <inkml:trace contextRef="#ctx0" brushRef="#br0" timeOffset="28768.66">24250 4238 495 0,'0'0'1'0,"0"0"-1"15,0 0 1-15,-30 34 2 16,22-22-2-16,1 1 2 16,1-1-3-16,1-3 2 0,0-2-2 15,2-2 0-15,1-2 1 16,1-3-1-16,1 0 1 16,0-5 4-16,4-5-4 15,3-6-2-15,4-1 2 16,1-1-2-16,-2 2 0 0,0 1 2 15,-2 5-1-15,-2 3 1 16,0 7 6-16,-1 0 6 16,1 5-9-16,2 5 0 15,3 3-1-15,1 2 1 16,3 0-3-16,1 2-1 16,0-4 0-16,-2-5-87 0,-2-3-240 15</inkml:trace>
  <inkml:trace contextRef="#ctx0" brushRef="#br0" timeOffset="28985.67">24611 4607 495 0,'0'0'129'0,"0"0"-122"16,0 0 3-16,41 1-7 16,-25-1-1-16,2 1-1 15,1-1 0-15,0 0-2 16,0 0 1-16,-1 0-56 0,-1-5-88 16,-1-8-254-16</inkml:trace>
  <inkml:trace contextRef="#ctx0" brushRef="#br0" timeOffset="29175.83">24864 4437 562 0,'0'0'3'16,"0"0"-5"-16,0 0 8 16,21 43 9-16,-9-24-7 15,2-1 7-15,-1 1-9 0,2-2-4 16,-2-4-2-16,-1-2-11 15,2-5-109-15,-4-5-194 16</inkml:trace>
  <inkml:trace contextRef="#ctx0" brushRef="#br0" timeOffset="29482.8">25106 4502 517 0,'0'0'1'0,"0"0"-1"15,0 0 33-15,-29 31 6 16,16-18-18-16,-1-2-13 0,0-1-4 16,2-1-4-16,1-1 1 15,1-3 0-15,2 0-1 16,1-1-2-16,2-1-13 16,3-1-4-16,-1-1 13 0,3 0 6 15,0 1 1-15,0-1-1 16,0 3 0-16,2 5 2 15,1 1 11-15,-1 3 5 16,1 5-8-16,-3 0-9 16,0 4 1-16,0-1-1 15,0 0-1-15,0-2 1 0,0-3-1 16,0-3-9-16,-3-6-79 16,0-7-112-16</inkml:trace>
  <inkml:trace contextRef="#ctx0" brushRef="#br0" timeOffset="29785.76">24840 4328 530 0,'0'0'4'0,"0"0"33"0,0 0-16 15,0 0-10-15,0 0 10 16,46-3-4-16,-21 6-7 16,0 1-8-16,3-1-1 15,-4 1 0-15,0-1-2 16,-5-2-43-16,-3-1-88 0,-3-5-171 15</inkml:trace>
  <inkml:trace contextRef="#ctx0" brushRef="#br0" timeOffset="29995.7">25154 4271 535 0,'0'0'1'15,"30"51"32"-15,-16-13 25 16,0 10-33-16,-5 3 0 0,-4 5-3 16,-5-3-9-16,-4 0-6 15,-9-5-6-15,-5-6 1 16,-5-2-3-16,-5-8-15 16,0-4-55-16,2-10-52 15,1-10-75-15</inkml:trace>
  <inkml:trace contextRef="#ctx0" brushRef="#br0" timeOffset="30424.69">25261 4219 448 0,'0'0'14'16,"0"0"4"-16,0 0 16 15,0 0-25-15,32-18-8 16,-27 26-1-16,-1 2 0 16,-3 3 0-16,-1-1 0 0,0 1-1 15,0-1-1-15,-5-1-6 16,0-1-10-16,0-2-2 15,0-1 7-15,1-2 11 16,0-2 2-16,1-1 0 16,2 1 2-16,1-1-2 15,0 0 0-15,0 1 0 0,10-1 2 16,7 0 2-16,3 0-2 16,3 0-1-16,1-1 0 15,-4-1 0-15,-5 0-26 16,-15-6-293-16,0-5 318 15,-2-1 0-15,-16-5 0 0</inkml:trace>
  <inkml:trace contextRef="#ctx0" brushRef="#br0" timeOffset="33260.4">17773 5765 91 0,'0'0'232'0,"0"0"-151"0,0 0-15 16,0 0-18-16,0 0-25 16,0 0-15-16,0 0-1 15,0 0 6-15,-22 52 10 16,22-21 0-16,0 4-10 15,0 4 3-15,2 1-3 16,2 1-9-16,-2-3-1 0,0-5-2 16,0-3 0-16,-2-4 0 15,0-6 0-15,0-6-1 16,0-5 0-16,0-4-8 16,0-3-51-16,0-2-55 15,0-7-95-15</inkml:trace>
  <inkml:trace contextRef="#ctx0" brushRef="#br0" timeOffset="33700.78">17975 5897 257 0,'0'0'106'0,"0"0"-54"0,-28-1 2 16,15 4-22-16,0 7 14 15,1 2-14-15,2 4-8 16,0-1-10-16,2 4-4 16,4 0-2-16,4-1 0 15,0 1-3-15,2 0-1 0,8-2-4 16,4-2 2-16,3-3-1 15,5-4-1-15,2-5 1 16,3-3 1-16,1 0-2 16,-3-7 2-16,-3-4-2 0,-2-1 0 15,-5 0 0-15,-8-1 0 16,-4-2 1-16,-3-1-1 16,-3-3 0-16,-10 0 1 15,-4 0-1-15,-5 0 0 16,-2 2 1-16,0 5-2 0,-1 4 0 15,3 2 0-15,3 4-1 16,5 2-6-16,4 2-29 16,5 4-40-16,5-1-34 15,0-3-92-15</inkml:trace>
  <inkml:trace contextRef="#ctx0" brushRef="#br0" timeOffset="34104.94">18396 5871 349 0,'0'0'6'0,"0"0"58"0,-41 3-10 16,25 1-14-16,0 4 8 15,0 0-7-15,1 4-18 16,2 2-2-16,3 2-11 16,2 2-1-16,2 2-4 15,4 1-2-15,2-1-1 16,0-2-2-16,8 1 1 0,4-4 0 16,6-5-1-16,1-3 0 15,1-3 1-15,1-4-1 16,-2 1 2-16,-2-7-2 15,-3-3-1-15,-4-4 2 16,-5 1-1-16,-4-2 1 0,-1-3-1 16,-8 0 0-16,-5-2 0 15,-1 1-4-15,-3 4-16 16,0 0-24-16,2 2-65 16,2 1-107-16</inkml:trace>
  <inkml:trace contextRef="#ctx0" brushRef="#br0" timeOffset="44739.49">9710 5865 222 0</inkml:trace>
  <inkml:trace contextRef="#ctx0" brushRef="#br0" timeOffset="46916.77">9905 5793 191 0,'-2'-6'98'16,"0"2"-62"-16,-2-2 16 15,1 2-15-15,2 1-13 16,-1 0 0-16,1 3-3 0,1-2-6 15,0 1-4-15,0 1-3 16,0-1-2-16,1 1 0 16,9-1-4-16,3 1 1 15,8 0 0-15,3-1 1 16,2 0-1-16,3 1-1 0,-1-3-2 16,-1 3 1-16,-6 0 0 15,0 0-1-15,-6 0 0 16,-5 0 0-16,-4 2-35 15,-5 2-52-15,-1 0-65 16,-5 1-100-16</inkml:trace>
  <inkml:trace contextRef="#ctx0" brushRef="#br0" timeOffset="47325.79">9893 5906 258 0,'0'0'59'0,"0"0"-22"16,0 0-12-16,0 0 8 15,0 0-15-15,0 0 0 16,0 0-3-16,0 0 4 15,0 0 3-15,28 3 2 16,-6-3-4-16,4-1-4 0,2-3-5 16,2-1-3-16,-3 0-3 15,-2 2 3-15,-5 1-5 16,-6 0 0-16,-3 1-2 16,-4 1 0-16,-4 0-1 0,-1 0 0 15,-2 0 0-15,0 3-3 16,-3 2-2-16,-2 0-18 15,-2 0-21-15,-1 0-22 16,1-3-79-16,0 1-113 16</inkml:trace>
  <inkml:trace contextRef="#ctx0" brushRef="#br0" timeOffset="48493.08">5124 5466 252 0,'0'0'9'16,"0"0"45"-16,0 0-33 16,0 0-17-16,0 0 10 0,-20 51 31 15,12-16-1-15,3 7-3 16,-2 10-10-16,0 8-8 16,2 7-13-16,-4 4-4 15,2-3-2-15,0 1-1 16,-2-6-3-16,1-5 1 0,-2-10-1 15,2-5 1-15,1-8 0 16,0-6-1-16,0-7 1 16,2-6-1-16,1-4 0 15,0-4-9-15,1-6-57 16,-3-2-48-16,2-7-76 16</inkml:trace>
  <inkml:trace contextRef="#ctx0" brushRef="#br0" timeOffset="48734.91">4819 5811 407 0,'0'0'26'0,"0"0"32"16,0 0-17-16,0 0-14 16,0 0-12-16,0 0-9 15,0 0-7-15,0 0-1 16,0 0 1-16,-2 10-12 0,4 2-86 16,1-1-122-16</inkml:trace>
  <inkml:trace contextRef="#ctx0" brushRef="#br0" timeOffset="48948.1">5141 5969 548 0,'0'0'7'16,"0"0"18"-16,0 0-4 15,0 0-16-15,0 0-5 16,0 0 0-16,0 0-6 16,0 0-58-16,1-11-59 15,-1 11-162-15</inkml:trace>
  <inkml:trace contextRef="#ctx0" brushRef="#br0" timeOffset="49426.72">5437 5681 470 0,'0'0'39'15,"0"0"-24"-15,-35 23 1 16,24-6 9-16,0 2-2 16,3 2 1-16,3 3-13 0,4 1-3 15,1 1-3-15,3 0-2 16,7 0-1-16,2-3-1 16,1-4 0-16,2-4-1 15,1-5 0-15,3-7 1 16,-2-3-1-16,-2-6 2 0,0-6-1 15,-3-4 0-15,-2-6 1 16,-7-2-1-16,-3-3 1 16,0 1-2-16,-7-2 0 15,-6 1-2-15,-5 4 1 16,-1 3-3-16,-1 5 1 0,0 2-2 16,2 7-5-16,1 5-11 15,2 1-9-15,5 0-14 16,4 1-24-16,5 3-50 15,1 0 0-15,2-4-84 16</inkml:trace>
  <inkml:trace contextRef="#ctx0" brushRef="#br0" timeOffset="49723.75">5705 5491 318 0,'0'0'18'0,"0"0"91"15,0 0-47-15,0 0-31 16,-32-28-7-16,18 32-3 16,-2 10-4-16,3 6 4 15,1 8-3-15,5 5-3 16,4 7-5-16,3 4 0 0,3 3-1 16,8 6-1-16,2 2-3 15,2 0-2-15,2 0-2 16,1 1 0-16,-1-3-1 15,-1 1 0-15,-3-4 1 16,-3-4-1-16,-5 0-1 0,-5-4-5 16,0-8-26-16,-5-6-29 15,-5-6-31-15,-5-10-91 16</inkml:trace>
  <inkml:trace contextRef="#ctx0" brushRef="#br0" timeOffset="49937.91">5573 6057 486 0,'0'0'6'16,"0"0"34"-16,0 0-7 15,0 0-22-15,0 0-7 16,29-37 5-16,-6 22 0 15,4-4-4-15,3 0-3 0,-1-3-1 16,-5-1-3-16,-3 0-91 16,-9 0-195-16</inkml:trace>
  <inkml:trace contextRef="#ctx0" brushRef="#br0" timeOffset="50484.99">5907 5623 338 0,'0'0'144'0,"0"0"-109"16,0 0-31-16,0 0-3 16,43 42 3-16,-23-15 6 0,4 3 15 15,1 1-1-15,2 1-13 16,0 1-3-16,-2-3-2 16,0-2-2-16,-3-6-1 15,-5-6-1-15,-4-6-1 16,-4-10 0-16,-3-2 15 0,-5-18 43 15,2-6-48-15,-3-9-8 16,-2-6-2-16,1-5 0 16,-5-4-1-16,1 2 0 15,-2 4-10-15,5 6-40 16,2 8-30-16,0 10-18 0,2 9-82 16,3 8-111-16</inkml:trace>
  <inkml:trace contextRef="#ctx0" brushRef="#br0" timeOffset="51029.82">6455 5615 252 0,'0'0'12'0,"0"0"49"15,0 0 4-15,0 0-19 16,-35-25-4-16,22 25-3 16,0 0-4-16,-1 0 0 15,-1 5-8-15,3 6-8 0,-2 1-2 16,4 5-7-16,2 1-7 16,2 2 1-16,3 0-4 15,2 1 0-15,1-1 2 16,0-2-2-16,3 0 0 15,5-3 0-15,-1-2 0 0,3-3-1 16,-1-5 1-16,1-3 0 16,-2-2-3-16,0-5-4 15,-1-10-1-15,-1-3-3 16,-2-4 1-16,-1-4 5 16,0 0 3-16,-3 2 2 0,0 4 1 15,0 4-1-15,0 4 1 16,0 6 3-16,0 4 9 15,-1 2-3-15,1 3-5 16,0 6-5-16,0 7 4 16,4 1 1-16,3 1-1 0,4 0-3 15,3-3 1-15,0 1-3 16,2-2 2-16,-1-3-1 16,0-2 0-16,1-3-1 15,-2-4-34-15,1-2-53 16,-3 0-58-16,-4-10-82 0</inkml:trace>
  <inkml:trace contextRef="#ctx0" brushRef="#br0" timeOffset="51526.87">6579 5598 413 0,'0'0'38'0,"0"0"12"0,0 0-25 15,0 0-15-15,0 0 0 16,0 0 11-16,0 0-1 16,33 26-5-16,-17-12-2 0,-2 1-7 15,2 1-3-15,-1-1-2 16,-4 0-2-16,-1-2 2 16,-3-3 1-16,-2-3-2 15,-1 0 0-15,-3-3 0 16,-1-2 0-16,0-2 1 0,0 0 3 15,-1 0-1-15,-3 0-1 16,-2-5-2-16,0-3 1 16,2 0-1-16,-2-2 1 15,3-2-1-15,2 1 0 0,1 0 1 16,0-2 0-16,1 0 0 16,6 2 1-16,0-1 3 15,4 2-3-15,0 2 1 16,4 1 1-16,-1 1 0 15,0 3 1-15,1 2-1 16,2 1-1-16,-4 0-1 0,0 1 0 16,0 7 1-16,0 0-2 15,-3 2 0-15,0 3-1 16,-2 0-1-16,-1-1 1 16,-4 3-2-16,-1-2-39 15,-2 0-54-15,-1-2-60 0,-6-2-127 16</inkml:trace>
  <inkml:trace contextRef="#ctx0" brushRef="#br0" timeOffset="51717.12">6740 5412 539 0,'0'0'1'0,"0"0"26"0,-27-32-5 16,24 28-16-16,0 3-5 0,2 1 0 16,1 0-3-16,0 9-2 15,1 0-2-15,3 2-64 16,1-3-111-16</inkml:trace>
  <inkml:trace contextRef="#ctx0" brushRef="#br0" timeOffset="52214.01">7108 5488 537 0,'0'0'-1'16,"0"0"2"-16,0 0-2 0,0 0 2 15,-31 21 0-15,14-9 7 16,0 1 20-16,0-1-6 16,2 1-10-16,2 0-7 15,3 0-3-15,3-1-1 16,1-1-1-16,5-1 0 16,1-2-1-16,0 0 1 0,0-1 0 15,6-2 0-15,2-3 0 16,4 0 0-16,-1-2 0 15,3 0 0-15,-3-9-1 16,0-5-3-16,1-1-5 0,-4-2 2 16,0 1 4-16,-3 1 3 15,-1 1-1-15,-1 5 3 16,-3 2-2-16,0 4 7 16,0 3 12-16,0 0-10 15,3 3-8-15,2 6 1 16,4 3 5-16,-1 3 3 0,5 0-7 15,1 0-1-15,1 0-2 16,0-4 0-16,-1-3 1 16,0-4-2-16,-2-1-8 15,-2-3-63-15,-1 0-37 16,-5-11-91-16</inkml:trace>
  <inkml:trace contextRef="#ctx0" brushRef="#br0" timeOffset="52641.3">7194 5262 530 0,'0'0'3'0,"0"0"9"0,-5 28-9 0,6-5 15 16,8 5 14-16,3 2-1 15,-1 1-10-15,5 0-10 16,-3-1-4-16,2 0-5 0,-3-1-1 15,0-2 0-15,-6-1-1 16,-1-6 1-16,-3-5-1 16,-2-3 0-16,0-7 0 15,0-5 1-15,0 0 2 16,-2-4-2-16,-1-6-1 0,1-3 1 16,2-3-1-16,0-2 1 15,2 1-1-15,5 0 1 16,3 1 0-16,3 1-1 15,1 5 0-15,-1 2 1 16,0 4-1-16,2 3 2 0,-3 1-3 16,1 3 1-16,-2 7 0 15,-1 1 1-15,0 3-1 16,0 1 0-16,-3 1 0 16,1-1-1-16,-2 0 1 15,-2 0-1-15,-1-4-53 0,-3-4-84 16,0-3-153-16</inkml:trace>
  <inkml:trace contextRef="#ctx0" brushRef="#br0" timeOffset="52851.47">7353 5285 618 0,'0'0'0'0,"0"0"11"15,0 0 0-15,0 0-11 0,0 0-4 16,0 0-1-16,0 0-18 16,0 0-24-16,0 0-21 15,0 0-81-15,24 31-49 16</inkml:trace>
  <inkml:trace contextRef="#ctx0" brushRef="#br0" timeOffset="53202.9">7533 5433 541 0,'0'0'12'0,"0"0"-10"15,-4 40 12-15,4-22 15 16,0 2-4-16,4-2-8 16,4 0-8-16,3-3-3 15,3-3-3-15,0-3-1 16,3-5-1-16,0-4-1 0,2 0 2 15,0-10-1-15,-2-3 0 16,-3-5 0-16,-3-3 0 16,-4-3-1-16,-4 1 1 15,-3-2-1-15,-7 2 0 16,-5 5 0-16,-4 1 1 0,-3 6 0 16,-1 3-1-16,-2 6 1 15,1 2 0-15,0 0-2 16,4 1 1-16,3 6-1 15,4-2 1-15,3 3-1 16,5-1-2-16,2-1-15 16,3-1-45-16,7 0-2 0,4-3-44 15,1-2-53-15</inkml:trace>
  <inkml:trace contextRef="#ctx0" brushRef="#br0" timeOffset="53545.03">7688 5395 401 0,'0'0'55'15,"0"0"-2"-15,34 0-37 16,-21 5 4-16,0 5-7 16,2 0 6-16,-1 3 3 15,-2-3-13-15,-1 0-3 0,-2 0-2 16,0 0 0-16,-6-3-2 16,1-2 1-16,-3 1-3 15,-1-4 0-15,0-1 2 16,-1-1 0-16,-4 0 1 15,3-3 0-15,-2-7 6 16,2-3 5-16,2-5-7 0,0 0 1 16,2-2-1-16,5 1-1 15,3 3 8-15,1 6-1 16,2 2-8-16,-2 8-4 16,3 0-1-16,-2 12 0 15,0 4 0-15,1 4 0 0,-6 2 0 16,2 2 1-16,-5 3-1 15,-4-3-4-15,0-4-103 16,0-5-243-16</inkml:trace>
  <inkml:trace contextRef="#ctx0" brushRef="#br0" timeOffset="54401.94">16206 5686 344 0,'0'0'62'0,"0"0"16"15,0 0-50-15,0 0-10 16,0 0-13-16,0 0 9 16,44 23 13-16,-19-3 0 15,3 1-14-15,3 4-6 0,-1-1-3 16,0 0-3-16,0-1 0 16,-5-3-1-16,-2 0 1 15,-2-7-2-15,-5-3-24 16,-5-5-41-16,-4-2-43 15,-5-3-85-15</inkml:trace>
  <inkml:trace contextRef="#ctx0" brushRef="#br0" timeOffset="54658.12">16465 5719 383 0,'0'0'63'15,"0"0"3"-15,0 0-22 16,-9-29 0-16,5 29-14 16,-1 0-13-16,-2 4-10 0,-2 8-1 15,-2 4 10-15,-1 4-6 16,0 2-7-16,-1 4-3 16,-2-1 1-16,2 3 0 15,-1-2-2-15,3 1 0 16,-3-3-7-16,2-2-58 0,1-4-35 15,3-6-95-15</inkml:trace>
  <inkml:trace contextRef="#ctx0" brushRef="#br0" timeOffset="54939.4">16644 5613 520 0,'0'0'14'0,"0"0"49"15,0 0-37-15,0 0-20 16,0 0 2-16,0 0 16 16,-3 45-11-16,3-22-5 15,0 1-6-15,3 0-1 16,3 3 1-16,-1-1-3 0,2-1 1 15,-2-2-14-15,2-2-76 16,1-8-47-16,2-7-118 16</inkml:trace>
  <inkml:trace contextRef="#ctx0" brushRef="#br0" timeOffset="55327.01">16844 5714 470 0,'0'0'3'0,"0"0"24"16,0 0-9-16,-38 0 9 0,28 10 6 16,1 3 6-16,2 2-18 15,3 0-7-15,3 3-8 16,1-1-3-16,1-1-2 16,7 0 0-16,2-4 0 15,2 1 0-15,4-4-1 0,2-5 0 16,1-3 1-16,2-1-2 15,0-2 3-15,0-9-3 16,-2 0 0-16,-2-4-2 16,-5-3 1-16,-3 2 0 15,-6-2 1-15,-3 0 1 0,0 1 0 16,-12 2 0-16,-3 1-1 16,-2 2 1-16,-3 2 0 15,-2 4-2-15,2 2 1 16,2 2-2-16,6 2-4 15,2 0-16-15,4 2-23 0,6 2-31 16,3-1-57-16,10-3-25 16</inkml:trace>
  <inkml:trace contextRef="#ctx0" brushRef="#br0" timeOffset="55640.36">17068 5701 429 0,'0'0'64'15,"0"0"-31"-15,0 0 17 16,0 0 16-16,-30 31-28 16,26-19-13-16,3 1-4 0,1 3-6 15,0-1-4-15,8-1-4 16,2 2-4-16,3-3 1 16,2-2-3-16,4-2 0 15,2-4-1-15,1-5 2 16,-1 0-1-16,-1-3 0 0,-3-9 0 15,-4-4 0-15,-6-3 1 16,-6-3 0-16,-1-1-2 16,-12 1 1-16,-7 2-1 15,-4 5-1-15,-6 6 0 16,0 6-1-16,-1 3-4 16,3 1-39-16,0 8-50 0,7-3-124 15</inkml:trace>
  <inkml:trace contextRef="#ctx0" brushRef="#br0" timeOffset="59194.88">5230 6837 158 0,'0'-2'28'0,"0"-2"25"15,0 0-11-15,-1-1 3 0,-3 2 11 16,-2 0-9-16,2 0-14 15,-5 1-11-15,1 2-2 16,-1 0-6-16,-3 0-4 16,2 8-2-16,-1 3-2 0,1 4-2 15,0 5 0-15,1 3 0 16,4 2 0-16,2 5-1 16,3-2-3-16,0 3 0 15,2-2 0-15,5-3 0 16,3-4 0-16,0-4 0 15,2-7 0-15,-1-3 0 0,-1-4 0 16,-1-4 0-16,0-1 1 16,-2-12 0-16,0-6 2 15,-2-6 2-15,-1-8 3 16,-3-7 8-16,-1-3-7 16,0-5-6-16,-5-3-2 0,-7 0 0 15,-1 3 0-15,-4 4 0 16,-1 4 0-16,1 8-1 15,0 6 1-15,2 8 2 16,1 5 0-16,4 4 3 16,2 5-1-16,3 3-4 15,3 1-1-15,1 0-1 0,1 10-1 16,0 3 1-16,4 5 1 16,3 4 0-16,5 6 0 15,1 2 0-15,3 3-2 16,1 2 4-16,4-1-4 0,1 1 2 15,1-2 0-15,3-5 0 16,2-1 0-16,-3-6 0 16,0-4 0-16,0-6 0 15,-5-7 0-15,0-4-1 16,-2-2 2-16,-3-11 1 0,1-4-2 16,-1-6 0-16,-3-1 1 15,0-3-1-15,-4 0 0 16,-3-1 1-16,-2 4-1 15,-3 1 1-15,0 4 0 16,-1 4 0-16,-6 5 0 0,-1 5 0 16,-2 2 1-16,0 3-1 15,-2 3 2-15,2 9-1 16,0 6 0-16,3 3 3 16,4 1-1-16,3 1-2 15,0-1 0-15,12 1-1 16,2-5-1-16,5-2 2 0,3-2-4 15,3-3 2-15,2-2 2 16,-2-5-2-16,0-3 0 16,-2-1 0-16,-3-2 0 15,-6-9 0-15,-2-2 0 16,-4-3 1-16,-4-4 0 0,-3-3 0 16,-1-3 0-16,0 1-1 15,0-2 1-15,0 4-1 16,0 2 0-16,0 5 0 15,3 5 0-15,4 5 1 0,3 2-2 16,4 4 1-16,1 0 0 16,1 4 0-16,0 6 0 15,-1 2 0-15,-1 2 0 16,-4 3 1-16,-4 1-2 16,-4 2 1-16,-1 0 1 0,-1 1-1 15,-5-1 0-15,-3-3-1 16,-2-1-4-16,0-3-24 15,-1-1-22-15,1-5-9 16,1-4-51-16,1-3-67 16</inkml:trace>
  <inkml:trace contextRef="#ctx0" brushRef="#br0" timeOffset="59860.07">5922 6578 86 0,'-10'6'338'0,"-4"1"-274"16,0 3-19-16,0 3-5 0,2 2 3 15,2 1-6-15,3 1-16 16,4 1-9-16,3-1-5 15,0 1-4-15,8-1-2 16,4-1 1-16,5-1-2 16,-1-2 0-16,4-3 0 0,1-5 1 15,-3-2-2-15,1-3 1 16,-3 0 1-16,0-11-1 16,-3-3-1-16,-3-4 1 15,-3-1 1-15,0-3-1 16,-3 2 1-16,-4 0-1 0,2 3 1 15,-2 3-1-15,0 3 0 16,0 2 1-16,0 4 0 16,0 4-1-16,0 1 0 15,4 0 0-15,2 1-1 16,3 8 1-16,-1 0 1 0,2 4-2 16,0-1 1-16,0 0 0 15,0-1 0-15,4-1 0 16,-4-2 0-16,1-1 0 15,-1-2-1-15,0-3 0 16,-1-2-6-16,-3 0-5 0,1-7 8 16,-1-5 3-16,-2-2 1 15,0-2 1-15,-1 0-1 16,-1 2 0-16,-2 3 0 16,0 2 1-16,0 3 0 15,0 2 0-15,0 4 1 16,0 0 0-16,0 0-2 0,0 3 0 15,0 3-1-15,4 1 1 16,3 0 0-16,0-1 0 16,2 1 0-16,-1-4 0 15,3 0-1-15,-1-2 1 16,0-1-40-16,-1 0-57 0,-4-7-86 16,-1-3-141-16</inkml:trace>
  <inkml:trace contextRef="#ctx0" brushRef="#br0" timeOffset="60022.71">6061 6499 348 0,'0'0'2'0,"0"0"-1"15,0 0-4-15,0 0-76 0,0 0-25 16</inkml:trace>
  <inkml:trace contextRef="#ctx0" brushRef="#br0" timeOffset="60450.64">6190 6347 514 0,'0'0'14'16,"0"0"-13"-16,20 34 7 15,-9-14 16-15,3 2 0 0,1 1 5 16,1 0-15-16,0 1-7 16,1-2-3-16,-1-1-2 15,-2-2-2-15,-2-6 1 16,-4-3-1-16,-3-3 0 16,-3-5 1-16,-2-2 2 0,0-6 3 15,0-7-2-15,-1-5-3 16,-1-3 2-16,0-1-3 15,2 0 0-15,0 3 0 16,0 4 1-16,7 5-1 16,5 5-1-16,-2 5 2 0,3 0-2 15,-3 12 1-15,0 2 0 16,-3 2 0-16,-2 2 0 16,-3 1 0-16,-2-1 0 15,0 0-2-15,-1-3 2 16,-8 0-1-16,0-4-3 0,-1 0-5 15,-1-2-6-15,1-2-12 16,-2 0-3-16,2-2-17 16,1-2-24-16,2-3-38 15,2 0-21-15</inkml:trace>
  <inkml:trace contextRef="#ctx0" brushRef="#br0" timeOffset="60832.69">6505 6530 437 0,'0'0'38'0,"0"0"-18"0,0 0-5 0,30-28-2 16,-16 16 1-16,-3 1 2 15,2-1-10-15,0-1-2 16,-2 1-3-16,0-1 0 0,-4 2 0 15,-3 1 0-15,-2 0 0 16,-2 3 1-16,0 3 1 16,-10 3-1-16,-2 1 0 15,0 0 0-15,-2 7 3 0,2 3 15 16,2 3 6-16,3 2-7 16,3 2-8-16,4 0-7 15,0 0-1-15,7 1-3 16,5-3 1-16,1-1-2 15,5-3 2-15,1-1-2 16,1-4 1-16,0-4-45 0,2-2-32 16,-2-5-54-16,-1-8-91 15</inkml:trace>
  <inkml:trace contextRef="#ctx0" brushRef="#br0" timeOffset="61237.43">6846 6369 437 0,'0'0'51'0,"0"0"-18"16,-34 37 16-16,24-19-5 15,2 2-15-15,2 1-6 0,5-2-16 16,1-3-3-16,0-1-2 16,5-4-2-16,2-1 0 15,3-6 1-15,0-1-1 16,2-3 1-16,-3 0-3 15,1-10 1-15,-3-6-1 16,-3-5 0-16,-1-6 1 0,-1-4 1 16,-2-8 1-16,0-3-1 15,-10-5 0-15,0-1-7 16,-5 2-5-16,-1 7 7 16,2 9 4-16,1 8 1 0,3 11 2 15,4 11 9-15,3 10-4 16,4 14-9-16,-1 6 3 15,9 7 0-15,4 4 1 16,2-1 0-16,3-1 2 16,3-6-3-16,-1-4-1 0,1-3 1 15,0-7-2-15,2-7-27 16,-1-7-73-16,3-5-101 16</inkml:trace>
  <inkml:trace contextRef="#ctx0" brushRef="#br0" timeOffset="61767.79">8057 5300 391 0,'0'0'38'0,"0"0"-32"16,0 0 7-16,0 0 29 16,20 39-3-16,-13-19-14 0,2-1-8 15,1 0-7-15,-2 0-6 16,1-2-3-16,-1-2-1 16,-1 0 1-16,-3-4-2 15,-1-2-5-15,1-4-59 0,-4-3-46 16,0-2-58-16</inkml:trace>
  <inkml:trace contextRef="#ctx0" brushRef="#br0" timeOffset="61937.11">8014 5148 465 0,'0'0'2'0,"0"0"6"15,0 0 1-15,0 0-7 16,0 0-4-16,0 0-7 0,0 0-55 16,0 0-73-16</inkml:trace>
  <inkml:trace contextRef="#ctx0" brushRef="#br0" timeOffset="62372.11">8188 5263 327 0,'0'0'98'15,"0"0"-75"-15,0 0-20 0,10 33 24 16,-6-20-6-16,2 1-4 16,0 1-1-16,0 1-6 15,-2-1-5-15,2 1-3 16,-4-2-1-16,1-1-1 15,-1-3 1-15,0-2 0 0,-2-1-1 16,0-3 1-16,0-2 0 16,0-1 1-16,-2-1 1 15,-3 0-1-15,1-4-1 16,1-4-1-16,-1-2 0 16,4-3 1-16,0-1-1 0,0 1 1 15,6 0-2-15,4 1 2 16,-2 3-1-16,3 2 1 15,0 4-1-15,1 1 1 16,-2 2 0-16,2 0 0 16,-1 0-1-16,1 5 1 0,-2 3-2 15,1 0 2-15,0 2-1 16,-1 0 0-16,0 1-8 16,-2-2-58-16,-1-4-103 15,-1 0-157-15</inkml:trace>
  <inkml:trace contextRef="#ctx0" brushRef="#br0" timeOffset="62873.19">8704 5140 84 0,'0'0'358'0,"0"0"-310"16,-28 9-30-16,16 4 18 16,-3 2-10-16,1 3 4 0,4 2-11 15,4-2-7-15,1 1-6 16,5-1-4-16,0-2-2 16,5-1 0-16,3-2 1 15,4-3-1-15,0-5 0 16,0-5 0-16,1 0-1 0,-1-5-6 15,-2-9-8-15,0-7 2 16,0-5 7-16,-5-7 0 16,0-6-4-16,-3-9-13 15,0-3-13-15,-2-2-4 16,0 0-9-16,-4 5 44 0,-3 6 5 16,-1 10 6-16,1 10 30 15,0 7 12-15,2 13-4 16,4 2-15-16,1 15-29 15,0 8 0-15,3 7 4 16,7 7 3-16,0 0 0 0,2 2-5 16,3-1 1-16,0-2-2 15,0-3 0-15,-1-2 0 16,0-3-2-16,0-6-2 16,-1-1-50-16,1-6-31 15,-4-7-86-15</inkml:trace>
  <inkml:trace contextRef="#ctx0" brushRef="#br0" timeOffset="63329.07">9058 5055 488 0,'0'0'3'0,"0"0"1"0,0 0 19 16,0 0 1-16,0 0-13 15,-35-10 19-15,21 19 5 0,2 2-16 16,1 2-5-16,1 2-5 16,3-2-3-16,3 1-4 15,3-2-2-15,1 0-1 16,0-2 2-16,3 0-1 16,6-2 0-16,-1-3 0 15,4-3 0-15,-1-2-1 0,0 0-1 16,-1-5-5-16,0-5-1 15,-2-5 0-15,-1 0 0 16,-2-1 2-16,-2 1 5 16,-1 3 1-16,-2 2 1 0,0 4 3 15,0 3 8-15,0 3-1 16,0 0-5-16,0 3-5 16,0 6 1-16,2 0 1 15,2 2 0-15,3 0-3 16,4 0 1-16,-1-1-1 15,1-2 0-15,2-1 0 0,-2-1-3 16,2-3-30-16,-1-3-35 16,-2 0-41-16,-4-9-93 15</inkml:trace>
  <inkml:trace contextRef="#ctx0" brushRef="#br0" timeOffset="63562.7">9154 4695 501 0,'0'0'16'0,"0"0"-8"0,-3 36-5 15,8-6 11-15,2 5 14 16,4 3-9-16,2 1 4 16,0 0-8-16,1 0-12 15,-2-1-3-15,0-3 2 16,-5-1-1-16,-1-6-3 0,-3-5-53 15,-3-8-49-15,0-9-124 16</inkml:trace>
  <inkml:trace contextRef="#ctx0" brushRef="#br0" timeOffset="63749.13">9204 4992 471 0,'0'0'29'15,"0"0"9"-15,0 0-27 16,0 0-4-16,0 0-2 0,0 0-4 16,0 0 0-16,38-33 0 15,-19 22-1-15,3-2 0 16,-1-4-48-16,1 0-141 16</inkml:trace>
  <inkml:trace contextRef="#ctx0" brushRef="#br0" timeOffset="64137.71">9463 4872 466 0,'0'0'5'16,"0"0"9"-16,0 0-7 0,-29 11 36 16,20-6-6-16,1 1-12 15,1 1-13-15,2 3-7 16,0-1-2-16,3 2-1 15,2-1-1-15,0 0-1 16,0 0 0-16,2-2 1 0,5-1-1 16,0-4-1-16,0-1 2 15,1-2-4-15,3-2-5 16,-2-8-4-16,-1-1 6 16,1-5 2-16,-4 0 2 15,1-1 2-15,-3 3 1 0,-1 2-1 16,-1 4 7-16,-1 3 16 15,0 2 9-15,0 3-15 16,3 0-14-16,0 7-4 16,2 4 3-16,3 2 16 15,1 2 4-15,2 0-13 16,2 0-5-16,3-4-1 0,2-2-3 16,1-6 1-16,1-3-1 15,0 0-16-15,-3-12-108 16,-6-6-303-16</inkml:trace>
  <inkml:trace contextRef="#ctx0" brushRef="#br0" timeOffset="65184.09">7094 6011 325 0,'0'0'0'16,"0"0"45"-16,0 0 22 15,0 0-50-15,0 0-13 16,0 0 14-16,23 41 14 16,-10-16-9-16,3 5-3 0,-1 3-4 15,1-1-8-15,0-1-3 16,-1 0-5-16,-2-7 2 15,-3-5-2-15,-3-4 1 16,-2-8-1-16,-2-4 1 16,-1-3 1-16,-2-1 8 0,-2-10 18 15,2-4-24-15,0-6-2 16,0-2-1-16,0 0 0 16,5 2-1-16,3 2 0 15,6 5 0-15,-1 5 0 16,5 6-1-16,-1 3 1 0,1 3 0 15,-4 7 0-15,-1 5-1 16,-2 1 1-16,-5 1 0 16,-2 3 0-16,-4-2 0 15,0 1 0-15,-5-1-1 16,-7 0-1-16,-2-2-4 0,-2 1-13 16,1-3-7-16,-2-4-1 15,2 0 6-15,3-4-16 16,4-4-25-16,3-2-40 15,3-1 16-15,2-11-79 16</inkml:trace>
  <inkml:trace contextRef="#ctx0" brushRef="#br0" timeOffset="65638.25">7442 6140 385 0,'0'0'62'0,"0"0"-34"0,0 0 9 16,0 0-2-16,-10 28-8 15,10-18-6-15,3-1-10 16,4 0-5-16,5-2-3 0,0 1-2 16,1-4 0-16,2-1-1 15,0-3 1-15,1 0 0 16,-5-10-3-16,1-4-4 15,-5-4-3-15,-1-3 3 16,-4 1-1-16,0 1 2 0,-2 4 2 16,0 3 3-16,0 7 0 15,0 4 1-15,0 1 3 16,0 8-3-16,6 7 1 16,3 9 12-16,2 6 2 15,1 4 4-15,1 5-8 16,3 3-3-16,-5 2 5 0,1-1-7 15,-4-1-3-15,-2-2-2 16,-3-4-1-16,-3-3 1 16,-2-8 1-16,-9-3 0 15,-6-6 0-15,-4-3-1 16,-3-2-1-16,-3-2-1 0,-1-4-1 16,2-4-2-16,3-1-23 15,4-4-35-15,4-12-40 16,8-6-134-16</inkml:trace>
  <inkml:trace contextRef="#ctx0" brushRef="#br0" timeOffset="66704.63">7773 5932 349 0,'0'0'2'0,"0"0"68"0,0 0-27 0,0 0-41 16,3 31 14-16,5-6 23 16,2 2-15-16,-1 2-5 15,2 1-1-15,-3 0-3 16,0-2-7-16,0 1-5 0,-5-5-2 16,1-3 0-16,-3-6 0 15,-1-5-1-15,0-5 1 16,0-5 2-16,-1-2 26 15,-3-11-19-15,-1-3-7 16,0-7-2-16,2-4 1 16,1-4-1-16,1-1 0 0,1 1-1 15,1 6 0-15,4 4 0 16,5 7 0-16,0 8 0 16,4 5 0-16,-2 1 0 15,2 9-1-15,-1 3 1 16,0 3-1-16,-3 1 1 0,-2 1 0 15,0-1 1-15,-2 0-2 16,-2 0 1-16,-1-2 0 16,0 0 0-16,-3-3 1 15,0 0-2-15,0-2 1 16,0-3-2-16,-5-1 2 0,1-3 0 16,-1-2 2-16,2 0-2 15,-2-4 0-15,1-5 0 16,3-3 0-16,-1-2 1 15,2-2 0-15,0-2-1 0,7-3 1 16,2 3 3-16,4-1 1 16,0 3 0-16,0 2-2 15,3 3 0-15,-3 5-2 16,-2 3 0-16,1 3 0 16,-2 0-1-16,0 1 1 15,0 4-1-15,0 2 1 0,0-1-2 16,0 2 2-16,2-2-2 15,-1 0 1-15,2 1 0 16,-1 0 1-16,-2-1-2 16,0 3-26-16,-2-2-56 15,0-1-45-15,-1-2-119 0</inkml:trace>
  <inkml:trace contextRef="#ctx0" brushRef="#br0" timeOffset="67122.72">8309 5950 431 0,'0'0'29'0,"0"0"-24"0,-20 30 17 0,14-14 12 0,5 1 1 15,1-1-4-15,0-2-9 16,1 0-11-16,8-3-4 15,1-2-6-15,3-3 2 16,1-2-3-16,1-4 2 16,0 0-3-16,2-3 2 0,0-5 0 15,-3-5-1-15,0 0 0 16,-2-1 1-16,-5-2-1 16,-2-2 1-16,-5 1-2 15,0 0 1-15,-6-1-1 16,-5 2 1-16,-4 2 1 15,-2 3-1-15,-1 4 0 0,-1 1 0 16,2 4-1-16,2 2 0 16,4 0-3-16,2 2-16 15,6 1-25-15,1 1-22 16,2-1-77-16,2-2 5 16</inkml:trace>
  <inkml:trace contextRef="#ctx0" brushRef="#br0" timeOffset="68123.08">8601 5866 380 0,'0'0'45'0,"0"0"-4"16,0 0-7-16,0 0-12 15,0 0 1-15,0 0-2 16,-38 10-3-16,27-2 0 0,2 1-5 15,3 0-5-15,1 1-4 16,3 2-2-16,2-4-3 16,0 3 2-16,0-4-1 15,8 1 0-15,1-2 0 16,3-2 0-16,1-1-1 0,-1-2 2 16,3-1-2-16,-2 1-2 15,-1-3-5-15,-1-6-8 16,-1-3-1-16,-1-6 8 15,0-3 3-15,-4-4 3 16,1-6 1-16,-4-3 1 0,0-2 1 16,-2-3-2-16,0-1 2 15,0 0 0-15,-5 0 0 16,-4 4 0-16,1 6 1 16,-2 4 1-16,2 8 12 15,1 6 11-15,0 8 0 16,2 3-12-16,0 3-8 0,5 12-4 15,-2 6-1-15,2 7 3 16,0 4 4-16,5 2 1 16,4 1 1-16,3 2-2 15,2-1-3-15,0-3-3 16,3 0 1-16,0-2-3 0,1-3 2 16,-1-5 0-16,-2-6-1 15,1-4 0-15,-2-7-1 16,3-6 2-16,-2 0-2 15,1-8 0-15,1-6-2 16,0-4-3-16,-4-2 1 16,1 0 0-16,-2-2 2 0,-6 3 2 15,-1 2 1-15,-3 5 0 16,-2 2-1-16,0 4 3 16,-5 3-2-16,-3 3 2 15,-1 0 1-15,-1 3-1 0,2 5 2 16,3 4-1-16,1 1-2 15,4 0 0-15,0 2 0 16,2-1 1-16,5-1-1 16,6-2 1-16,1-2 0 15,4-3-1-15,-1-1 2 0,3-4-3 16,0-1 0-16,0 0 0 16,0-8 0-16,-1-3 1 15,-1-5-2-15,-2-4 2 16,2-4-1-16,-4-4 1 15,0-5-1-15,-2-5 0 16,-4-5 0-16,-5-3 1 0,-3-1-1 16,0 2 0-16,-8 6 0 15,-2 8 1-15,-3 10 0 16,1 7 0-16,0 8 2 16,2 6 8-16,2 10 2 15,1 12-9-15,5 7-1 0,2 9 8 16,0 3 7-16,7 0-2 15,5-1-2-15,5-4-5 16,2-6-4-16,3-2-2 16,4-8 0-16,1-2-1 0,-1-4-3 15,0-4 0-15,-3-6-36 16,-4-4-80-16,-6-7-257 16</inkml:trace>
  <inkml:trace contextRef="#ctx0" brushRef="#br0" timeOffset="74875">15351 6130 26 0,'0'0'47'0,"0"0"-16"15,0 0-5-15,0 0-12 16,0 0-4-16,0 0 9 0,0 0 27 16,0 0-26-16,0 0-4 15,0 0-4-15,0 0 1 16,0 0 4-16,0 0-1 15,12-23 9-15,-12 22-3 16,0-1-6-16,0 2-5 0,0-2-4 16,0 1-2-16,0 0 2 15,-1-1 0-15,0 1-1 16,-1-1 0-16,1 1-2 16,-3-1-1-16,1-1-1 0,1 1 2 15,-3-1 2-15,2 0 2 16,-3-1 0-16,2 1-2 15,0 0 2-15,-2 0 0 16,0-1-3-16,1 1 1 16,-2 1 0-16,1-1-1 15,-2 1-2-15,-2 0-2 0,1-1 0 16,-3 0 0-16,1 1 0 16,-4 1-1-16,2-2 1 15,-1 1 0-15,-3 0 0 16,-1-1 0-16,1 1 1 15,-2 0-2-15,-2 0 1 0,-1 1 0 16,0 1-1-16,2-2 0 16,-4 1 0-16,2-1 0 15,-2 1 1-15,0 0-1 16,-3 0 0-16,1-2 0 16,-1 1 0-16,-1 0 1 15,2-1-1-15,0 0 0 0,0 1 0 16,1 1 0-16,0 1 0 15,-3 0 1-15,1 0-2 16,0 0 2-16,-2-1-1 16,-1-1 0-16,-1 0 0 0,0-1 1 15,-1-1-1-15,-3 2 0 16,0-1 0-16,0 1 0 16,-3 0 1-16,0 1-2 15,1 0 1-15,-1 0 0 16,3 1 0-16,-3 0 1 15,0 0-2-15,1 0 2 0,-2 0-1 16,0 0 0-16,2 2-1 16,-2-2 2-16,2 0-1 15,0 0 0-15,0 0 0 16,2 0 0-16,0-3 0 16,1-2 0-16,2 1 0 0,2-1 1 15,1 2-2-15,2 0 1 16,0 1 1-16,0 1-1 15,2 1-1-15,-3 0 2 16,1 0-1-16,0 0 0 16,3 0 0-16,-1 0 0 0,2 0 0 15,2-2 1-15,-2 0-2 16,-2 2 1-16,1-1 0 16,-4 1 1-16,3 0-1 15,-4 0-1-15,1 3 2 16,2 5-2-16,0 1 2 0,3 0-2 15,2 1 2-15,1-2-1 16,0 1 0-16,2 2 0 16,-1-1 0-16,0 0 0 15,2 2-1-15,-2 1 2 16,2 2-1-16,0 0 0 0,0 1 0 16,2 2 0-16,2 2 0 15,-1 0 0-15,3 1 0 16,2 2 2-16,1 1-4 15,1-1 2-15,1 3 0 16,2 0 0-16,-1 2 0 16,2 2 0-16,-1 1 0 0,0 3 0 15,0 0 0-15,1 1 0 16,0-1 0-16,0 0 0 16,2-1 0-16,-1-2 0 15,2 0 0-15,0 0 0 0,0-2 0 16,0-1 0-16,2 0 0 15,3-3 0-15,0 0 0 16,2-3 0-16,-1-1 0 16,3 0 2-16,2-1-4 15,2 0 2-15,1 0 2 16,5-2-2-16,-2 2 0 0,4-2 2 16,1 0-1-16,3 0-1 15,-1-3 1-15,1 1 0 16,0-3-1-16,0-1 1 15,2-2 1-15,2-2 0 16,-2 0 1-16,2-1 0 0,2-3-1 16,2 2 2-16,-1-1 2 15,2 0 0-15,0 0-3 16,1 2-2-16,-1-2 1 16,2 1 0-16,2 0 0 15,1 0 1-15,0-1 0 0,0-2-2 16,1 2 1-16,2-2-1 15,-2-1 0-15,1-2 0 16,-1 2-1-16,1-2 1 16,-3 1 1-16,0 1 0 15,0-2 1-15,0 3 1 0,-1 1-2 16,1-1 0-16,0 2 1 16,-3 0-1-16,2 1-1 15,-2-2 0-15,-1 1 0 16,1 0-1-16,-2-2 1 15,-1 0-1-15,-1-1 1 0,0-2-2 16,-1 0 2-16,-1 0 0 16,-4 0-2-16,3 2 2 15,1-2 0-15,-2-2-1 16,1-1 1-16,1-1-1 16,-1 0 1-16,0 0-2 15,0-1 2-15,0 0 0 0,-2 0-1 16,3 0 0-16,-2 0 0 15,3 0 1-15,0-1-1 16,0-1 0-16,0 0 0 16,0 0 0-16,0 1 1 0,-1-2-2 15,0 2 1-15,-3-1 1 16,2 0-1-16,0-1 1 16,-1-1-1-16,1-2 0 15,1 0 0-15,-3-4 0 16,2 0 0-16,0-2 1 0,-2 1-1 15,0 1 0-15,-3-1 1 16,0 0 0-16,-3 0-1 16,0 1-1-16,-2 0 2 15,-1-3-1-15,-2 0 0 16,-1 0 0-16,0 0 0 0,-2-2 0 16,-2-1 1-16,-1 1-1 15,-1 0 1-15,-1 0-1 16,-1 2 0-16,1 0 0 15,-2-1 1-15,0 2-1 16,0 0 0-16,-2 0 1 16,-1-1 7-16,2-1-5 0,-4 0-3 15,0 0 1-15,0-1 0 16,0 0-1-16,0-2 1 16,-6 2-2-16,1 0 1 15,-1 0 1-15,-1 2-1 16,0 0 2-16,0 2-2 0,-2-1 1 15,1 1 0-15,-1 1 0 16,-1 0 1-16,1 0-1 16,-2-1-1-16,2 1 1 15,-2 0 0-15,1 0 1 16,-1 2-1-16,-2 1-1 0,-1-1 1 16,0 2 0-16,-3 1 0 15,-3 1 0-15,0-1 0 16,-2 3-1-16,1 0 1 15,-2-2-2-15,0 1 2 16,0-3-2-16,2 0 2 0,1-5 1 16,5 1-2-16,0-3 0 15,3 0-2-15,2-3-4 16,0-3-60-16,-1-2-63 16</inkml:trace>
  <inkml:trace contextRef="#ctx0" brushRef="#br0" timeOffset="86252.95">16047 4893 86 0,'1'0'48'0,"-1"-1"-15"15,0 1-7-15,0 0-6 16,2-1 5-16,-2 1 1 15,0-1-7-15,0 1 0 16,0-1-1-16,0-1 3 0,0 2-1 16,0-2-5-16,0 1-1 15,0 0-5-15,0-2 3 16,0 1 1-16,0-1 0 16,0 1 1-16,0-2-1 15,0 1-4-15,0-3 2 0,0 1 0 16,0 0-3-16,0-1 1 15,0-1-3-15,0 0-2 16,0 0-1-16,0-1 1 16,0 1-2-16,-3-2 0 15,0 2-1-15,0-2 1 0,0 0-1 16,0-1 1-16,-1 0-1 16,0 0 2-16,-1-1 0 15,0-2-1-15,0 3 1 16,1-2-1-16,-2 1 0 0,-1 0 2 15,0 0-2-15,-2 0 0 16,-1 1-1-16,0-2 0 16,-3 2 3-16,0-1-2 15,-1 1 1-15,-2 0-2 16,0 2 0-16,-3-1-1 16,-1 1 0-16,-2-1 1 0,-2 1-2 15,-3 0 2-15,0 0-2 16,-1-2 1-16,-3 0 1 15,1 0-1-15,0-1 0 16,1 2 0-16,0 0 0 16,-1-1 1-16,2 1-1 0,-2-2 0 15,2 3 0-15,-4-2 0 16,2 1 0-16,-1 0-1 16,0 0 2-16,2-1-2 15,-1 2 2-15,-1 0-2 16,0 0 1-16,0 1 0 0,-1-1 0 15,0 1 0-15,2 2-1 16,0 1 1-16,2-2 0 16,0 1 0-16,-1 0 0 15,1-1 0-15,3 2 1 16,-3-2-1-16,2 0 0 16,-1 0 0-16,1 0 0 0,0-2 0 15,-2 1-1-15,3-1 2 16,-4 0-1-16,-1-1 0 15,-1 3 0-15,-2 0 0 16,0-2 1-16,-3 1-2 0,1 1 1 16,-3 1 0-16,1-1 0 15,-3 2 0-15,-2 1 0 16,-4 1 1-16,1 2-2 16,-4 0 2-16,-2 0-2 15,0 0 1-15,-1 0 0 0,-1 3 0 16,1 2 0-16,-2-1 0 15,1 2 0-15,-1 1 1 16,1-2-2-16,1 2 1 16,-3-1 0-16,4 0 0 15,0 1 0-15,2 0 0 16,3 0 0-16,4-1 0 0,2 0 0 16,2 0 0-16,4-1 1 15,-2-1-1-15,2 0 0 16,3 1 0-16,-1-2 0 15,2 2-1-15,2 0 1 16,2 0 0-16,3 2 0 0,0-2 0 16,2 0 0-16,3 1 0 15,1-1-1-15,-1 2 1 16,4-2 0-16,1 0 0 16,0 1-1-16,1-2 2 0,1 2-2 15,2-1 1-15,-1 0 0 16,1 2 1-16,1-1-3 15,-1-1 2-15,1 1 2 16,-2 1-3-16,0 0 1 16,1 0 0-16,-1 0 0 0,0 2 0 15,-1-1 0-15,0 2 0 16,0-1 0-16,1 0 0 16,-2 2 0-16,-1 0 0 15,-2 0 0-15,1 1 0 16,-2 0 0-16,-1-1 0 15,-2 3 0-15,1 0 0 0,-1 1 0 16,0 0-1-16,0 2 1 16,0 2 0-16,1 1 0 15,-2 0 1-15,3 1-1 16,0 1-1-16,3 1 1 16,0 0 0-16,4 0 0 0,-2-1 0 15,2 1-1-15,0 1 1 16,2-3-1-16,3 0 1 15,-1 2 0-15,2-1 0 16,0 0 1-16,1 0-2 16,3 0 0-16,-2 0 2 0,2 0-1 15,0-1 0-15,0-2 0 16,0-1 0-16,2 0 0 16,1-1 0-16,2-1 0 15,0-1 0-15,2 0-1 16,-3 0 2-16,3 0-1 0,-1-2 0 15,1 1 0-15,0 0 0 16,0-2 0-16,2 1 0 16,-1 0 0-16,0 0 1 15,1-1-1-15,-1 2 0 16,1-2 0-16,-1 2 0 0,0 0 1 16,1-2-1-16,-1 1 0 15,-1-1 0-15,1-1 0 16,0 1 0-16,1-2 1 15,1 0-1-15,-1 1 0 16,2-1 0-16,-1 0 0 0,0 0 0 16,2 0 0-16,0 1 1 15,-2-1-1-15,1-1 0 16,1-1 1-16,-1 1-1 16,0-1 1-16,1 1-1 15,0-2 1-15,-2 0 0 0,1-1-1 16,1 2 1-16,0-1 1 15,0 0-1-15,1-1 1 16,2-1 0-16,-1 2-1 16,1-1 1-16,-1-1 1 15,0 0-2-15,1-1 0 16,-1-1 0-16,1 0 1 0,-1 2-1 16,0-3 1-16,1 1 0 15,-1-2 0-15,2 1 1 16,1-2 2-16,1 2 0 15,2-2-2-15,0 0-1 16,1 0 1-16,1 0-1 0,3 0-1 16,-2 0-1-16,1 0 2 15,1 0-2-15,1 0 1 16,0 0 0-16,-1-2-1 16,0 2 1-16,0-2 0 0,2 1 1 15,0-2 0-15,1 2-2 16,4-1 2-16,-2 0-2 15,2 0 1-15,-1 1-1 16,0-1 1-16,0 2-1 16,-3 0 0-16,-1 0 2 15,1 0-4-15,-1 0 4 0,0 0-2 16,1 0 0-16,1 0 0 16,1 0 1-16,-2 0-1 15,2 0 0-15,1 0 0 16,0 0 1-16,-2 0-1 15,1 0-1-15,1 2 1 0,-1-1 1 16,0-1-1-16,-1 2 0 16,1-2 0-16,-3 0 0 15,3 0 0-15,0 0 1 16,0 0-1-16,-1 0 0 16,-2 0 0-16,1 0 0 0,-1 0 0 15,-3 1 1-15,0-1-1 16,0 1-1-16,-1 1 2 15,0-2-1-15,1 0-1 16,1 0 1-16,-1 0 0 0,3 0 1 16,-3 0-1-16,4 0 0 15,-4 1 0-15,2 0 0 16,-1 0-1-16,2 0 2 16,0-1-1-16,0 0 0 15,3 0 1-15,-2 0-2 16,0-2 2-16,2 0-2 0,-1-2 2 15,0-1-1-15,-4 1 1 16,2 1-2-16,-3-2 2 16,0 1-1-16,-2 2-1 15,1-2 1-15,0 1 1 16,0 0-1-16,0 0 0 0,1-1 0 16,-2 1 0-16,1 1 0 15,1 0 0-15,-3 1 0 16,3-1 0-16,-4 1 0 15,0-1 0-15,2 0 0 16,-4 1 1-16,2-1-2 0,-1-1 2 16,0 1-1-16,-2-2 0 15,1 1 0-15,-1 0 0 16,-1 1 0-16,-1-1 0 16,0 2 1-16,-1-1-1 15,1 0 2-15,-2 0-2 16,1 0 2-16,1 1 0 0,-1-2-2 15,-1 0 1-15,2 1 0 16,-4 0-1-16,1 1 1 16,-1-1-1-16,-1 2 1 15,0-2 0-15,-1 1-1 16,0 0 0-16,-1-1 1 0,1 1-1 16,0-2 1-16,0 3-1 15,1 0 0-15,-1-2 0 16,0 1 0-16,-3 1 0 15,1 0 0-15,0 0 0 0,-3-2 0 16,4 2 0-16,-4-1 0 16,2 0 0-16,-1 0 0 15,2-1 1-15,1-1-1 16,1-1 0-16,-2 1 0 16,4-1 1-16,-2 1-1 0,1 0 0 15,-2-1 0-15,2 0 0 16,0 1 0-16,-2-1 0 15,1 0 0-15,-1-1 1 16,1 1-2-16,0-1 2 16,1 0-1-16,0 0 0 15,-1 1 0-15,-1 2 0 0,1-2 0 16,-1 1 0-16,-1 1 0 16,2 0 0-16,0-2 0 15,0 2 0-15,-2-1 0 16,3-1 0-16,-2-2 0 15,0 1 1-15,1 0-2 0,-2-2 2 16,0-2-1-16,-1 0 0 16,-1-1 1-16,1-1-1 15,0-1 1-15,0-1-1 16,-2 0 0-16,2 3 0 16,-2-3 1-16,1 1-2 15,-1 1 1-15,-1-1 0 0,1-1 0 16,-1 2 1-16,0-1-2 15,0-1 2-15,-2-1-1 16,0 1 1-16,1 0-1 16,-2-2 0-16,0 2 1 15,0 1 0-15,0-1-1 0,-3 0 1 16,0 0 1-16,-1 0-2 16,1 1 0-16,-1-1 0 15,1 0 0-15,-1 1 0 16,-1 0 1-16,2-1-2 0,-1 1 2 15,-1 1-1-15,3 1 0 16,-1-1 0-16,-2 2 0 16,3-2 3-16,-1-1 4 15,0 1-7-15,-1-2 2 16,1 2-2-16,-2-2 0 16,1 3 1-16,-1-1 0 0,0 2-1 15,-3-1 1-15,1 2-1 16,1-1 0-16,-2 0 0 15,2 1 1-15,1-2-2 16,2 0 1-16,0-1 1 16,1-1-1-16,1 1 0 0,1 0 0 15,0 1 0-15,-1 1-2 16,-1 1 2-16,-4 1-21 16,-6-3-72-16,-6-5-191 15</inkml:trace>
  <inkml:trace contextRef="#ctx0" brushRef="#br0" timeOffset="105110.76">15388 5518 33 0,'1'0'17'0,"-1"0"-10"16,0 0-5-16,0 0-3 15,0 0 0-15,0 0 0 16,0 0 1-16,0 0 1 15,0 0-1-15,0 0 0 0,0 0 0 16,0 0 0-16,0 0 2 16,0 0 8-16,0 0-6 15,2 0 1-15,-2 0 13 16,0 0-7-16,0 0 3 16,0 0 0-16,0 0-2 0,0 0 4 15,0 0-2-15,0 0-7 16,0 0-7-16,0 0 0 15,0 0-1-15,2 0 1 16,-2 1 0-16,0-1 1 16,0 2-1-16,2-1 0 0,-1 1-1 15,3-2 0-15,-4 0-29 16</inkml:trace>
  <inkml:trace contextRef="#ctx0" brushRef="#br0" timeOffset="107526.06">14121 5859 75 0,'-48'0'-23'0,"3"0"9"15,2 0 0-15</inkml:trace>
  <inkml:trace contextRef="#ctx0" brushRef="#br0" timeOffset="122969.85">5489 10868 154 0,'0'0'120'0,"0"0"-84"0,0 0-8 15,0 0-25-15,0 0-3 16,0 0 3-16,2 30 1 16,0-9 2-16,-1 5 3 15,3 8 17-15,-2 3-7 16,1 3-9-16,0 2-7 0,-1-2 0 15,-1-2-2-15,1-3-1 16,0-2 0-16,0-7 0 16,-1-3 0-16,1-6 0 15,-1-7-5-15,0-5-50 0,-1-5-36 16,0-12-23-16</inkml:trace>
  <inkml:trace contextRef="#ctx0" brushRef="#br0" timeOffset="123291">5262 10927 221 0,'0'0'10'0,"0"0"52"15,0 0-21-15,0 0 9 16,0 0-11-16,0 0-11 16,-19-29-7-16,29 23-15 0,7-3-4 15,5-2 0-15,8-2-2 16,3-2 2-16,6-2-2 16,-1-1 0-16,3 0 0 15,-1 3-13-15,-1-1-56 16,-4 1-55-16,-5 2-107 15</inkml:trace>
  <inkml:trace contextRef="#ctx0" brushRef="#br0" timeOffset="123712.76">5761 11009 142 0,'0'0'137'0,"0"0"-92"16,0 0-9-16,0 0 6 0,-32 26-8 15,18-9 2-15,0 3-10 16,0 3-12-16,6 1-6 16,1 1-3-16,5-1-2 15,2-1-3-15,3-3 1 16,8-4 0-16,4-3-1 0,1-6 2 15,5-4 0-15,3-3 0 16,-1-3 0-16,-2-10 1 16,3-1-1-16,-7-3 1 15,-2-2-2-15,-5-1 0 16,-3-1 1-16,-7-1 0 0,0 1-1 16,-9 0 0-16,-4 3 0 15,-7 3 0-15,0 4-2 16,-4 5 0-16,0 4-2 15,3 2 1-15,0 0-5 16,5 8-19-16,5-1-28 16,4 3-28-16,3-5-27 0,4-2-40 15</inkml:trace>
  <inkml:trace contextRef="#ctx0" brushRef="#br0" timeOffset="123961.02">5935 10806 407 0,'0'0'45'16,"0"0"-37"-16,0 0-6 0,14 45 9 16,-7-17 19-16,0 6-8 15,2 4-10-15,-1 2-9 16,4 1-1-16,-2 1-1 15,0 0 0-15,-1-2-2 0,-1-3 1 16,-2-3-29-16,-3-6-48 16,-2-8-80-16,-1-7-76 15</inkml:trace>
  <inkml:trace contextRef="#ctx0" brushRef="#br0" timeOffset="124151.39">5953 11141 356 0,'0'0'1'0,"0"0"42"16,14-28-24-16,1 18 7 0,2-2-7 16,5-1-11-16,-1 0-5 15,5 0-2-15,0 0-1 16,2 0-34-16,-4-1-82 15,0 0-35-15</inkml:trace>
  <inkml:trace contextRef="#ctx0" brushRef="#br0" timeOffset="124581.09">6314 10973 330 0,'0'0'4'0,"0"0"49"15,-42 19-11-15,26-8 1 16,0 2-6-16,1 3-5 16,4 1-18-16,1 0-3 0,3 0-8 15,5 0-2-15,2-3 0 16,2-2-1-16,6-2 0 16,5-4-1-16,3-1 2 15,0-5-2-15,3 0-8 16,-2-4-24-16,1-8 2 0,-3-3 10 15,-3-2 14-15,-4-2 6 16,-2 2 1-16,-5 1 0 16,-1 5 2-16,-2 4 11 15,-6 7 8-15,0 0 0 16,-1 6 2-16,2 6-4 0,4 4-9 16,2 1 7-16,1-2-7 15,0 1-5-15,10-2-4 16,1-4-1-16,4-1 0 15,4-2 0-15,-1-2-24 16,1-3-59-16,-2-2-79 0,-1-7-89 16</inkml:trace>
  <inkml:trace contextRef="#ctx0" brushRef="#br0" timeOffset="124798.75">6462 10765 484 0,'0'0'24'0,"0"0"3"0,0 0-23 15,-17 44 5-15,20-18 15 16,5 4 5-16,2 3-10 0,2 4-8 16,0 1-6-16,2 1-5 15,-3 0 0-15,1-3-2 16,-2-5 0-16,-1-5-44 15,-1-6-47-15,-3-5-116 16</inkml:trace>
  <inkml:trace contextRef="#ctx0" brushRef="#br0" timeOffset="125343.73">6932 10943 401 0,'0'0'14'0,"0"0"38"0,0 0-35 0,0 0-18 15,0 0 3-15,38 38 5 16,-22-10 8-16,2 2-4 16,3-2-5-16,-1 2-2 0,0-1-2 15,-1-5-1-15,-3-5-1 16,-1-6 0-16,-2-8 1 16,-2-5-1-16,-3-3 2 15,-3-12 2-15,-1-9-1 16,-1-8-1-16,-3-8-1 15,2-5-1-15,0-2 1 0,-1 1-1 16,4 5-3-16,0 8-1 16,2 10-17-16,4 9-34 15,1 7-63-15,-1 4-40 16</inkml:trace>
  <inkml:trace contextRef="#ctx0" brushRef="#br0" timeOffset="125846.2">7470 10911 317 0,'0'0'7'16,"0"0"47"-16,-14-28 2 15,0 21-21-15,-3 1 2 16,-3 5-4-16,-2 1-7 0,-1 0-11 15,2 7-3-15,0 6-5 16,6 3-5-16,3 3 0 16,4 2-2-16,6 4 1 15,2-1-1-15,3-1 0 16,9-1 0-16,3-4-1 0,2-2 2 16,1-5-1-16,1-5-1 15,-2-4 0-15,-2-2-5 16,-1-5-5-16,-3-8 5 15,-2-5 3-15,-3-3 2 16,-4-3 0-16,-2 1 1 16,0 1 0-16,0 3 0 0,-5 2 0 15,-1 6 1-15,-1 2 0 16,1 3 4-16,-1 2 2 16,4 4 9-16,0 0-8 15,2 8-5-15,1 4-1 16,0 4-1-16,6 1 0 0,2 2 0 15,4 0 0-15,3-1-1 16,0-1 0-16,2-2 0 16,-1-2 0-16,3-3 0 15,-3-4-23-15,-2-4-33 16,0-2-38-16,-4-8-83 0</inkml:trace>
  <inkml:trace contextRef="#ctx0" brushRef="#br0" timeOffset="126276.99">7580 10884 442 0,'0'0'6'0,"0"0"50"0,0 0-45 16,0 0-9-16,0 0 0 16,10 31 11-16,1-13 7 15,2 2-6-15,1 1-7 0,0 1-4 16,-3 0-3-16,1-1 1 15,-2-4-1-15,-3-2 1 16,-2-4-1-16,-2-3 0 16,1-4 0-16,-4-3 0 15,0-1 1-15,0-2 4 0,0-9-4 16,-2-4-1-16,2-2 1 16,0-2-1-16,0-1 1 15,2 3-1-15,8 1 1 16,0 4 0-16,3 4-1 15,-1 3-1-15,1 3 2 16,2 2-1-16,-2 0 0 0,1 4 0 16,0 3 1-16,-2 5-1 15,0 0 0-15,1 2 0 16,-2 0 0-16,1 1 0 16,-3 0-1-16,-2-2 0 0,0-1-37 15,-4-4-59-15,-3-2-102 16</inkml:trace>
  <inkml:trace contextRef="#ctx0" brushRef="#br0" timeOffset="126437.08">7776 10748 500 0,'0'0'3'0,"0"0"0"0,0 0-5 0,0 0 1 0,0 0-2 16,0 0-5-16,0 0-58 16,34 12-89-16</inkml:trace>
  <inkml:trace contextRef="#ctx0" brushRef="#br0" timeOffset="126891.51">8133 10849 444 0,'0'0'2'15,"-29"0"18"-15,9 0 0 16,-1 7 9-16,-1 5 1 16,-1 1 8-16,4 1-15 15,3 4-13-15,6-1-7 16,4 3-2-16,5-2-1 0,1 0 1 15,4-1-1-15,6-3 0 16,5-4 0-16,1-2 1 16,1-4-2-16,2-4 1 15,-2-1-7-15,-1-10-8 16,-3-5 3-16,-2-6 6 0,-1-2 5 16,-5-3 1-16,-1 3 0 15,-2 2 1-15,-2 4-1 16,-2 4 1-16,-1 6 4 15,-1 7 15-15,-2 1-5 16,4 6-9-16,0 7-3 0,2 3 2 16,0 3 0-16,7 0-2 15,6 0 1-15,0-1-2 16,6-2-2-16,-1-4 1 16,3 0-1-16,-3-5 0 15,1-4-21-15,-3-2-54 0,-2-1-39 16,-4-10-69-16</inkml:trace>
  <inkml:trace contextRef="#ctx0" brushRef="#br0" timeOffset="127271.86">8289 10667 487 0,'0'0'0'0,"-3"33"11"16,3-7 5-16,4 5 19 15,7 5-15-15,0 0-2 16,1 1 3-16,0 0-13 0,1-3-4 16,-4-1-2-16,0-4-1 15,-3-6-2-15,-2-6 2 16,-4-7-1-16,0-7 1 16,0-3 4-16,0-13-2 0,-3-5-2 15,0-7 1-15,3-3-1 16,0-4 3-16,8 1-2 15,7 3-1-15,2 8-1 16,5 5 1-16,-2 9-2 16,0 6 1-16,-1 0 0 15,-1 11 0-15,-3 3 1 0,-2 2 1 16,-1 2-4-16,-3 0 4 16,-4 1-5-16,0-3-43 15,-5-2-52-15,0-3-91 16</inkml:trace>
  <inkml:trace contextRef="#ctx0" brushRef="#br0" timeOffset="127427.64">8446 10735 396 0,'0'0'0'0,"0"0"0"16,3-29-7-16,7 28-100 15,1 1 10-15,1 0 11 16</inkml:trace>
  <inkml:trace contextRef="#ctx0" brushRef="#br0" timeOffset="128078.88">8609 10877 378 0,'0'0'3'0,"-3"33"17"0,1-16-5 15,0 0-1-15,2 0-5 16,2-3 7-16,3-4-7 16,5-3-6-16,3-3 0 15,2-4-2-15,2 0 0 16,0-10 0-16,-2-5-2 16,-1-3 1-16,-3-5 0 0,-3-2 0 15,-4 5 1-15,-4 0-1 16,0 4 1-16,-12 3 0 15,-2 9 1-15,-2 3 1 16,-1 1-2-16,-1 1 0 16,3 8-1-16,1-1 0 0,3 2 0 15,6-2 0-15,1-3 0 16,4-2-1-16,0-2 1 16,5-1 1-16,7-1 0 15,0-8 0-15,6-2 0 16,1-3 0-16,1 0 1 0,1-2 1 15,1 4 5-15,0 2 5 16,-2 3-2-16,-1 5-4 16,-4 2-1-16,1 4-2 15,-2 6-1-15,-4 2 1 16,1 1 0-16,-2 0-1 0,-1-1 1 16,-1 0-1-16,-2-3-3 15,-3-2 1-15,-2 0-1 16,0-3 0-16,0-2 1 15,0-2 1-15,-2 0 1 16,-3 0-2-16,0-6 2 0,0-4 2 16,3-2 2-16,2-1-3 15,0-2-3-15,9 1-2 16,4 0 1-16,2 3 0 16,4 4 1-16,-2 2 0 15,1 5 0-15,-1 0 2 16,-3 8 0-16,0 4 0 0,-2 4 0 15,-3 2-1-15,-3 2-2 16,-2 3 1-16,-4 0-2 16,0-3-69-16,0-5-111 15</inkml:trace>
  <inkml:trace contextRef="#ctx0" brushRef="#br0" timeOffset="128480.13">9362 10710 325 0,'0'0'194'0,"0"0"-124"0,0 0-58 15,7 40-4-15,0-14 5 16,0 2-6-16,-1 0-3 0,0-1-3 16,-2-1 0-16,-3-2 0 15,0-3-2-15,-1-3-23 16,0-8-68-16,-4-7-64 16,-3-3-179-16</inkml:trace>
  <inkml:trace contextRef="#ctx0" brushRef="#br0" timeOffset="128637.21">9333 10543 367 0,'0'0'0'16,"0"0"0"-16,0 0-3 16,0 0-2-16,0 0-35 15,0 0 7-15,20 35-39 16,-14-20-138-16</inkml:trace>
  <inkml:trace contextRef="#ctx0" brushRef="#br0" timeOffset="129000">9464 10846 411 0,'0'0'7'0,"0"0"17"15,0 0-19-15,16 30 8 16,-10-19-7-16,1-1 0 15,-1 0 5-15,-1-2-5 16,-2-1-4-16,1-1-1 16,-4-2-1-16,0 0 3 15,0-2-3-15,-2-2 1 0,-3 0 1 16,0 0-1-16,-3-2 1 16,3-6-2-16,-1-2 0 15,5-1 0-15,1-2 0 16,0-2 0-16,7 2 0 15,6 0 2-15,6 5 2 0,1 2 0 16,0 6 2-16,0 2-1 16,-3 5-2-16,-1 5 1 15,-2 3-3-15,-4 1 1 16,1-1 0-16,-2 1 1 0,-1-1-8 16,1-1-44-16,-4-5-58 15,3-3-92-15</inkml:trace>
  <inkml:trace contextRef="#ctx0" brushRef="#br0" timeOffset="129484.88">10106 10778 492 0,'0'0'4'0,"-32"3"32"0,12 6-27 16,-2 3 1-16,2 5 12 16,1 0 12-16,5 2-12 15,5 0-14-15,6-3-4 16,3 0-4-16,3-3 1 0,6-4-1 16,4-4 0-16,2-5-1 15,0-1 1-15,1-11-1 16,0-6-1-16,-3-9-7 15,-1-9 4-15,-2-6-1 16,0-7 0-16,-3-4 0 0,-2-3 4 16,-3 2-2-16,-2 5 1 15,0 9 2-15,-2 8 3 16,-3 12 0-16,-1 12 3 16,0 11 5-16,2 17-8 15,1 11 0-15,2 8 2 0,1 7 2 16,1 2 1-16,12-2-4 15,1-1 1-15,4-4-3 16,2-2 1-16,-1-4-2 16,0-5-2-16,-5-6-15 15,0-7-46-15,-2-7-70 0,0-10-111 16</inkml:trace>
  <inkml:trace contextRef="#ctx0" brushRef="#br0" timeOffset="129871.86">10419 10760 483 0,'0'0'7'0,"0"0"29"0,0 0-24 16,-42 10 11-16,23 4 6 16,1 1 5-16,3 2-9 15,2-1-13-15,5 1-5 0,2 0-5 16,5-1-1-16,1-4-1 15,1 0 1-15,8-5-2 16,1-2 2-16,3-5-2 16,2-1-2-16,0-10-12 0,1-5-6 15,-1-4 2-15,0-2 5 16,-3-1 1-16,-4 2 9 16,-3 3 3-16,0 5 2 15,-3 5 4-15,-2 8 12 16,0 0-6-16,0 7-8 0,1 7 1 15,-1 1 3-15,3 3-2 16,3-1-4-16,-2-1 0 16,5-2-1-16,-1-3 1 15,-1-1-2-15,2-5-19 16,-1-4-59-16,0-1-52 16,-1-4-95-16</inkml:trace>
  <inkml:trace contextRef="#ctx0" brushRef="#br0" timeOffset="130060.6">10562 10544 429 0,'0'0'8'15,"0"0"62"-15,0 0-47 16,0 0-10-16,-3 50 29 16,3-13-6-16,1 3-9 15,4 3-10-15,2-1-11 16,-2-3-3-16,1 0-1 0,-3-5-3 15,-2-4 2-15,-1-5-17 16,0-5-54-16,0-5-62 16,-2-11-98-16</inkml:trace>
  <inkml:trace contextRef="#ctx0" brushRef="#br0" timeOffset="130264.72">10616 10765 473 0,'0'0'31'16,"0"0"-15"-16,0 0 0 0,24-27-15 16,-15 27 0-16,3 0 0 15,1 0-1-15,0 0 1 16,3-1-1-16,1-1-37 16,1-3-54-16,-1-3-105 15</inkml:trace>
  <inkml:trace contextRef="#ctx0" brushRef="#br0" timeOffset="130572.91">10780 10801 476 0,'0'0'10'0,"-37"28"42"0,23-12-40 16,4 0 5-16,5-1-7 15,3-2 7-15,2-4-10 16,6-1-5-16,5-4-1 15,5-3-1-15,-2-1 2 0,5-3-2 16,-2-8-1 0,0-3-4-16,-1-5-5 0,-2-1 5 15,-4 0 0-15,-5 2 1 16,-3 5 4-16,-2 5 2 16,-2 8 10-16,-5 1 8 15,0 12-7-15,1 5 5 0,1 3-3 16,6 3-1-16,-1-3-7 15,5-1-5-15,6-3 0 16,3-4-2-16,3-5 1 16,2-4-2-16,-1-4-46 15,3-7-118-15</inkml:trace>
  <inkml:trace contextRef="#ctx0" brushRef="#br0" timeOffset="131216.01">11688 10821 308 0,'0'0'55'0,"0"0"1"15,0 0-41-15,32-13-13 0,-10 11-1 16,5 0 1-16,0 2-2 16,-1 0 2-16,-3 0-4 15,-3 2-10-15,-6 2-129 16,-9-1-119-16</inkml:trace>
  <inkml:trace contextRef="#ctx0" brushRef="#br0" timeOffset="131397.57">11693 10945 309 0,'0'0'15'0,"0"0"8"0,0 0-14 15,0 0 20-15,0 0 17 16,57 10-14-16,-23-17-19 16,7 2-8-16,3-3-3 15,-2-1-2-15,-5 0-103 16</inkml:trace>
  <inkml:trace contextRef="#ctx0" brushRef="#br0" timeOffset="132221.97">13150 10445 231 0,'0'0'44'0,"0"0"6"16,0-32 9-16,-7 25-7 0,-6 4-30 15,-4 1 2-15,-4 2-5 16,-3 1-4-16,-3 7-6 16,-4 3 0-16,1 4-1 15,4 1-3-15,3 0-2 16,6 1-2-16,6 0 0 0,11 0-1 16,2-1-1-16,14-1 2 15,10-2-1-15,6 1 0 16,2-2 0-16,4 0 0 15,-3 0 0-15,-1 2 0 0,-9 0 0 16,-5-1 0-16,-6 2 0 16,-8 2 0-16,-6 0 1 15,0 0-1-15,-15 0 0 16,-3-1 0-16,-6 1 0 16,-4-1 0-16,-4-3 2 0,-5-1-2 15,0 2 1-15,-2-3-1 16,-1 0 3-16,4-3-4 15,3-2 2-15,8-2-1 16,8-4 0-16,13 0-1 16,4-6-1-16,14-8-39 15,17-7-111-15,9-6-96 0</inkml:trace>
  <inkml:trace contextRef="#ctx0" brushRef="#br0" timeOffset="132656.73">13557 10468 367 0,'0'0'3'0,"-31"-22"47"16,10 16-18-16,-4 4 22 16,-3 2-46-16,-2 0 16 0,1 5 2 15,4 4-13-15,0 3-6 16,5 3-3-16,4 2-4 15,6 1 1-15,7 0-1 16,3 1 0-16,10 0 1 16,7-1-2-16,8 1 1 0,1 0 0 15,3-1 1-15,0 1-1 16,-6-1-1-16,-2-1 1 16,-5 1-4-16,-8-2 1 15,-4-1-1-15,-4-1 2 16,-6 0 2-16,-7-3 0 0,-5-1 1 15,-4 0 0-15,-1 0-1 16,-4-2 0-16,2 0 1 16,-2-1-1-16,2 1 0 15,0 0 0-15,3-3-1 16,2 1 2-16,6-1-2 0,4 0-1 16,6 0-40-16,4-1-47 15,7-2-51-15,9 0 17 16</inkml:trace>
  <inkml:trace contextRef="#ctx0" brushRef="#br0" timeOffset="132892.87">13744 10845 351 0,'0'0'48'0,"0"0"0"0,0 0-32 16,0 0 9-16,21 31 24 0,-21-9 4 15,0 4-14-15,0 5-20 16,0 2-11-16,-2 1-1 16,1-2-6-16,-1-3 1 15,0-4-2-15,1-5 0 16,-1-7-3-16,-1-6-41 0,-4-4-23 16,-1-3-27-16,-5-8-95 15</inkml:trace>
  <inkml:trace contextRef="#ctx0" brushRef="#br0" timeOffset="133074.65">13590 10879 444 0,'0'0'8'0,"0"0"15"16,0 0-8-16,28-34 1 15,-8 25-2-15,3 1 6 0,4-1-2 16,3 1-10-16,2-2-5 15,1 4-1-15,0 0-2 16,-1 3 0-16,-4 1-8 16,-5 2-67-16,-4 0-97 15,-5 1-90-15</inkml:trace>
  <inkml:trace contextRef="#ctx0" brushRef="#br0" timeOffset="133357.74">13910 10920 279 0,'0'0'12'0,"-26"46"71"15,16-21-42-15,1 1 10 16,4-1-26-16,4-2-9 0,1-4-6 16,3-3-4-16,7-4-1 15,5-5-2-15,4-3-1 16,2-4 0-16,1 0 0 16,0-5-1-16,-3-8 0 0,-1-2 0 15,-8-3 0-15,-6-2 0 16,-4-3 0-16,-1 3-1 15,-12 0 0-15,-4 4-1 16,-4 4 1-16,-1 4 0 16,0 2-1-16,2 2 0 0,4 4-2 15,5 0-3-15,4-2-29 16,6 2-29-16,1-4-64 16,3-3-49-16</inkml:trace>
  <inkml:trace contextRef="#ctx0" brushRef="#br0" timeOffset="133578.76">14131 10799 377 0,'0'0'121'16,"0"0"-119"-16,10 46 14 16,-6-20 12-16,2 3-10 0,-3 3 1 15,0 1-8-15,-1 3-5 16,0-1-3-16,-2-1-2 15,0-4-1-15,0-4-43 16,-6-6-43-16,-1-8-26 16,1-7-142-16</inkml:trace>
  <inkml:trace contextRef="#ctx0" brushRef="#br0" timeOffset="133735.76">14083 11054 404 0,'0'0'2'0,"29"-21"29"16,-7 10-13-16,3 3 11 16,4 0-15-16,1 2-3 15,0 2-5-15,0 1-6 16,0 1 1-16,-4-1-40 0,-2 1-56 16,-3-1-105-16</inkml:trace>
  <inkml:trace contextRef="#ctx0" brushRef="#br0" timeOffset="134302.99">14382 11001 257 0,'0'0'113'0,"-35"16"-54"0,19-7-28 15,2 4-5-15,4 0-5 16,1 1-3-16,6-2-1 16,1 0-10-16,2-2-5 15,2 0-1-15,4-4 0 16,4 0-1-16,3-5 1 0,1-1-1 15,3 0 0-15,0-7 0 16,0-5 0-16,-3-3 0 16,-1-1 1-16,-3 0-1 15,-4 3 0-15,-2 5 4 16,-1 3 5-16,-3 5 26 0,0 0-19 16,0 7-14-16,0 5 8 15,0 3 11-15,0 0-7 16,0 2-5-16,0-2-1 15,7-2-3-15,3-1 0 0,3-1-4 16,2-4 0-16,2-1 0 16,1-4-1-16,3-2 1 15,1-2-1-15,1-9 0 16,-3-8 1-16,0-5-1 16,-1-10 0-16,-3-7-1 15,-2-5-6-15,-6-5-13 0,-1-3-10 16,-7 0 5-16,0 5 19 15,-8 6 5-15,-3 9 1 16,-2 10 0-16,-3 11 2 16,0 13 2-16,1 11 2 15,3 14 1-15,2 10 8 0,5 6 3 16,5 7-3-16,5 3 0 16,7-1-6-16,6-4 1 15,1-3-6-15,1-5-2 16,0-6-3-16,-1-6 2 15,-1-7-2-15,0-8-89 0,-1-9-180 16</inkml:trace>
  <inkml:trace contextRef="#ctx0" brushRef="#br0" timeOffset="135578.59">17257 5052 280 0,'0'0'3'0,"34"0"11"0,-3-2-2 16,15-6-4-16,13 3 7 16,16-3 6-16,13-1 8 15,13-2 5-15,10-1-12 16,7 1 2-16,6-3-11 0,4 1-2 16,3 0-2-16,0 0-3 15,-6-2 2-15,-9 2 0 16,-9-1 5-16,-10 2-3 15,-15 3-8-15,-17 2-1 16,-15 3 0-16,-15 2-1 0,-16 2-2 16,-19 1-31-16,-14 8-56 15,-24-3-63-15</inkml:trace>
  <inkml:trace contextRef="#ctx0" brushRef="#br0" timeOffset="135919.29">17346 5294 256 0,'0'0'3'16,"0"0"19"-16,0 0-2 15,0 0-18-15,50-9-1 0,0 1 2 16,19-3 24-16,20-3 40 16,21-3-29-16,17 0-13 15,15-2-8-15,12 0-8 16,7 0-2-16,4 0 0 16,-3 0 3-16,-4-1 6 0,-6 2-1 15,-13 1-5-15,-21 3-4 16,-18 4-5-16,-22 3 0 15,-21 2-2-15,-26-2-60 16,-21-3-164-16</inkml:trace>
  <inkml:trace contextRef="#ctx0" brushRef="#br0" timeOffset="137213.82">13023 11295 124 0,'-37'7'41'0,"1"-1"-11"16,4-1-9-16,7 0-3 15,7-1-3-15,6-1 0 16,9-2-5-16,3 1-6 15,19-2-6-15,14 0 38 0,15-3 3 16,18-3-10-16,16-1 3 16,13 0-8-16,12 0-9 15,10 3-2-15,2 1-2 16,3 3-3-16,0 0-4 16,1 0 0-16,-6 1-3 15,-5-1-1-15,-5-2 1 0,-4-5 1 16,-8-1-2-16,-9 0 0 15,-12-1 0-15,-12 1 0 16,-14 3 1-16,-11 1-1 16,-16 2-1-16,-15-1-44 0,-10-2-102 15</inkml:trace>
  <inkml:trace contextRef="#ctx0" brushRef="#br0" timeOffset="137605.91">12808 11693 293 0,'45'-5'30'0,"12"-6"-18"0,20-3 28 0,17-1 10 0,12-1-24 15,14 1-9-15,7-2-9 16,4 1-2-16,4 0-1 16,0 1-1-16,-2 0 2 15,-6 0 7-15,-8 2 2 16,-9 3 4-16,-12 1-2 0,-14 3-8 15,-17 3-5-15,-13 1-2 16,-14 2-2-16,-14 0 0 16,-12 1 0-16,-14 4-3 15,-7-4-63-15,-16-1-139 16</inkml:trace>
  <inkml:trace contextRef="#ctx0" brushRef="#br0" timeOffset="139666.37">5640 12372 62 0,'2'-3'30'16,"-2"1"-13"-16,0 0 2 15,0 2 10-15,0 0 66 16,0 0-79-16,-3 9-6 16,-1 5-7-16,-1 6 13 15,2 5 8-15,-2 7-4 0,1 5 9 16,0 5-9-16,0 4-13 16,1 3-3-16,-3 1-3 15,0-4-1-15,-1-4 0 16,0-7 1-16,1-9 0 15,1-8 1-15,-2-10-1 0,4-8 3 16,-1 0 65-16,1-16-50 16,3-11-14-16,0-11-3 15,0-10 1-15,7-9 4 16,6-8-5-16,1-6-1 16,0 3-1-16,2 5 0 0,-3 10 0 15,-3 11 1-15,-3 13-1 16,-1 15 0-16,-3 11 1 15,0 6-2-15,0 16 1 16,4 9 1-16,1 8 2 16,2 6-1-16,4 4 5 0,2 2 7 15,2-1-9-15,3-1-3 16,0-2 0-16,0 2-2 16,0-2 0-16,-1-3 2 15,-3-4-4-15,-3-8-1 16,-4-4-61-16,-6-12-26 0,-4-5-56 15</inkml:trace>
  <inkml:trace contextRef="#ctx0" brushRef="#br0" timeOffset="139855.92">5575 12720 320 0,'0'0'-9'0,"0"0"78"16,0 0-36-16,12-34-25 0,6 23-4 16,7-1-2-16,4-1-2 15,6 1 2-15,2-1-2 16,2 1-8-16,-5-1-92 16,1-1-41-16</inkml:trace>
  <inkml:trace contextRef="#ctx0" brushRef="#br0" timeOffset="140159.94">6060 12573 283 0,'0'0'-8'0,"0"0"110"16,0 0-63-16,-36-8 13 15,23 8-17-15,1 1-13 16,-3 9-7-16,3 4-8 15,-1 4-3-15,1 3-1 0,4 3-1 16,1 0 1-16,7-1-1 16,0-1-2-16,7-2 1 15,6-5-1-15,5-4-1 16,3-5 2-16,2-4-1 16,1-2 0-16,1-4-1 0,-2-7-13 15,-1-5-45-15,-2-2-52 16,-6-7-28-16,-3-1-99 15</inkml:trace>
  <inkml:trace contextRef="#ctx0" brushRef="#br0" timeOffset="140361.15">6115 12337 365 0,'0'0'-18'0,"0"0"122"16,0 0-68-16,0 0-27 15,-2 34 23-15,12-9-13 0,0 2-11 16,3 5 29-16,1 1-25 16,1 1-9-16,-3-1-2 15,1 2-1-15,-2 0-1 16,-1-4-12-16,-3 0-83 16,-3-9 4-16,-4-9-113 0</inkml:trace>
  <inkml:trace contextRef="#ctx0" brushRef="#br0" timeOffset="140843.76">6170 12638 225 0,'0'0'126'0,"0"0"-41"15,-4-40-35-15,11 26-27 16,8 2-4-16,4 0 5 16,1 2-5-16,2 6-7 15,-2 3-7-15,-3 1-2 16,-2 2 0-16,-4 10-2 0,-1 2 0 15,-3 1 1-15,-2 0-2 16,-1 3 1-16,-3-1-1 16,1-1 0-16,-1-1 0 15,2-2 0-15,1 0 0 16,0-3 0-16,2-2 1 0,-1-2-1 16,2-2-2-16,2-2 3 15,-2-2-1-15,3 0-1 16,0-3 0-16,-1-6 1 15,1-4-1-15,-3-2-1 16,0-3-1-16,-1-1 2 0,-3-1 0 16,-2 2 2-16,-1 1-1 15,0 4 1-15,-1 3 3 16,-3 3 11-16,-2 4 25 16,3 2-15-16,0 1-10 15,3 3-9-15,0 7-5 16,0 2 0-16,3 4 0 0,6 1-1 15,1 2 0-15,1-1 0 16,3 0-1-16,3-1-2 16,-2-1-55-16,1-2-38 15,0-5-12-15,-3-5-158 16</inkml:trace>
  <inkml:trace contextRef="#ctx0" brushRef="#br0" timeOffset="141328.76">6742 12567 167 0,'0'0'25'0,"0"0"26"0,0 0 19 16,0 0-14-16,17-28 7 15,-20 28-21-15,-7 0-27 16,-1 5-4-16,-7 6 12 16,-1 1 1-16,2 4-3 15,0 1-4-15,2 1-5 0,5 0-7 16,2 0-2-16,5 0-2 16,3-3-1-16,0-2 0 15,4-2-1-15,5-2 1 16,1-5 0-16,2-4-1 15,-1 0-6-15,2-5-19 0,0-8 7 16,-2-4 9-16,-2-3 7 16,-1-2 3-16,0-1 0 15,-4 4 0-15,-1 4 2 16,-1 3 9-16,-2 7 10 16,0 5 0-16,0 0-16 0,1 7-4 15,3 4 0-15,1 3 0 16,3 1 0-16,2 0-1 15,1 0 0-15,2-1 0 16,-1-5-8-16,1 0-79 16,-1-6-58-16,-4-3-94 0</inkml:trace>
  <inkml:trace contextRef="#ctx0" brushRef="#br0" timeOffset="141573.92">6815 12317 385 0,'0'0'-1'0,"0"0"73"0,0 0-53 0,-8 35-7 16,16-7 24-16,5 6 2 0,3 2 0 16,0 1-23-16,3-2-9 15,-2 1-3-15,-1-1-2 16,-2-3-1-16,-2-2 1 15,-2-3-4-15,-4-5-38 16,-1-9-66-16,-1-8-75 16</inkml:trace>
  <inkml:trace contextRef="#ctx0" brushRef="#br0" timeOffset="141775.97">6975 12284 357 0,'0'0'103'16,"0"0"-68"-16,-16 37-13 16,16-11 3-16,4 5 10 15,6 4-1-15,2 0-16 0,4 1-9 16,0-3-5-16,0 0-2 16,-2 1 0-16,1-2-2 15,-5-1-2-15,0-5-25 16,-3-3-23-16,1-9-123 15,-3-8-182-15</inkml:trace>
  <inkml:trace contextRef="#ctx0" brushRef="#br0" timeOffset="142153.85">7161 12564 466 0,'0'0'44'0,"0"0"-5"16,0 0-37-16,-2 31 3 15,9-20 3-15,4-1-1 16,2 0 0-16,3-3-4 16,-1-1-1-16,2-2-1 15,-4-3-1-15,0-1-2 0,1-3-42 16,-2-8 9-16,-1-4 19 16,-1-2-4-16,-1-3 16 15,-4 4 4-15,0 1 7 16,-2 6 16-16,0 5 13 15,1 4-3-15,1 4-25 0,2 11-1 16,3 7 20-16,0 8 6 16,1 8-19-16,0 5-9 15,-1 2 9-15,-5 2-6 16,-2-2-5-16,-3-2-1 16,-4-5-2-16,-7-4 1 0,-7-5 0 15,-5-4 0-15,-8-2-1 16,-3-5-1-16,-11-7-57 15,-10-7-133-15</inkml:trace>
  <inkml:trace contextRef="#ctx0" brushRef="#br0" timeOffset="143068.39">3496 12355 429 0,'0'0'-20'0,"-13"-29"71"0,13 27-8 16,0 5-30-16,13 14-13 16,6 5 4-16,6 7 4 15,3 4 4-15,5 3-6 16,2 2-1-16,-1 2-2 15,0-2 1-15,-3-2-3 16,-3-5-1-16,-8-9 2 0,-5-7-2 16,-7-9 1-16,-2-6 3 15,-6-8 62-15,0-12-22 16,-2-9-37-16,-5-8-4 16,-2-9-1-16,-1-5-1 15,0-2-2-15,3 0-1 0,3 7 0 16,2 6-4-16,2 12-24 15,4 11-23-15,5 11-16 16,3 6-67-16,-4 10-13 16</inkml:trace>
  <inkml:trace contextRef="#ctx0" brushRef="#br0" timeOffset="143542.62">4123 12515 210 0,'0'0'18'0,"0"0"87"15,-3-35-31-15,-5 24-15 16,-3 3-16-16,1 2-4 16,-3 1-4-16,-1 3 18 0,-1 2-41 15,1 3-11-15,0 5-1 16,1 2 1-16,1 5-1 15,3 0-2-15,4 3 2 16,3 0-2-16,2-1-1 16,0 0 3-16,9-2 0 0,1-1 0 15,2-5-2-15,1-2-3 16,1-6-2-16,-1-1-4 16,-3-4 5-16,0-10 1 15,-3-3 2-15,-2-4 2 16,-4 0 2-16,-1 0 0 0,0 3-1 15,0 5 2-15,-1 3 3 16,-4 3 4-16,1 5 1 16,1 2 0-16,2 0-7 15,1 7-3-15,0 4-3 16,4 3 3-16,5 3 1 16,2 1 0-16,7 0-2 0,-4 0 1 15,5-1 1-15,-2-1-3 16,1-1-32-16,-1-4-40 15,-2-2-34-15,0-6-53 16,-3-3-97-16</inkml:trace>
  <inkml:trace contextRef="#ctx0" brushRef="#br0" timeOffset="144064.68">4325 12539 341 0,'0'0'108'0,"0"0"-31"15,0 0-56-15,0 0-16 16,0 0-3-16,0 0-1 16,0 0 7-16,0 0 1 15,36 31-4-15,-24-17-2 16,-2 0-1-16,0 1 0 0,-3-2-1 16,-2-1 0-16,-2-6 0 15,-1 0 0-15,-2-5 2 16,0-1 7-16,-2-3-1 15,-3-7 3-15,-1-5-5 16,0-3-5-16,2-3-2 16,2 0-1-16,2 0 1 0,3 1-2 15,7 4-1-15,5 2-3 16,1 4-26-16,0 3-19 16,1 3-23-16,-4 2-50 15,-1 2 34-15,-4 0 51 16,-4 0 38-16,-1 0 5 0,-1 5 50 15,-2 0 31-15,1 2 8 16,-1 2-16-16,3 1-19 16,1 2-21-16,1 0-21 15,2 1-8-15,-1 0-1 0,3 1-4 16,1 0-2-16,-3 1 0 16,0 0-1-16,-1 1 1 15,-2 2-1-15,-1-2 1 16,-2-2-6-16,-1-2-42 15,0-2-56-15,-1-8-51 16,-5-2-66-16</inkml:trace>
  <inkml:trace contextRef="#ctx0" brushRef="#br0" timeOffset="144204.79">4446 12359 429 0,'0'0'-3'0,"0"0"6"15,0 0-6-15,0 0-23 16,0 0-77-16,0 0 85 16,0 0-36-16,0 0-147 0</inkml:trace>
  <inkml:trace contextRef="#ctx0" brushRef="#br0" timeOffset="144623.9">4749 12453 414 0,'0'0'64'15,"0"0"4"-15,0 0-45 16,-38-7-3-16,28 15-5 16,-1 5-9-16,1 3-2 0,1 2-1 15,5 1-1-15,0-1-2 16,4-1-1-16,0-2 0 15,7-2 1-15,1-2 1 16,2-3-1-16,0-5-2 16,2-2-1-16,0-1-6 0,-4-8-6 15,1-4 1-15,-3-4 6 16,-2-1 7-16,-3 0 1 16,-1 3 0-16,0 0 3 15,0 4 16-15,0 4 5 16,0 2-9-16,-1 3-6 0,1 1-2 15,0 0-7-15,0 8-1 16,3 2 1-16,5 2-1 16,1 2 1-16,2 0 1 15,3 1-1-15,-1 0-2 0,1-2-51 16,-4-3-52-16,0-4-78 16</inkml:trace>
  <inkml:trace contextRef="#ctx0" brushRef="#br0" timeOffset="145015.7">4818 12288 450 0,'0'0'21'0,"0"0"21"16,0 0-45-16,-4 31 3 15,12-6 8-15,4 2 8 0,0 2 11 16,2 1-17-16,0 1-2 15,2-1 0-15,-1-2-4 16,-4-2-1-16,-1-3-2 16,-1-4 0-16,-5-8 0 15,-1-3 0-15,-3-7 0 16,0-1 10-16,0-9 47 0,0-4-48 16,0-7-9-16,0-3 0 15,0 0 0-15,3 2-1 16,4 3 0-16,2 4 0 15,0 4 0-15,1 5-1 16,0 4 0-16,0 1-1 0,0 1 0 16,-2 9 2-16,3 2-1 15,-3 3 1-15,0 3-1 16,0 3-4-16,-1 2-39 16,-2 1-42-16,-4-2-28 15,0-5-51-15</inkml:trace>
  <inkml:trace contextRef="#ctx0" brushRef="#br0" timeOffset="145201.82">4916 12330 389 0,'0'0'26'0,"0"0"-7"0,0 0 3 15,0 0-20-15,0 0-5 0,0 0 1 16,0 0 1-16,0 0 1 16,0 0-19-16,37 15-105 15,-19-8-90-15</inkml:trace>
  <inkml:trace contextRef="#ctx0" brushRef="#br0" timeOffset="145578.31">5158 12408 506 0,'0'0'11'0,"0"0"-3"0,0 0-9 15,-2 28 3-15,2-18 3 16,5-2 3-16,3 2-3 16,0-3-3-16,2 2 0 15,1-4-1-15,0 1 0 16,-1-1 0-16,-1-3 0 15,-2-1-1-15,-1 1 1 0,-1-2-1 16,0 0 1-16,-4-4 1 16,-1-5 3-16,0-1-2 15,0-4-1-15,-3-2-3 16,-3 1-3-16,1 0-14 16,-2 0-3-16,2 1 5 0,-1 4-3 15,2 2-14-15,1 4-5 16,-1 2-4-16,-1 2-1 15,0 1-11-15,0 6 36 16,2 2 15-16,-1-1 4 0,4 0-6 16,0 0-29-16,0-3-31 15,3-1-57-15</inkml:trace>
  <inkml:trace contextRef="#ctx0" brushRef="#br0" timeOffset="145906.71">5263 12416 195 0,'0'0'60'0,"0"0"0"15,0 0-22-15,34 0-2 16,-24 5-10-16,0 3-7 16,0-2-8-16,-2 2-6 15,1 0-3-15,-1 0 0 16,-1 0-1-16,-4-3 0 0,-2 1 1 16,-1-2 0-16,0-2 1 15,0-2 0-15,0 0 7 16,-1-2 43-16,-2-6-20 15,-2-5-12-15,3-2-5 0,0-2-3 16,2 0 3-16,0 1-6 16,0 4-5-16,3 3-2 15,3 5-2-15,2 4-2 16,2 0-1-16,0 7 1 16,1 5 1-16,2 3-1 0,-2 1 1 15,-1-1-52-15,2-5-108 16</inkml:trace>
  <inkml:trace contextRef="#ctx0" brushRef="#br0" timeOffset="147166.76">7657 12618 242 0,'0'0'63'15,"0"0"-43"-15,0 0-11 16,47-26 13-16,-24 10-3 15,6-3-4-15,2-4-5 16,2-4-1-16,-1-1-6 0,-2-3-2 16,-2 3 1-16,-10-2 0 15,-4 4 0-15,-11 4 0 16,-3 4 6-16,-3 8 18 16,-16 7-7-16,-4 3 2 15,-6 13-4-15,-3 14 6 16,2 7 3-16,2 6-6 0,6 4-5 15,10 2-6-15,9-4-5 16,3-5-1-16,12-5-3 16,9-7 1-16,6-8-1 15,4-6 1-15,0-7-1 16,1-4 0-16,2 0 0 0,-6-7-3 16,1-3-36-16,-4-1-11 15,-5 1-38-15,-6 3-41 16,-3 0 23-16,-6 4-30 15</inkml:trace>
  <inkml:trace contextRef="#ctx0" brushRef="#br0" timeOffset="147339.34">8045 12628 97 0,'0'0'80'16,"0"0"9"-16,-31-2 2 15,24-5-7-15,5-4-12 16,2-3-21-16,0-3-14 16,12-3-11-16,6-3-6 0,4 0-7 15,5 1-5-15,-1 1-6 16,0 3-1-16,-3 5 0 15,-2 4-2-15,-9 2 2 16,-2 4-6-16,-4 3-46 16,-6-1-48-16,-1-1-59 15,-14-1-160-15</inkml:trace>
  <inkml:trace contextRef="#ctx0" brushRef="#br0" timeOffset="147501.56">8035 12421 454 0,'0'0'24'15,"0"0"40"-15,0 0-59 0,-13 32 3 16,23-16 7-16,6 3 13 16,3 0-12-16,4 3-10 15,3 1-5-15,0 1 0 16,2 0-1-16,-1 0-1 16,-4-4-30-16,-1-8-66 0,-4-7-62 15,-2-5-61-15</inkml:trace>
  <inkml:trace contextRef="#ctx0" brushRef="#br0" timeOffset="147944.79">8419 12400 476 0,'0'0'5'0,"7"57"12"15,0-20 19-15,3 4-9 16,2 2-4-16,-1 0 12 0,3-1-24 15,1-1-4-15,-2-3-4 16,-1-5-1-16,-4-8 0 16,-2-6 0-16,-3-7-1 15,-3-10 0-15,0-2 5 16,-5-12 0-16,-3-9-6 0,-1-8 1 16,-5-9-1-16,1-8 0 15,-2-6-1-15,2-3 1 16,3 0 0-16,5 4 0 15,3 9 0-15,2 10 0 16,3 11 0-16,7 12 0 0,4 9-2 16,3 2 2-16,-2 12 0 15,3 3 2-15,-6 1-2 16,-1 2 0-16,-4 2 0 16,-5-1 0-16,-2-3-2 15,-2 0-5-15,-8-3-17 16,-2-3-2-16,-1-4 7 0,-1-3 0 15,3-5-9-15,1 0-29 16,1-11-73-16,4-8-53 16</inkml:trace>
  <inkml:trace contextRef="#ctx0" brushRef="#br0" timeOffset="148147.57">8711 12117 476 0,'0'0'19'0,"2"40"-11"16,-1-9 31-16,3 6-1 16,-1 2-8-16,1 1-15 15,1-2-9-15,3 0-5 16,0 0 0-16,-1-3 0 16,0-3-2-16,1-3-30 15,-3-11-81-15,0-8-38 0</inkml:trace>
  <inkml:trace contextRef="#ctx0" brushRef="#br0" timeOffset="148734.96">8986 12426 370 0,'0'0'77'16,"0"0"-24"-16,-34-13 1 15,18 12-17-15,-1 1-11 0,0 0-12 16,-1 2-3-16,3 9-4 16,-1 2-3-16,5 3-1 15,0 1-3-15,5 3 1 16,3-2-2-16,3 0 2 16,2-3-2-16,9-4 0 15,3-4 0-15,4-4-4 0,4-3-15 16,0-5 1-16,1-9-22 15,-2-6-6-15,0-2 18 16,-4-2 21-16,-6 1 8 16,-2 3 1-16,-6 3 8 0,-3 7 29 15,0 7 13-15,-3 3-20 16,-6 5-18-16,2 6 2 16,3 5 0-16,1 1-4 15,3 1-4-15,0-1-3 16,4-2-2-16,6-2-2 0,3-3 1 15,3-5 0-15,0-2-1 16,3-3 0-16,0 0 0 16,-1-3 0-16,-2-7-2 15,0-2-3-15,-3-2-3 16,-3-2 3-16,-4-1 4 0,-3 1 1 16,-2 2 0-16,-1 4 1 15,0 3 1-15,0 4 3 16,-3 3 2-16,2 0-4 15,-1 7-2-15,2 3-2 16,0 4 2-16,3 3-1 16,3 0 0-16,3 1 0 0,1-2 0 15,0 1-1-15,0-2-2 16,-1-4-56-16,-1-3-67 16,-5-5-43-16</inkml:trace>
  <inkml:trace contextRef="#ctx0" brushRef="#br0" timeOffset="148881.6">9138 12154 449 0,'0'0'-12'0,"0"0"-16"0,0 0-159 15</inkml:trace>
  <inkml:trace contextRef="#ctx0" brushRef="#br0" timeOffset="149201.67">9308 12423 420 0,'0'0'7'15,"2"28"-7"-15,-2-13 3 0,0 1-2 16,0-1-1-16,0-3 7 15,0-2 2-15,0-2-5 16,0 0-4-16,0-3 1 16,0-3 0-16,0-2 0 15,0 0 5-15,0-4-2 0,-2-9 2 16,0-2 1-16,2-3 5 16,0 0 0-16,0 0-5 15,4 5-3-15,2 3-2 16,3 6 0-16,1 4-4 15,1 1 2-15,0 9-1 16,0 1 2-16,0 4-1 0,-1 1-4 16,-1-1-39-16,-2-3-47 15,-1-5-119-15</inkml:trace>
  <inkml:trace contextRef="#ctx0" brushRef="#br0" timeOffset="149542.84">9489 12534 412 0,'0'0'38'0,"0"0"11"15,0 0-22-15,0 0-8 0,0 0-14 16,13-35-3-16,-1 24 0 16,5-1-1-16,0 0-1 15,1 1 0-15,-1-1 1 16,-3 4-3-16,-4 0-6 0,-3 0-14 15,-6 1 11-15,-1 4 10 16,-8 1 1-16,-6 2 1 16,-5 0 0-16,-3 8 11 15,-1 5 15-15,3 2-1 16,2 2-4-16,6 1-11 16,6 0-7-16,6 0-2 0,4-3-1 15,9-3-1-15,8-4 0 16,3-2-1-16,3-4-26 15,1-2-60-15,-3-6-91 16,2-5-133-16</inkml:trace>
  <inkml:trace contextRef="#ctx0" brushRef="#br0" timeOffset="149943.1">9780 12466 332 0,'0'0'42'0,"-38"16"22"0,20-6-33 15,2 3 1-15,5-1-7 16,1 1-1-16,10-1-13 16,0-2-10-16,0-2-1 15,10-1 2-15,2-4-2 16,3-1 0-16,-2-1-2 0,1-4-11 16,-1-9-6-16,-1-4 9 15,-2-2 10-15,-3-7 0 16,-1-6 1-16,-4-7 0 15,0-4 1-15,-2-4 0 16,0-5 2-16,-7 1 2 0,0 6 1 16,-3 9 5-16,0 10 7 15,0 14 11-15,1 11-12 16,1 19-17-16,3 10-2 16,3 9 1-16,2 5 1 15,2 1-1-15,8-1 0 16,4-2 0-16,4-4 0 0,-1-3-10 15,3-3-40-15,2-4-39 16,-1-7-66-16,3-5-75 16</inkml:trace>
  <inkml:trace contextRef="#ctx0" brushRef="#br0" timeOffset="150474.9">10197 12114 317 0,'0'0'35'0,"0"0"78"0,0 0-66 16,-33 28-39-16,30 7 18 15,3 3 2-15,0 6-10 16,1-2-4-16,10-2-6 16,-1-2-3-16,2-3-2 0,-1-1-1 15,-1-5-2-15,-2-7 1 16,-2-6 1-16,0-9-4 16,1-7 4-16,-1-5 1 15,1-13-1-15,3-5-2 16,4-5 0-16,-1-2-1 15,5 4 1-15,-1 5-1 0,2 6 1 16,-2 11-1-16,-1 4 1 16,-3 6-1-16,-5 10 1 15,-2 5 0-15,-6 1 0 16,0 2 0-16,-5-1 1 16,-6 0-1-16,0-4 1 0,-3-3-1 15,-1-1 0-15,1-5 0 16,1-2 0-16,1-3-1 15,2-3 1-15,3-2-1 16,2 0-3-16,4-4-8 16,1-5-25-16,7-2-45 0,6-4-22 15,3-2-122-15</inkml:trace>
  <inkml:trace contextRef="#ctx0" brushRef="#br0" timeOffset="150859.82">10442 12443 518 0,'0'0'7'0,"0"0"54"0,0 0-58 0,0 0 3 16,0 0 0-16,0 0 0 15,17 31-1-15,-11-23-3 16,2 1 0-16,0-2-1 0,2-3-2 16,-1-1 2-16,1-3-1 15,1-3 1-15,-1-10 0 16,1-2 1-16,-3-4-3 15,-1 2 2-15,-1 2-1 16,-3 5 1-16,1 8 1 16,-2 3 23-16,-2 16-23 0,1 7 2 15,1 11 9-15,0 8 9 16,1 6-8-16,0 5-10 16,-1 3 9-16,-2-2-2 15,0-5-7-15,-2-7-2 16,-5-7 2-16,-3-9 2 0,-1-8 5 15,-1-6-4-15,-5-7-3 16,-1-5-1-16,-2-1-1 16,-2-6-2-16,0-6 0 15,2-5-6-15,3-4-34 16,6-5-18-16,2-2-34 0,6-5-91 16,2-2-153-16</inkml:trace>
  <inkml:trace contextRef="#ctx0" brushRef="#br0" timeOffset="151471">10873 12459 350 0,'0'0'5'0,"0"0"69"0,0 0-21 15,0 0-40-15,0 0 23 16,10 40 5-16,-9-12-11 16,4 0-15-16,-2 1 2 15,2-2-11-15,2-4-4 16,-3-4-1-16,0-6-1 0,-1-3 1 16,0-5-1-16,0-5 2 15,-2 0 0-15,1-9 2 16,0-7-3-16,1-6 0 15,2-6-1-15,2-3 1 0,1-2-2 16,4 0 1-16,4 5 0 16,0 8-1-16,0 7 1 15,1 11-2-15,-4 2 1 16,-2 15-1-16,-3 7 1 16,-4 5 2-16,0 2 0 0,-1 0-1 15,-3-2 0-15,1-4 0 16,-1-5 0-16,0-4 0 15,0-5 1-15,0-4-2 16,0-5 1-16,0 0 4 16,0-12 1-16,0-4-5 0,0-6 0 15,3-4 2-15,2-6 0 16,2-2 2-16,1 3-4 16,4-1-1-16,3 6 1 15,-2 9 0-15,2 9 0 16,-1 8-1-16,-2 3 0 0,0 15 0 15,-3 4 1-15,0 5 1 16,1 0-2-16,-2 0 2 16,4-1-2-16,0-6-3 15,4-2-26-15,1-6-32 16,2-5-73-16,2-7-67 0</inkml:trace>
  <inkml:trace contextRef="#ctx0" brushRef="#br0" timeOffset="151870.15">11442 12493 490 0,'0'0'5'0,"-32"-1"44"16,19 2-38-16,1 10 10 16,0 2 0-16,5 2 9 15,1 3-2-15,5 0-14 16,1 0-6-16,0 1-3 0,6-3-4 15,1-1 0-15,3-2 0 16,0-4-1-16,5-3 0 16,-2-4 0-16,4-2 0 15,-2-4-1-15,3-8-3 16,-4-4-1-16,-1-3 1 0,-3-1 4 16,-5-3 0-16,-5-2 0 15,0 1 0-15,-7 2 0 16,-5 3 0-16,-5 4 0 15,-2 5 1-15,-3 3-1 0,0 5-1 16,2 2 0-16,5 0-1 16,2 0 1-16,4 0-3 15,2 2-6-15,6 1-37 16,1-1-48-16,5 1 9 16,8-2 24-16,7-1-67 15,6 1-68-15</inkml:trace>
  <inkml:trace contextRef="#ctx0" brushRef="#br0" timeOffset="152748.42">11773 12432 180 0,'0'0'200'0,"0"0"-144"16,0 0-25-16,-36 11 17 16,10-4-8-16,0 2-8 15,-1 1-4-15,0 2-10 16,6 1-3-16,5 0-7 15,5 1-4-15,4-1-2 0,8 0-1 16,0 2-1-16,12-4 0 16,2 0 0-16,3-2 0 15,3-4 0-15,0-3 0 16,-1-2 0-16,1-3-1 16,-3-8 0-16,-2-5 2 0,-2-5-1 15,0-6 1-15,-4-7-1 16,-2-6 1-16,-2-5-1 15,-3-3 0-15,-2-6 0 16,-1 0 0-16,0 2 0 16,-5 6 0-16,-3 6 0 0,1 9 0 15,-1 11 0-15,-2 12 0 16,-1 8 0-16,3 16-1 16,0 14 0-16,4 10 2 15,4 5-1-15,0 6 1 16,7 1 1-16,6-1 0 0,1-4-1 15,3-3 0-15,-2-5 0 16,1-5-1-16,-1-6 1 16,1-6-1-16,0-8 0 15,1-4 0-15,2-8 1 16,1-2-1-16,0-7 1 0,2-8 0 16,-1-6-1-16,0 1-5 15,-5-3-5-15,-1 1 1 16,-5 3 7-16,-7 4 2 15,-3 7 0-15,-3 4 2 16,-8 3-1-16,-6 7-1 16,2 8 1-16,-1 4 6 0,5 4-2 15,2 0-1-15,7-1-2 16,2 1-1-16,4-4-1 16,8-4 0-16,5-4 0 15,3-4 0-15,2-4 0 16,5-2 0-16,-2-5-2 0,1-9 0 15,-1-2 1-15,1-8 1 16,-4-3-1-16,-2-5 2 16,-4-5-1-16,0-5 0 15,-6-5 0-15,-2-7 1 16,-4-5-2-16,-3-1 1 0,-1 3-1 16,-2 9 1-16,-8 12 0 15,-3 16 0-15,-5 20 1 16,3 14-1-16,-1 24 0 15,3 10 1-15,5 7 6 16,7 6 11-16,1 0-6 0,5-6-5 16,7-7-4-16,2-7-2 15,-1-5-2-15,2-8 2 16,-1-7-4-16,-2-4-46 16,-1-8-131-16,-2-8-125 15</inkml:trace>
  <inkml:trace contextRef="#ctx0" brushRef="#br0" timeOffset="153151.89">12903 12307 490 0,'-1'-8'5'0,"1"1"38"0,10 2-25 15,5 1 0-15,5 2 4 16,2 0-7-16,2 2-9 16,0 0-4-16,-2 0 0 15,-3 2-2-15,-4 4-1 16,-5 1-22-16,-5-1-75 0,-5-2-51 15</inkml:trace>
  <inkml:trace contextRef="#ctx0" brushRef="#br0" timeOffset="153326.73">12866 12501 493 0,'0'0'35'0,"0"0"-16"16,0 0-7-16,51 3 13 15,-23-10-13-15,4-1-9 16,1-1-3-16,-2 0 1 16,-3-1-25-16,-6-3-169 0</inkml:trace>
  <inkml:trace contextRef="#ctx0" brushRef="#br0" timeOffset="154523.82">14390 11913 271 0,'0'0'79'0,"0"0"-28"0,-36-8-14 15,15 8-21-15,-2 6-1 16,-4 5 2-16,0 4-3 16,-1 2-3-16,4 2-5 15,1 1-4-15,6 0-1 0,7-2-1 16,5-1 0-16,5-4 1 15,10-1-2-15,10-1 2 16,7-2-1-16,3-1 0 16,3 2-1-16,3 0-1 15,-6 3-16-15,-3 4-2 16,-6 1 11-16,-5 2 5 0,-8 1 4 16,-5-1 0-16,-3 1 1 15,-5-2 1-15,-10-1 1 16,-6-2 1-16,-6 0 15 15,-2-2 16-15,-5-3-4 16,0-1-2-16,-3-2-4 0,1-2-11 16,-2-3-6-16,3-1-2 15,5-2-1-15,3 0-3 16,9-5-2-16,8-4 1 16,10-2-1-16,6-3-3 15,12 0-46-15,8-3-81 16,3-4-116-16</inkml:trace>
  <inkml:trace contextRef="#ctx0" brushRef="#br0" timeOffset="155053.73">15007 11906 262 0,'0'0'68'0,"-23"-28"-2"15,2 15-20-15,-3 3 1 16,-3 3-17-16,-5 5 0 16,0 2 4-16,-2 2-14 0,1 8-9 15,-1 6-6-15,3 2-1 16,2 3-2-16,7 3-3 15,5 1 2-15,7 0 1 16,9 0-4-16,1 0 2 16,13 1 0-16,7-3 0 15,10 2 0-15,4-4 0 0,8-4 0 16,3-2 0-16,-1-1 0 16,-6-2 0-16,-3 0 2 15,-9-1-2-15,-8 1 0 16,-7-1 0-16,-7 0 0 15,-4 2 1-15,-7-1-1 0,-12 2 2 16,-5-1 0-16,-11 2 1 16,-2 1-1-16,-10-1 23 15,-2-2-9-15,-6 0-4 16,0-4-6-16,0 0-3 16,4-3-1-16,4-4-1 0,10-2-1 15,12 0 0-15,13-9 0 16,11-2 0-16,5-6-17 15,15-2-91-15,6-6-138 16</inkml:trace>
  <inkml:trace contextRef="#ctx0" brushRef="#br0" timeOffset="156097.35">15248 12349 227 0,'0'0'-5'0,"0"0"32"0,0 0 33 16,-19-32 15-16,15 31-21 16,1 1-16-16,2 10-22 15,1 9 1-15,0 8 35 16,4 4-32-16,2 7-11 16,1 1-2-16,0 0-5 0,-1-1 0 15,0-3-2-15,-5-3 1 16,0-6-1-16,-1-7 0 15,0-4 1-15,0-7-4 16,-2-6 1-16,-4-2-4 0,0-2-28 16,-2-11-24-16,0-2-22 15,1-6-57-15,0-5-16 16</inkml:trace>
  <inkml:trace contextRef="#ctx0" brushRef="#br0" timeOffset="157233.76">15173 12386 355 0,'0'0'-13'0,"0"-52"82"16,8 27-17-16,6 4-14 16,4 6-11-16,2 4-13 15,2 3-5-15,2 5-4 16,-3 3 0-16,-1 0-4 0,-1 9 0 16,-6 3 0-16,-1 2-1 15,-5 2 1-15,-5 1-1 16,-2 1 0-16,-1 0 1 15,-8 0-1-15,-3-1 0 16,-5-2 0-16,-2 0 0 0,1-2-1 16,-2-3 0-16,1 0 1 15,3-2-2-15,4-1 3 16,2 0-2-16,7 2 1 16,3 2-1-16,0 3 1 15,7 3 0-15,8 3 1 0,4 2-1 16,4 2 0-16,3-1 1 15,3-2-1-15,0-2 0 16,-1-5 1-16,2-6 0 16,-2-6 0-16,-3-2 0 15,0-8-1-15,-1-9 0 16,-4-2 2-16,-1-2-2 0,-4-3 1 16,-1-2-1-16,-4 1 0 15,-2 2 0-15,-3 2 1 16,-5 3-2-16,0 4 2 15,-6 5-1-15,-5 5 1 0,-1 4-1 16,-4 3 1-16,0 10-1 16,0 4 4-16,4 4 13 15,2 0 4-15,3 3-15 16,7-1-4-16,0-2-1 16,11-3 0-16,7-3 1 0,4-5-2 15,6-5 1-15,4-5-1 16,5 0 1-16,1-8 0 15,1-7-1-15,1-3 0 16,-7-2-1-16,-3-3-1 16,-4 0-3-16,-10 1-4 15,-4 1-3-15,-8 4 5 0,-4 4 5 16,-5 5 4-16,-7 5-2 16,-2 3 0-16,-1 5 1 15,3 11 1-15,3 4 1 16,5 6 0-16,4 7 2 15,0 6-2-15,3 6-1 0,6 3-1 16,-1 3 0-16,2 0 0 16,-1-1-2-16,-4-2 2 15,0-5-1-15,-5-7-1 16,0-7 2-16,-6-5 0 16,-5-7 0-16,-5-8 0 0,-1-7 5 15,-5-2 1-15,2-9-2 16,-4-8-2-16,2-8 0 15,4-4 0-15,5-5-2 16,8-7 0-16,5-3-2 16,3-2 0-16,14-1 1 0,7 3-2 15,5 4-5-15,3 5-28 16,0 9-17-16,-2 6 10 16,-3 5 16-16,-4 5 22 15,-7 3 3-15,-1 3 2 16,-5 2 1-16,-2 2 9 0,1 0 15 15,0 5 0-15,2 5 2 16,0 4-3-16,3 2-10 16,-2 2-6-16,-1 1-5 15,0 0-1-15,-3-3-2 16,-2-1 0-16,-1-2-1 0,-4-5 1 16,-1-3 0-16,0-4-1 15,0-1 4-15,-1-7 5 16,-2-9 2-16,0-5-6 15,2-7-3-15,1-3-1 16,0-4 0-16,6-1-3 0,1 3 2 16,2 5-2-16,2 4-6 15,0 10-37-15,1 7-40 16,-3 4-59-16,-3 3-110 16</inkml:trace>
  <inkml:trace contextRef="#ctx0" brushRef="#br0" timeOffset="158121.85">16217 12600 378 0,'5'-3'59'0,"0"-7"-7"0,-1 1-16 16,2-2-27-16,0 1-3 15,0 0 0-15,1 0 1 16,-2 0-2-16,0 2-2 15,-3 0-3-15,0 2 1 16,-2 2 1-16,0 2 1 0,-4 2 11 16,-4 0-8-16,-4 8-4 15,0 4 1-15,1 3 3 16,1 4 2-16,5 1-4 16,3 1-2-16,2 0 0 0,1-1-2 15,8-3 1-15,5-5-1 16,4-3 0-16,0-5 1 15,5-4-1-15,0-2 0 16,2-10 1-16,0-7-1 16,-4-3 0-16,2-4 0 15,-5-3 0-15,0 0 0 0,-2 3 0 16,-3 3 0-16,0 5 0 16,-1 8 0-16,-1 8 0 15,0 2 0-15,-1 10 0 16,-1 6 0-16,0 5-1 15,-5 3 2-15,-3 1-1 0,-1 0 0 16,0-2 1-16,-3-1-1 16,-5-4 0-16,2-3 0 15,-1-4 0-15,1-1 0 16,3-7 0-16,2-3-1 16,1 0 3-16,0-9-2 0,7-3 1 15,3-6-1-15,2-3-1 16,5-3 2-16,3-2-1 15,3-1 0-15,3 1 0 16,2 2 1-16,-4 3-1 16,-1 6 1-16,-6 7-1 15,-2 7 2-15,-5 1-1 0,-4 11 1 16,-4 6-2-16,-2 4 3 16,0 1 4-16,0 1-1 15,-5-1-3-15,1-1-1 16,0-3-2-16,-1-3 1 0,3-4-1 15,0-1 0-15,1-5 0 16,1-3 1-16,-2-2-2 16,2 0 5-16,0-9 0 15,0-4-3-15,0-2-1 16,0-4 2-16,2-1-2 0,6-3 1 16,2 3-1-16,3 2 0 15,2 4 3-15,1 4 14 16,-2 4-7-16,0 6-7 15,-4 1-3-15,-2 9-1 16,-2 4 1-16,-4 2 0 16,-1 1 0-16,-1 1 0 0,0-2 0 15,0-2-8-15,-3-1-41 16,-4-6-57-16,2-3-49 16</inkml:trace>
  <inkml:trace contextRef="#ctx0" brushRef="#br0" timeOffset="158294.12">16824 12332 517 0,'0'0'-1'0,"-23"-36"69"0,16 24-52 0,2 7-15 15,2 5-1-15,3 0 0 16,0 2-15-16,2 7-31 15,6 0-21-15,0 1-75 16,1-2-114-16</inkml:trace>
  <inkml:trace contextRef="#ctx0" brushRef="#br0" timeOffset="158904.76">17044 12388 463 0,'0'0'51'0,"0"0"-26"15,0 0-19-15,-8 35-1 16,0-21 7-16,2 3 3 16,-2 0-5-16,4-2-5 15,1 1-2-15,3-2-2 0,0 0 0 16,1-2-1-16,6-2 0 16,2-4 0-16,3-4-1 15,1 0-6-15,2-2-4 16,-2-7 6-16,1-6 3 15,-2-3 3-15,-2-1-1 0,-6-1 0 16,-3-1 0-16,-1 2 0 16,-4 0 0-16,-6 4 1 15,-1 0-1-15,-3 1 1 16,4 2 0-16,3 2 2 16,1-1 4-16,6 2 4 0,0 1-1 15,9 1-4-15,5 1-6 16,6 2 1-16,4 2-1 15,1 0 0-15,-1 3 1 16,-3 8-1-16,-2 3 0 16,-3 3 0-16,-4 2 1 0,-7 1-1 15,1 0 0-15,-4-2 0 16,-1-2 1-16,-1-2-1 16,0-5 0-16,0-3-1 15,0-3 1-15,0-3 1 16,0 0 2-16,0-9-2 0,4-4-1 15,3-4 0-15,5-6 1 16,3-3-1-16,5-2 4 16,5 0 7-16,3 3 1 15,-1 5-4-15,-2 9-4 16,-4 9 0-16,-3 2-2 0,-12 17-1 16,-2 4 1-16,-4 6 0 15,0 1-3-15,0-2 1 16,-7-1 0-16,1-5-46 15,0-7-131-15</inkml:trace>
  <inkml:trace contextRef="#ctx0" brushRef="#br0" timeOffset="160312.66">15682 10320 56 0,'0'0'224'16,"-31"4"-202"-16,13-1 16 0,-2 9-15 15,4 4-7-15,0 7 6 16,4 7 6-16,6 6-2 16,5 6 5-16,1 7 0 15,1 9-7-15,6 5 1 16,2 1-16-16,1 2-3 0,-3 0-2 16,-1-3-3-16,-2-9 1 15,-3-7-1-15,-1-9 0 16,-1-6-1-16,-9-11 1 15,-4-7-2-15,1-7-8 16,-5-6-36-16,-2-1-27 0,0-12-75 16,-2-11-46-16</inkml:trace>
  <inkml:trace contextRef="#ctx0" brushRef="#br0" timeOffset="160618.74">15355 10821 379 0,'0'0'5'0,"48"-25"37"16,-13 15-16-16,9-2 5 16,1 1 4-16,3 1 8 15,0 0-10-15,-2 3-9 16,-2 0-8-16,-6 3-6 0,-3 3 1 16,-6 1-1-16,-6 0-3 15,-4 9-2-15,-6 1 1 16,-3 5-2-16,-4 1-2 15,-4 1 0-15,-2 3 0 16,0-2-2-16,-7 2 1 0,-2-1-1 16,1-2 0-16,-4-2-1 15,-1-4-34-15,1-2-44 16,0-9-52-16,0 0-139 16</inkml:trace>
  <inkml:trace contextRef="#ctx0" brushRef="#br0" timeOffset="160720.06">15755 10595 491 0,'0'0'1'0,"0"0"2"0,0 0-14 16,0 0-154-16</inkml:trace>
  <inkml:trace contextRef="#ctx0" brushRef="#br0" timeOffset="160968.57">15927 10867 455 0,'0'0'63'0,"0"0"-41"0,35-21 10 15,-16 6-3-15,1-2-16 16,3-4-2-16,1-2 7 15,1-1-5-15,1 0-7 16,-1-1-4-16,-4 5-1 16,-2 0 0-16,-6 7-2 0,-4 3-10 15,-9 4-49-15,0 5-50 16,-11 1-107-16</inkml:trace>
  <inkml:trace contextRef="#ctx0" brushRef="#br0" timeOffset="161167.95">15986 10654 415 0,'0'0'5'0,"0"0"76"16,0 0-64-16,0 0-13 15,34 10-2-15,-17 3 2 16,1 0 4-16,0 4 8 0,1 2-4 16,-4 1-8-16,0 1-3 15,-2 1 0-15,-2-2-2 16,1-4-1-16,-2-2-46 15,1-4-26-15,-1-6-58 16,1-4-94-16</inkml:trace>
  <inkml:trace contextRef="#ctx0" brushRef="#br0" timeOffset="161887.6">16313 10790 409 0,'0'0'15'16,"31"-27"27"-16,-10 15-18 16,2 0-10-16,2 0-3 15,1 2 4-15,-1-1-7 16,-3 2-3-16,-5-1-4 0,-4 3 1 16,-6 0-1-16,-7 1-1 15,0 0 1-15,-13 1 0 16,-7 1-2-16,-4 1 1 15,-4 3-1-15,0 0 1 16,1 3 1-16,2 6-1 0,4 5 0 16,4 2 0-16,8 3 1 15,6 4-1-15,3 0-1 16,9-1 1-16,9-1 0 16,9-3 0-16,4-4 1 15,4-4-2-15,5-5-4 0,5-5-21 16,2 0-4-16,1-10 19 15,-1-7 9-15,0-3 2 16,-7-6 0-16,-6-3-1 16,-6 0 1-16,-12 0 1 15,-8 4 2-15,-8 5 15 16,-6 7 17-16,-13 5-16 0,-6 8-16 16,-1 0-2-16,-2 11 0 15,4 6-1-15,6 4 1 16,4 2 0-16,6 0-1 15,8-2 0-15,0-2 0 0,12-5 2 16,4-6-2-16,6-5 0 16,0-3 1-16,1-7 1 15,1-9-2-15,-4-6 1 16,-2-8 0-16,-3-3 0 16,-3-4-1-16,-4-5 0 15,-2-2 0-15,-4-1 1 0,-2 0-1 16,0 6 0-16,-2 4 0 15,-1 10 1-15,-4 12 32 16,3 11-16-16,-2 6-11 16,4 18-6-16,2 12 1 0,0 7 1 15,0 6 5-15,10 2 3 16,2 2-1-16,0 1-5 16,3-3-4-16,-2-1 1 15,-5-4-1-15,-4-9-46 16,-4-11-148-16</inkml:trace>
  <inkml:trace contextRef="#ctx0" brushRef="#br0" timeOffset="165778.78">4854 13454 72 0,'-5'-4'252'0,"2"3"-173"0,-1 1-22 16,4 8-53-16,9 9-4 15,6 8-2-15,6 4 2 16,5 6 6-16,3 4 6 16,2 4-6-16,3 3-2 0,-2-2-1 15,-4-5-1-15,-4-6-2 16,-6-9 1-16,-6-7 0 15,-5-8 2-15,-3-9 3 16,-4-4 54-16,0-12 35 16,0-9-71-16,0-7-22 0,0-10 1 15,0-8 4-15,4-3-4 16,-1 0-2-16,5 2-2 16,-1 7 0-16,3 9-5 15,2 9-27-15,-1 12-54 16,0 7-37-16,-5 7-109 0</inkml:trace>
  <inkml:trace contextRef="#ctx0" brushRef="#br0" timeOffset="166266.43">5425 13609 312 0,'0'0'44'0,"-4"-31"10"0,-2 21 2 16,0 4-26-16,-2 4-3 15,-2 2-10-15,-2 9-11 16,-2 9-2-16,1 6 0 0,-2 2 6 15,1 6 1-15,2 2-8 16,2-2-2-16,6-2 0 16,2-4-1-16,2-3 0 15,0-4-1-15,10-8 0 16,2-7 1-16,4-4-4 0,1-6-5 16,2-13-3-16,-1-7 6 15,0-5 4-15,-1-6 2 16,-4 0 0-16,-2 2 0 15,-6 5 2-15,-3 7 2 16,-2 8 10-16,0 10 9 0,0 5 3 16,-2 5-19-16,0 8-5 15,2 4-1-15,0 1 0 16,4 3-1-16,6 0 2 16,0-2-2-16,3 1 0 0,0-5 0 15,3 0-43-15,-2-6-65 16,-2-4-51-16</inkml:trace>
  <inkml:trace contextRef="#ctx0" brushRef="#br0" timeOffset="166673.9">5680 13623 392 0,'0'0'9'0,"0"0"60"0,0 0-40 0,0 0-24 0,0 0-3 16,0 0 1-16,0 0 2 16,18 37 1-16,-8-22-3 15,-2 2-1-15,1-1-2 16,-2 0 1-16,-3 1 1 16,1-4-2-16,-2 0 0 0,-3-4 0 15,0-3 0-15,0-4 1 16,0-2 2-16,0-1 1 15,0-8-1-15,0-5-3 16,0-3 1-16,0-2 1 16,0-3 8-16,5 1 9 0,2 3-7 15,4 3-8-15,-1 4-3 16,0 8 0-16,1 3-1 16,-1 6 0-16,0 10 1 15,-2 3 1-15,-1 6 0 16,-1 1-1-16,0 2-1 0,-3 0-20 15,-2-5-71-15,1-7-39 16,0-7-209-16</inkml:trace>
  <inkml:trace contextRef="#ctx0" brushRef="#br0" timeOffset="166858.01">5789 13470 398 0,'0'0'-2'0,"-23"-31"10"0,17 23 8 16,2 4-13-16,4 4-3 15,0 0-4-15,1 9-17 16,9 1-31-16,3 1-69 16,3 2-58-16</inkml:trace>
  <inkml:trace contextRef="#ctx0" brushRef="#br0" timeOffset="167305.54">6249 13582 299 0,'0'0'87'0,"0"0"-37"16,0 0-16-16,0 0-5 15,-34 1 0-15,17 3 6 16,-1 1-7-16,0 5-10 15,-1 0-9-15,4 4-4 0,0 1-3 16,3 2 0-16,2 2-2 16,2-1 0-16,5 0 0 15,1-2-3-15,2-2 3 16,5-3-2-16,6-6 1 16,5-2-2-16,2-3-1 15,0-4-3-15,2-8-4 0,-1-6 4 16,-3-2 7-16,0 0 0 15,-5 0 1-15,-4 5-1 16,-2 3 2-16,-3 5 5 16,-2 3 15-16,0 4-4 15,0 0-9-15,4 7-7 0,0 4 0 16,3 3 0-16,2 1-1 16,1 1 0-16,1-2-1 15,3-3 0-15,-3-3 1 16,2-1-5-16,0-5-63 15,-2-2-64-15,-1-4-70 16</inkml:trace>
  <inkml:trace contextRef="#ctx0" brushRef="#br0" timeOffset="167676.43">6374 13387 419 0,'0'0'8'0,"0"0"73"16,0 0-41-16,0 0-36 15,0 0-3-15,-15 48 5 16,26-15 2-16,2 2 3 16,1 1-3-16,4 0-3 0,-3-1-1 15,1-3-3-15,-3-1 0 16,1-8-1-16,-5-4 1 16,-2-6-1-16,-1-6 0 15,-3-4 2-15,0-3 0 16,-2-5 25-16,2-7 15 0,0-5-32 15,3-3-6-15,0-1 2 16,4 1-1-16,0 1-3 16,0 6-2-16,0 4 0 15,2 6 0-15,0 3-3 16,0 5 3-16,0 8 0 16,1 5 0-16,-3 3 1 0,-2 1-3 15,-1 1 1-15,0 2-6 16,-5-2-43-16,-1-3-46 15,-1-3-30-15,0-7-112 16</inkml:trace>
  <inkml:trace contextRef="#ctx0" brushRef="#br0" timeOffset="167823.85">6628 13467 200 0,'0'0'248'0,"-22"-34"-246"15,13 26-1-15,8 7-2 16,1 1-28-16,0 2-5 16,5 6 7-16,5 0-40 15,0 0-52-15</inkml:trace>
  <inkml:trace contextRef="#ctx0" brushRef="#br0" timeOffset="168496.05">6837 13619 435 0,'0'0'3'0,"0"28"7"16,-2-13-2-16,1-2 1 15,1 2-2-15,0-5 1 16,0-2-2-16,3-3-3 16,4-3 1-16,5-2-2 15,-2 0-2-15,1 0 2 0,-1-2-3 16,2-3 3-16,-3-2-2 15,-4-2-3-15,0-1-3 16,-2-2 3-16,-3-1 3 16,0-1 0-16,-3-2 1 15,-6 4 0-15,-1-1 4 0,-3 0 11 16,-3 6-13-16,-2 1 10 16,-2 5 1-16,0 1-7 15,0 1-5-15,3 7-1 16,4 2-1-16,4-2 0 15,6-1-1-15,3-2 0 0,3-4 0 16,9-1 1-16,5-4 1 16,3-8-1-16,3-3 0 15,3 0 1-15,0 0-1 16,-1 2 0-16,1 8 0 16,-5 5 0-16,1 0 0 0,-5 13 0 15,-2 4 2-15,-2 4-1 16,-2-1-1-16,-3 2 1 15,-1-3 0-15,-4-1-2 16,-1-4 2-16,-2-4-1 16,0-4 0-16,0-3 0 0,0-3 1 15,0 0 4-15,0-6 16 16,-1-6 6-16,1-6-12 16,0-4 0-16,0-3-1 15,6 0-10-15,1 0-2 16,3 5-2-16,1 4 0 0,1 6 0 15,1 7-1-15,-1 3 1 16,1 8-1-16,1 8 0 16,1 5 0-16,0 4-1 15,1 3 2-15,3-1-4 16,0-2-99-16,1-4-111 16</inkml:trace>
  <inkml:trace contextRef="#ctx0" brushRef="#br0" timeOffset="169493.79">7953 13490 448 0,'0'0'-27'0,"0"0"31"15,0 0 4-15,0 0 5 16,-33-10 5-16,26 20 14 16,2 3 9-16,1 7-12 15,4 3-12-15,0 5-5 0,6 4-7 16,2 2-3-16,4 1 0 15,1 1-2-15,0-3 1 16,1-1-1-16,-2-7 0 16,1-6-1-16,-1-5 0 15,-1-10 0-15,3-4 0 16,-1-13 1-16,0-13 1 0,0-8-1 16,0-9 1-16,-1-4-1 15,-2 2 1-15,-2 2-1 16,-3 7 0-16,-1 11 0 15,-2 7 1-15,1 11 0 0,-1 7 1 16,1 12-2-16,3 10 2 16,1 7 2-16,2 6 12 15,-1 3-4-15,4-2-4 16,0-1-6-16,1-5 2 16,0-3-4-16,1-6 0 0,1-5 0 15,2-5 1-15,-3-8-1 16,3-2 0-16,-1-13 1 15,2-7 1-15,-1-6-1 16,-2-7 0-16,0-1-1 16,-2-1 0-16,-1 5-1 0,-2 5 2 15,-2 6-2-15,3 9 1 16,-5 9 0-16,1 7-1 16,-2 9 1-16,1 5 0 15,1 2 0-15,0 1 0 16,-2-1 1-16,2-1-1 15,-2-5 0-15,0-3 0 0,0-2 0 16,0-6 0-16,0-4 0 16,0-2 0-16,1-6 1 15,3-9 1-15,-2-7-1 16,1-3 1-16,1-3-1 16,-1-2 0-16,3 2 0 0,-4 5-1 15,2 7 1-15,-1 6-1 16,-1 10 0-16,-2 3-1 15,0 12 1-15,2 6 0 16,0 3 0-16,-1 3 0 16,2-1 0-16,1 0-1 0,1-2 0 15,2-3-12-15,1-3-39 16,4-7-62-16,1-7-44 16</inkml:trace>
  <inkml:trace contextRef="#ctx0" brushRef="#br0" timeOffset="169946.76">9089 13513 526 0,'0'0'4'0,"-34"-12"10"0,11 11 0 15,-2 4 2-15,1 12 7 16,-4 5 5-16,2 5 4 15,1 4-13-15,7 0-10 16,2 0-4-16,8-1-2 0,5-3-3 16,3-3 0-16,0-5 1 15,10-3-1-15,3-7-1 16,4-6 1-16,2-1 0 16,-1-10-2-16,5-6 2 15,-2-6-3-15,-1-4-3 0,-3-4 2 16,-2-1 2-16,-5 1 2 15,-4 1 0-15,-2 5 0 16,-3 8 0-16,-1 4 3 16,0 9 11-16,0 3 6 15,0 9-16-15,0 8-1 0,3 5 6 16,1 4 3-16,5 2-7 16,1 0-4-16,5-3 0 15,-1-4-1-15,3-4-1 16,3-4 2-16,1-5-6 15,2-4-34-15,-1-4-8 16,-2 0-39-16,1-15-79 0,-4-5-132 16</inkml:trace>
  <inkml:trace contextRef="#ctx0" brushRef="#br0" timeOffset="170181.05">9365 13468 590 0,'0'0'23'0,"-34"15"14"16,19 4-21-16,0 8-1 16,1 5-2-16,3 3 3 0,3 2 0 15,4-3-9-15,4-3-4 16,0-4-2-16,5-6-1 16,7-7 0-16,2-7 0 15,5-7 0-15,3-2 0 16,4-13-10-16,0-4-40 15,3-5-23-15,-1-5-53 0,-3-5-47 16</inkml:trace>
  <inkml:trace contextRef="#ctx0" brushRef="#br0" timeOffset="170417.77">9633 13485 572 0,'0'0'18'0,"0"0"5"16,-42 40-8-16,25-11 13 16,2 5-11-16,4 4-2 0,2 3-5 15,5-3-2-15,4-2-2 16,4-8-3-16,8-5-4 16,5-8 1-16,2-10 1 15,5-5-3-15,2-7-39 16,2-11-48-16,-1-7-77 0,-1-8-188 15</inkml:trace>
  <inkml:trace contextRef="#ctx0" brushRef="#br0" timeOffset="172812.6">9880 13578 184 0,'1'-4'42'0,"1"-2"27"16,-2 1 8-16,0 2-22 15,0 3-9-15,0 0-8 0,-5 10-26 16,-4 6-3-16,-2 7 3 16,-2 5 6-16,3 2 0 15,3 1-8-15,3 0-1 16,4-3-7-16,2-5-1 16,11-6 0-16,2-4 0 0,5-8-1 15,4-5 2-15,1-2-2 16,2-11 2-16,-2-5-1 15,-1-4 0-15,-5-2 2 16,-5 1-2-16,-7-2 4 16,-7 0 5-16,0 2 13 0,-12 2-22 15,-6 2-1-15,-4 5 0 16,-2 5-1-16,-2 4 0 16,2 3 1-16,1 2 0 15,6 0 1-15,5 0-1 16,7 1 0-16,5-1-1 0,3 0-1 15,13 0 1-15,7 0 1 16,7-5 1-16,5-4-2 16,4 1 1-16,-2 2 1 15,1 2 0-15,-6 3 0 16,-5 1-1-16,-7 5 2 0,-3 7-2 16,-7 5 1-16,0 4 1 15,-2 3 2-15,-2 4-2 16,1 0 0-16,0 0-2 15,0-4 1-15,3-5-1 16,-1-4 0-16,4-7 1 16,2-6-1-16,2-2 1 0,3-3 0 15,0-9 1-15,0-6 0 16,2-4 0-16,-4-4 1 16,-1-2 0-16,-5 0-1 15,-4 2-2-15,-1 2 0 16,-4 5 2-16,-3 7 18 0,0 5 4 15,0 7-3-15,0 2-11 16,0 13-10-16,0 5 2 16,0 5-1-16,2 2 0 15,5 2-1-15,3-1 0 16,3-5 1-16,0-3-1 0,4-5 0 16,0-6 0-16,2-7 0 15,1-2 0-15,0-7 1 16,1-9-2-16,-1-5 2 15,1-4 0-15,-1-2 0 16,-2 1 0-16,-1 0-1 0,-4 6 1 16,-1 7-1-16,-2 6 0 15,-1 7 0-15,-2 1-1 16,-2 10 1-16,1 5 0 16,1 2 0-16,-1 2 0 15,0 0 0-15,0-3 0 0,-1-1 0 16,1-3 0-16,0-5 0 15,-1-4-1-15,3-4 2 16,-1 1-1-16,2-9 1 16,-1-7 1-16,2-3-1 15,0-3-1-15,1-1 1 0,0 1-1 16,-1 5 1-16,0 3-1 16,0 8 0-16,-1 5-1 15,-1 2 0-15,-1 11 0 16,-2 2 0-16,3 2 1 15,-3 0 0-15,1 0-1 0,1-2-1 16,1-4-57-16,1-7-48 16,0-4-77-16</inkml:trace>
  <inkml:trace contextRef="#ctx0" brushRef="#br0" timeOffset="173032.67">11209 13262 503 0,'-5'-15'104'0,"-6"2"-57"16,4 11-2-16,1 8-27 0,1 18-15 15,3 9 0-15,1 7 1 16,1 6 2-16,0 0-3 16,2 4-2-16,7 0 4 15,0-3-10-15,1-2 4 16,0-4-29-16,-1-8-43 0,-2-10-59 15,0-10-72-15</inkml:trace>
  <inkml:trace contextRef="#ctx0" brushRef="#br0" timeOffset="173197.78">11214 13684 550 0,'0'0'11'15,"0"0"55"-15,-10-37-38 16,15 27-19-16,10-3-6 15,3 4-2-15,4-2 0 16,1 1-1-16,3 0-8 16,-1 0-74-16,-3-1-85 0,1-1-163 15</inkml:trace>
  <inkml:trace contextRef="#ctx0" brushRef="#br0" timeOffset="174263.61">13189 13312 535 0,'0'0'0'0,"0"0"28"16,0 0-11-16,35-34-15 15,-5 26-1-15,7 0 1 16,3 0 0-16,1 1 0 0,-3 2 0 16,-4 3-1-16,-6 2-2 15,-10 1-22-15,-8-1-89 16,-10 0-133-16</inkml:trace>
  <inkml:trace contextRef="#ctx0" brushRef="#br0" timeOffset="174434.62">13097 13551 466 0,'0'0'116'0,"0"0"-103"15,0 0 0-15,36 27 21 0,1-27-16 16,9-8-10-16,7-4-4 15,4-3-2-15,-1-1-1 16,-4-1-2-16,-4-3-53 16,-8-11-253-16</inkml:trace>
  <inkml:trace contextRef="#ctx0" brushRef="#br0" timeOffset="175609.79">15037 13132 330 0,'0'0'111'0,"0"0"-44"0,-1-28-33 15,-4 21-21-15,-3 0-12 0,-5 4 5 16,-2 1 3-16,-7 2 1 16,-4 5-2-16,-6 5 1 15,-4 7-1-15,-2 4 4 16,1 2-3-16,5 3-5 16,3 1-2-16,9 1-2 0,6 2 1 15,7-3-1-15,7-1-1 16,4-3 1-16,16-2-1 15,10-4 1-15,10-2 0 16,9-4 0-16,2-1 1 16,2 0-1-16,-1 3 1 0,-4 4-2 15,-8 1 0-15,-6 3 2 16,-12 2-1-16,-7-1 0 16,-10 2 0-16,-5-1 0 15,-12-1 1-15,-8 0 0 16,-9-2-1-16,-3-2 1 0,-6-2 0 15,-2-4 0-15,-2-2 0 16,-1-3 1-16,1-3-2 16,3-4 1-16,6 0-1 15,7-9 0-15,10-6 0 16,11-5-10-16,5-6-67 0,16-4-37 16,11-5-102-16</inkml:trace>
  <inkml:trace contextRef="#ctx0" brushRef="#br0" timeOffset="176082.72">15587 13249 437 0,'0'0'1'0,"26"-37"41"15,-19 20-3-15,-4 2-6 16,-3 4 0-16,0 1 2 0,-9 4-13 15,-5 4-14-15,-5 2-5 16,-5-1-2-16,-4 9 2 16,-4 4 0-16,0 3 0 15,-3 2 1-15,3 0-2 16,5 4 0-16,5-1-2 0,7 2 0 16,10-2 0-16,5-1-1 15,12 1 1-15,12-3-1 16,9 2 2-16,7-2-1 15,7 1 0-15,2 0 0 0,-4 0 1 16,-3 2-1-16,-4-1-1 16,-8 1 1-16,-8 0 0 15,-7-1 0-15,-7 0 0 16,-8-2 0-16,-4 0 1 16,-15-1-1-16,-5-1 2 15,-5 0-2-15,-8-2 0 0,-2 0 1 16,-2-3 0-16,0-3-1 15,1 0 0-15,3-2-1 16,7-1 2-16,6-2-16 16,9-2-53-16,10 0-27 15,5-7-127-15</inkml:trace>
  <inkml:trace contextRef="#ctx0" brushRef="#br0" timeOffset="177061.19">15893 13513 471 0,'0'0'48'0,"0"0"11"0,0 0-25 16,0 0-33-16,0 33 9 15,0 2 18-15,5 4-15 16,0 6 10-16,-1 3-17 16,-1 1-4-16,-2-1-1 0,-1-1-1 15,1-5 1-15,-1-7-1 16,-5-6 0-16,1-9 0 16,-2-9 0-16,0-8-1 15,1-3 0-15,-2-9-13 16,0-7-19-16,2-6-19 0,0-5 1 15,4-5 17-15,1-4 6 16,0 0 18-16,0-3 9 16,4 0 1-16,1-1 1 15,2 3 4-15,-2 3 24 16,2 3-2-16,2 4 7 16,0 6 5-16,0 5-8 0,2 6-11 15,1 6-10-15,0 4-5 16,2 0-4-16,0 10 0 15,-2 7-1-15,-2 0 1 16,-1 2-2-16,-3 2 2 0,-1 0-1 16,-2-2 0-16,-3-1 0 15,0-1-1-15,0-2 1 16,0-2-1-16,-2 0 0 16,-3-1 0-16,-1-1-1 15,-1-1 0-15,1 1 2 16,1 0-1-16,1-2 2 0,3 3-2 15,1 1 1-15,0 0 0 16,0 2 0-16,8 2 0 16,4 2 0-16,1 0 1 15,6-1-2-15,1 0 2 16,4-3-2-16,4-2 1 0,1-4 1 16,2-5-1-16,3-3 1 15,-3-1-1-15,1-3 0 16,-1-5 0-16,-4-3 1 15,-2-2-1-15,-3 0 0 0,-3-2 1 16,-4-2-1-16,-1 1 1 16,-4-1-1-16,-5 1 0 15,-1-1 1-15,-4 2 0 16,0 2 0-16,-6 2-1 16,-5 2 0-16,-3 4 2 15,-3 4-3-15,-1 1 1 16,-1 0 0-16,3 8 0 0,1 3 0 15,3 1 0-15,3 3 0 16,5 2 0-16,2 1 0 16,2 0 1-16,0 0-1 15,2 0 10-15,6 0 0 0,4-1-4 16,3-2-2-16,4-2 15 16,2-4-14-16,4-3-3 15,2-5-2-15,0-1 1 16,0 0-1-16,-1-8 1 15,-2-2-2-15,-2-3-29 0,-3 0-23 16,-2-5-42-16,-4-3-89 16,-3-3-128-16</inkml:trace>
  <inkml:trace contextRef="#ctx0" brushRef="#br0" timeOffset="178184.03">16606 13795 467 0,'0'0'39'0,"0"0"-9"16,0 0 6-16,0 0-7 0,0 0-13 15,0 0-6-15,0 0-6 16,31-11-3-16,-25 11 0 16,-1 0-1-16,-2 0 0 15,0 0 0-15,-1 0 0 16,0 0 0-16,-2 1 1 0,0-1-2 15,0 0 1-15,0 0 1 16,0 0 1-16,0 0 0 16,-3 0 7-16,-1-3 12 15,1-1-6-15,0-1-2 16,0 1-5-16,1 2-2 0,-4 0-1 16,0 2-3-16,-2 0-1 15,-2 0-1-15,-6 4 0 16,1 4 1-16,-2 2-2 15,3 2 1-15,2 2 1 16,4 0-1-16,6 0-1 16,2 0 0-16,8-2 1 0,9-1 0 15,8 0 1-15,3-2-1 16,6-1 0-16,2 2-1 16,2 0 2-16,-6 3-1 15,-2 0-1-15,-6 2 2 16,-5 2-2-16,-8 2 1 0,-7 0 0 15,-4-2 1-15,-5 0-1 16,-9 0 1-16,-5-3-1 16,-3-2 0-16,-4-3 0 15,2-1 0-15,-4-5 1 0,2-1-1 16,1-2 0-16,3 0 0 16,4-5 0-16,4-6 1 15,7-3-1-15,6-4 0 16,1 0 0-16,10-3-1 15,5 0 0-15,3 0-8 16,2 1-3-16,0 0 7 16,0 2 2-16,-1 3 3 0,-2 0 0 15,-1 2 1-15,-3 2 1 16,0 1-2-16,-4 1 4 16,-2 1 2-16,-1 2 4 15,-3 0-1-15,-1 0-2 0,0 1 1 16,-2 2-1-16,0-1-3 15,0 1 1-15,-1 0 1 16,1 1-4-16,-2 1 0 16,0-1-1-16,-2 2 0 15,1 0 0-15,0 0-2 0,1 0 2 16,0 0-1-16,-1 0-2 16,2 1 3-16,1 1-1 15,0 2 0-15,0-2 0 16,0 1-1-16,0 0 1 15,1 0-1-15,2 0 2 0,0-1-1 16,-2 0-1-16,1-1 0 16,-1-1-2-16,1 0 1 15,-2 0 2-15,0-1 0 16,0-3-1-16,0-2 1 16,0 2 0-16,0 1 0 0,0 0 1 15,1 0-1-15,3 3 2 16,-2 0-2-16,4 0 0 15,0 9 0-15,2 5 1 16,2 2 2-16,2 6 9 16,-2 2 0-16,1 2-6 0,1 1-1 15,-3 1 0-15,-1 0-3 16,-2-3-1-16,-3 0-1 16,-2-6 0-16,-1-3 0 15,0-6-1-15,0-4-6 16,-1-6-24-16,-5 0-14 0,-1-8-28 15,-1-7-63-15,-2-9-113 16</inkml:trace>
  <inkml:trace contextRef="#ctx0" brushRef="#br0" timeOffset="178336.98">16732 13739 522 0,'0'-6'1'0,"0"-2"1"0,0 3 1 16,4 3-1-16,4 2-2 0,2 0 0 16,0 0-30-16,2 0-129 15</inkml:trace>
  <inkml:trace contextRef="#ctx0" brushRef="#br0" timeOffset="178837.35">17212 13807 559 0,'0'0'5'16,"-40"1"23"-16,14 6 18 0,-3 3-17 16,-1 5-3-16,2 3 2 15,3 2-13-15,5 5-8 16,6 0-5-16,6 3-3 15,6-1 2-15,2-1-1 0,4-3 0 16,8-2 0-16,4-5 0 16,3-6-1-16,2-7 1 15,-1-3-1-15,2-9 1 16,-2-11-1-16,0-6 1 16,-3-9-1-16,-2-8 1 15,-3-3-4-15,-4-6 0 0,-3-2 3 16,-2 3 0-16,-2 3 1 15,-1 7 0-15,0 8 1 16,0 11 1-16,-3 7 2 16,0 9 3-16,2 6 0 15,-1 8-7-15,2 12-3 0,0 10 3 16,0 6 0-16,0 9 5 16,3 4 0-16,4-1-2 15,1 3-2-15,0-2-1 16,0-2 0-16,-1-2 1 15,-2-6-1-15,1-5-2 0,1-9-34 16,-1-10-40-16,3-11-58 16,1-6 134-16,0-19 0 15</inkml:trace>
  <inkml:trace contextRef="#ctx0" brushRef="#br0" timeOffset="179211.72">17382 13911 682 0,'0'0'-1'16,"0"0"10"-16,-16 30 7 16,15-14 4-16,1 4-11 0,0 1 0 15,2 0 0-15,5 0-5 16,0-2-2-16,1-1-2 16,1-4 0-16,2-2 1 15,0-7-5-15,2-4-19 16,-2-1 2-16,2-9 9 0,-2-7 7 15,1-5 4-15,-2-2 1 16,-1-2 0-16,-2 2 1 16,-3 5-1-16,-2 2 5 15,-1 7 18-15,-1 1 2 16,0 8-3-16,0 0-2 16,0 3-14-16,2 10-1 0,1 2 15 15,1 4-8-15,2 1-9 16,3 1-1-16,1-1-2 15,1-1 1-15,2-4-1 16,2-2-6-16,-1-4-60 16,3-3-18-16,0-4-61 0,1-2-105 15</inkml:trace>
  <inkml:trace contextRef="#ctx0" brushRef="#br0" timeOffset="179857.7">17882 13966 437 0,'0'0'133'16,"0"0"-126"-16,0 0 24 15,-27-32-1-15,12 30-8 16,-4 1 8-16,-1 1 4 0,-2 5-15 16,1 6-11-16,1 4-2 15,2 3-4-15,4 2 1 16,5 3-2-16,5 0-1 15,3-1 1-15,1-1-1 16,6-4 0-16,5-3-1 0,4-3-18 16,4-8-10-16,-2-3 29 15,2 0 0-15,1-6 0 16,-2-8-44-16,0-4 44 16,-2-3 0-16,-3 1 1 15,-4 0 0-15,-1 3 2 0,-3 4 8 16,-4 5 11-16,-1 5-1 15,0 3-6-15,0 4-13 16,0 7-1-16,0 5 0 16,0 2 0-16,0 2 0 15,6-1-1-15,3-1 0 0,2-2 1 16,0-3-2-16,4-5 2 16,-1-2-2-16,4-5 1 15,-2-1 0-15,2-7 0 16,0-9 0-16,-1-7 1 15,-1-9-1-15,1-6 1 16,-4-9-2-16,1-8 0 0,-1-3-5 16,-4-6-7-16,-3 2 5 15,-4 5 6-15,-2 9 2 16,-3 10 0-16,-11 16 0 16,-6 15 1-16,-3 11 0 15,0 24 1-15,0 17 2 0,4 10 4 16,7 10 4-16,8 8-3 15,6 0 4-15,4-2-2 16,10-5 3-16,2-8-8 16,4-8-5-16,2-13-1 0,2-15 0 15,1-19 0-15,4-15-1 16,-1-27-6-16,4-21-69 16,2-20-208-16</inkml:trace>
  <inkml:trace contextRef="#ctx0" brushRef="#br0" timeOffset="191265.56">24119 5438 66 0,'0'0'16'0,"0"0"-10"15,0 0 3-15,0 0 43 16,0 0 23-16,0 0-60 0,0 0 14 15,-2 0-7-15,1 0 4 16,-1-1 2-16,0 0-8 16,-1 0-2-16,0 1-3 15,2 0-2-15,-2 0-2 0,2 0-3 16,1 0-7-16,0 0 2 16,0 0-3-16,0 0 1 15,0 0 0-15,8 0 7 16,6 0 14-16,6 0-9 15,8 0-2-15,6 0-2 0,4-2 0 16,5 1-2-16,0-1 1 16,0 1 2-16,-4-1-4 15,-6 2-3-15,-6 0 1 16,-7 0-2-16,-6 0 1 16,-4 0-2-16,-5 0 1 15,-2 0 1-15,-3 0 0 0,0 0 1 16,0 0 0-16,-3 0-1 15,0 0-2-15,-1 0-1 16,0 0 1-16,1 0-1 16,1 0 0-16,-2 2 0 15,1 2 0-15,1-1-1 0,-2 1 1 16,0-1 1-16,1 1-2 16,-1 0 1-16,-1 2 1 15,0 0-1-15,-3 5 0 16,0 1 0-16,-3 6 1 15,1 7 4-15,-3 5 9 0,-1 3 2 16,3 1-4-16,-1 1-5 16,3-4-4-16,1-5-2 15,4-4 0-15,2-7-1 16,2-3 1-16,0-4-1 16,0-3 0-16,0-1-1 0,0-3-10 15,3-1-68-15,1 0-61 16,-1-7-199-16</inkml:trace>
  <inkml:trace contextRef="#ctx0" brushRef="#br0" timeOffset="192208.57">24991 5447 211 0,'0'0'28'0,"0"0"32"16,0 0-40-16,0 0-9 16,0 0 0-16,0 0 26 15,-34-4-7-15,15 4-8 16,-2 0-8-16,-1 0-4 0,-4 0-2 16,1 1-1-16,0 0 1 15,1 0 0-15,3-1-4 16,2 1-1-16,4 0 0 15,2-1-3-15,3 2 1 16,3-1 0-16,2 1-1 0,2 2 0 16,-1 1 0-16,1 0 0 15,1 4 0-15,1-1 2 16,-1 4 2-16,0 3 2 16,1 3 0-16,-1 2 2 15,2 3 4-15,-2 1 3 0,1 0 0 16,0-1-8-16,0-3-1 15,-1-4-1-15,2-3 0 16,0-3-1-16,0-5 1 16,-2-3-3-16,2 1 0 15,-1-3-1-15,1 0 1 0,0 0 4 16,0 0 32-16,0 0-20 16,4-4-16-16,5-1-1 15,2 0-2-15,4 1 1 16,1 3 1-16,2 1-2 15,1 0 2-15,-2 5-2 0,-2 3 1 16,0 2-1-16,-3 0 1 16,-3 1-1-16,-1 1 1 15,-4-1 0-15,-3 0 0 16,-1 0 0-16,-3 0 0 16,-9-2 0-16,-5 0 0 0,-4-2 0 15,-5 1 1-15,0-2-2 16,-1-1 1-16,-1-1 0 15,2 0 0-15,2-1-1 16,4-2-1-16,2 1-18 16,5-2-37-16,4 0-48 0,2-5-193 15</inkml:trace>
  <inkml:trace contextRef="#ctx0" brushRef="#br0" timeOffset="198152.85">17617 6479 281 0,'0'0'3'16,"0"0"5"-16,0 0-3 16,0 0-5-16,0 0 0 0,0 0 1 15,36-17-1-15,-21 12 12 16,5 0 9-16,6-1 2 16,4-4 5-16,9-2-4 15,7-2-5-15,9-3-7 16,5-1-3-16,2 0-3 0,5-2-4 15,-3 3 1-15,-2 1-2 16,-10 1 3-16,-2 1-4 16,-8 1 0-16,-6 2 0 15,-6 1 2-15,-5 0-2 16,-6 3 1-16,-4 1-1 0,-3 1 1 16,-5 3 0-16,-5 2-2 15,-2 0 0-15,0 9-10 16,-10-1-44-16,-5 3-49 15,-6-3-80-15</inkml:trace>
  <inkml:trace contextRef="#ctx0" brushRef="#br0" timeOffset="198573.04">17820 6556 268 0,'0'0'1'0,"0"0"0"15,0 0 0-15,0 0 0 0,0 0-1 16,0 0 0-16,0 0 3 16,0 0 23-16,0 0 4 15,15 22-6-15,9-24 0 16,11-6-7-16,8-3-6 15,8-3-4-15,7-4-1 16,5-2 3-16,3-1 3 0,-2 1-1 16,-6 0-3-16,-5 4-3 15,-10 3-2-15,-9 2 0 16,-10 3-2-16,-7 3 0 16,-6 2 1-16,-5 1 0 15,-4 2 2-15,-2 0-1 0,0 0 0 16,0 0-2-16,-4 0-1 15,-1 5-2-15,-2 1-3 16,-2-2-82-16,1-4-81 16</inkml:trace>
  <inkml:trace contextRef="#ctx0" brushRef="#br0" timeOffset="200841.55">24292 6166 59 0,'0'0'16'0,"0"0"-4"0,0 0-8 16,0 0-3-16,0 0-1 15,0 0 5-15,0 0 14 16,0 0-5-16,0 0 1 15,0 0-3-15,0 0 1 0,0 0 3 16,0 0-3-16,0 0 1 16,-7-1 1-16,7 0 8 15,-1 1 2-15,1-1 0 16,0 1-7-16,-1 0-3 16,1 0-2-16,0 0-4 0,0 0-5 15,0 0-4-15,1 0 1 16,9 0 7-16,3 0 13 15,8 0-4-15,7-1-1 16,9-3-5-16,8 0-1 16,9-2-1-16,3 0 4 0,4-1 3 15,0 2-3-15,-3 2-4 16,-3 0-4-16,-9 3-3 16,-2 0-2-16,-8 0 2 15,-6 0-3-15,-6 0 2 16,-7 0-1-16,-4 0 1 0,-5 0-1 15,-4 0-1-15,-1 0 0 16,-3 0-13-16,0 1-40 16,-7 1-29-16,-2-2-44 15</inkml:trace>
  <inkml:trace contextRef="#ctx0" brushRef="#br0" timeOffset="201387.7">24350 6335 178 0,'0'0'6'0,"0"0"6"0,0 0-9 16,0 0 0-16,0 0 22 0,0 0 6 16,0 0 1-16,0 0-3 15,0 0-14-15,0 0-5 16,37 0 1-16,-6 0 8 16,12-2 3-16,9-1-1 15,11 1-2-15,9-1-1 0,9 0-4 16,2 0-6-16,2-1 2 15,-4 1-6-15,-6 0 1 16,-12 1-1-16,-12 1-2 16,-11 1-2-16,-11 0 0 15,-9 0 2-15,-8 0-4 0,-3 1-4 16,-6 2-18-16,-3-1-41 16,0 0-26-16,-6-2-23 15</inkml:trace>
  <inkml:trace contextRef="#ctx0" brushRef="#br0" timeOffset="-205568">21335 5836 149 0,'0'0'18'16,"0"0"-12"-16,0 0 55 16,0 0-17-16,0 0-25 15,0 0 1-15,0 0 3 0,0 0 1 16,0 0-3-16,0 0-3 16,0 0 3-16,0 0-3 15,0 0 0-15,0 0 2 16,-26 2-2-16,24-6 4 15,1-2-2-15,1-2-5 0,0 0 3 16,0-2-2-16,3 1-10 16,4-1 0-16,2 0-1 15,2 1-3-15,1 2 0 16,3 0 0-16,1 3-1 16,0 2 0-16,2 2 0 0,-2 0-1 15,-2 10 2-15,0 1-2 16,-5 6 0-16,0 2 1 15,-6 2-1-15,-3 5 2 16,0 2-1-16,-8 0 1 16,-5 2-1-16,-3-1 0 0,-2-1 1 15,-4-3-2-15,-1-2 0 16,-3-1 1-16,1-1-1 16,1-3 1-16,2-1 1 15,4-4 1-15,3-1 5 16,5-4-2-16,5-1-3 0,5-3-2 15,0 0-1-15,10-2 3 16,4-1 3-16,8-1 6 16,5 0-1-16,6 0-2 15,1-1 1-15,1-4 6 16,-3 1-4-16,-3 0-7 0,-5 0-4 16,-4 2 0-16,-4-1-1 15,-3 2 0-15,-3-1-1 16,-1-2-12-16,-2-2-34 15,-2-1-46-15,-3-3-91 16</inkml:trace>
  <inkml:trace contextRef="#ctx0" brushRef="#br0" timeOffset="-204932.33">21947 5765 363 0,'0'0'6'0,"0"0"55"15,0 0-40-15,0 0-8 16,-38-10 10-16,21 10 2 15,-6 2-8-15,-1 3-9 16,-1 0-4-16,0 1-3 0,1 1 0 16,2-3 0-16,3 0-1 15,5 1 0-15,1-1 1 16,5 0-1-16,2 0 1 16,3 3-1-16,2-1 1 15,1 4 2-15,0 0 6 0,0 3 6 16,1 1-5-16,2 2-5 15,0-1 0-15,1 0-3 16,-1 1 0-16,-1-3 0 16,-1-1 0-16,3-3 0 15,-3-2 0-15,0-2-1 0,2-3 0 16,3 0 0-16,1-2 2 16,2 0 4-16,5 0 1 15,-1-4-5-15,3 1-1 16,1 1-1-16,0 2-2 15,-2 0 2-15,1 1-1 0,-3 5 1 16,-3 4-1-16,-3 0 0 16,-2 1 0-16,-4 2 0 15,-1 1 0-15,-2-1 1 16,-8 0-1-16,-2-1 1 16,-5 0-1-16,-3-1 1 15,-1-3-1-15,-2 2 1 0,0-4-1 16,1 0-1-16,2-3 2 15,3-1-1-15,5-1 0 16,5-1-1-16,6 0-26 16,1-1-73-16,8-9-146 0</inkml:trace>
  <inkml:trace contextRef="#ctx0" brushRef="#br0" timeOffset="-204312">22536 6010 238 0,'0'0'31'0,"0"0"3"0,0 0-17 15,0 0-10-15,0 0 25 16,35 0 6-16,-14 0-2 0,6-2-7 16,4-1-1-16,7 0 8 15,2-1-6-15,3-1-8 16,-3 2-5-16,-4-2-4 16,-4 2-8-16,-5-1-2 15,-7 1-1-15,-5 2-2 0,-5-1 0 16,-3 0 0-16,-3 1 1 15,-4 0-3-15,0 0-16 16,-5-2-70-16,-5-1-44 16,-3-1-121-16</inkml:trace>
  <inkml:trace contextRef="#ctx0" brushRef="#br0" timeOffset="-204022.74">22784 5842 317 0,'0'0'44'0,"0"0"18"16,0 0-21-16,0 0-6 0,0 0-20 15,0 0 2-15,0 0 36 16,-6 50-10-16,5-18-7 15,0 4-16-15,1 4-10 16,0-2-9-16,0 0 0 16,5-4-1-16,4-4 0 0,1-5-34 15,-2-9-86-15,1-7-256 16</inkml:trace>
  <inkml:trace contextRef="#ctx0" brushRef="#br0" timeOffset="-201914.01">21265 6448 447 0,'0'0'-1'15,"0"0"4"-15,0 0-4 16,0 0 2-16,0 0 0 15,3 46 0-15,-1-17 2 0,-2 6 16 16,0 5 14-16,0 4-1 16,0 4-11-16,-1 0-12 15,-2 0-5-15,0-2-3 16,-2-5 1-16,1-3-1 16,-1-6-1-16,0-2 1 15,1-4-1-15,-2-3 1 0,3-5-1 16,0-1 0-16,2-5 1 15,1-3-1-15,0-1 0 16,2-3-2-16,2-1-17 16,3-4-26-16,-3 0-24 0,-1-3-78 15</inkml:trace>
  <inkml:trace contextRef="#ctx0" brushRef="#br0" timeOffset="-201312.05">21185 6611 330 0,'0'0'2'0,"-3"-31"8"0,3 16 17 0,0 0-7 15,4 1-6-15,6 1 3 16,5 0 1-16,1 3 0 16,5 5-6-16,2 2-4 15,1 3-3-15,-1 3-2 16,-2 7-2-16,-3 6 0 0,-4 3 0 15,-3 2-1-15,-5 3 1 16,-3-2-1-16,-3 2 1 16,-2-3-1-16,-6 0 1 15,-5-1-1-15,-4-1 1 16,-2-3-1-16,-3 1 0 0,-2-1 0 16,1-2 1-16,1-2-1 15,3 0 0-15,3-2 0 16,5 0 0-16,5-2 0 15,6-3 0-15,0 1 0 0,12-2 0 16,4 1 0-16,8-2 0 16,2 2 0-16,4 2 1 15,-1 3-1-15,1 3 2 16,-4 2 3-16,-3 3 19 16,-4 2-13-16,-3 0-6 15,-5 1-3-15,-2-3 0 0,-3-3-2 16,-1-2 0-16,0-3 1 15,-1-3-1-15,1-4 1 16,-1-3-37-16,2 0-51 16,0-6-102-16</inkml:trace>
  <inkml:trace contextRef="#ctx0" brushRef="#br0" timeOffset="-200817.05">21567 6551 264 0,'0'0'43'0,"0"0"-9"0,0-31 21 0,0 21-25 16,6 2-12-16,4-1 1 0,2 5-6 15,3 1-2-15,0 3-6 16,0 0-2-16,-1 7-3 16,-4 4 1-16,-3 3-1 15,-3 1 0-15,-4 2 0 16,0-1 1-16,-9 2-1 0,-2-2 0 15,-5 0 0-15,0 0 0 16,-1-2 0-16,3 0 0 16,-1-3 0-16,6 0-1 15,6-1 1-15,3-3 0 16,8-1 1-16,7-1-1 16,9-3 1-16,4-1-1 0,4-1 0 15,5 0 1-15,-2 0 0 16,-1 0-1-16,-6 0-1 15,-6 0-55-15,-6 0-156 16</inkml:trace>
  <inkml:trace contextRef="#ctx0" brushRef="#br0" timeOffset="-200551.92">21769 6897 275 0,'0'0'46'16,"0"0"-4"-16,0 0 19 0,30 1-18 16,-16-1-11-16,5 0-5 15,0 0-7-15,1-2-15 16,-1 1-4-16,-2 1 0 15,-5 0 0-15,-1 0-7 16,-6 2-65-16,-5 3-64 0,0-2-111 16</inkml:trace>
  <inkml:trace contextRef="#ctx0" brushRef="#br0" timeOffset="-200382.91">21782 7022 293 0,'0'0'17'0,"0"0"28"0,0 0-2 15,0 0 6-15,36 17-8 16,-13-17-11-16,4-1-13 16,3-3-13-16,2-3-3 15,-1 2 0-15,-1-3-4 0,-1-2-119 16</inkml:trace>
  <inkml:trace contextRef="#ctx0" brushRef="#br0" timeOffset="-190291.17">23023 6774 47 0,'0'0'7'0,"0"0"-4"16,0 0-4-16,0 0-10 15,0 0-10-15,0 0-3 0</inkml:trace>
  <inkml:trace contextRef="#ctx0" brushRef="#br0" timeOffset="-187621.9">10452 5240 170 0,'0'0'88'16,"0"0"-45"-16,0 0 13 16,0 0-16-16,0 0-11 15,0 0-23-15,0 0-3 16,-17 33 8-16,12 0 17 16,3 10-3-16,-3 9-3 0,1 10-4 15,-1 6-2-15,-3 3-4 16,1 2-3-16,-5-1-2 15,2 0-3-15,-3-5-2 16,1-6 3-16,-1-5 1 16,2-5 3-16,1-8-6 0,0-8-2 15,2-5-1-15,3-9 2 16,0-6-2-16,1-10-2 16,1-5-31-16,0-10-41 15,-2-11-69-15</inkml:trace>
  <inkml:trace contextRef="#ctx0" brushRef="#br0" timeOffset="-187380.06">10123 5526 384 0,'0'0'25'0,"0"0"18"16,0 0-30-16,0 0-6 0,0 0-7 15,0 0 1-15,0 0-1 16,28-5-16-16,-23 10-131 16</inkml:trace>
  <inkml:trace contextRef="#ctx0" brushRef="#br0" timeOffset="-187177.68">10441 5802 724 0,'0'0'0'0,"0"0"-2"15,0 0-6-15,0 0-20 16,0 0-9-16,0 0-66 0,0 0-130 16</inkml:trace>
  <inkml:trace contextRef="#ctx0" brushRef="#br0" timeOffset="-185809.2">23054 6790 304 0,'0'0'9'16,"0"0"17"-16,-35 6-6 16,18 2 0-16,2 2-3 15,-2 3 8-15,1 1 3 16,-1 4-6-16,3 3-7 0,0 4 0 15,3 6 3-15,2 2-3 16,3 2-1-16,4 0-1 16,2-1-9-16,2-4-2 15,10-2 0-15,2-6 0 16,5-7 0-16,1-5 0 16,2-5 1-16,0-5 3 0,1 0 1 15,-1-10 0-15,-1-5-3 16,-4-7 0-16,0-6-1 15,-3-3-1-15,-4-6-1 16,-4-2 0-16,-6-1-1 0,0 1 1 16,-7 4-1-16,-7 5 1 15,-3 4 1-15,-2 4-1 16,2 7-1-16,-1 4 0 16,2 6-1-16,3 3 0 15,3 2 0-15,2 2-2 0,5 6-17 16,3 2-24-16,0 2-39 15,6-1-6-15,5 0-141 16</inkml:trace>
  <inkml:trace contextRef="#ctx0" brushRef="#br0" timeOffset="-185609">23339 7108 581 0,'0'0'3'0,"0"0"5"0,0 0-2 15,0 0-4-15,0 0 0 16,0 0-1-16,0 0-14 16,0 0-109-16,11-31-157 15</inkml:trace>
  <inkml:trace contextRef="#ctx0" brushRef="#br0" timeOffset="-185074.6">23520 6814 385 0,'0'0'5'16,"0"0"24"-16,0 0 9 0,0 0-11 15,0 0-2-15,0 0-9 16,0 0 3-16,44-16 4 15,-20 12-7-15,6-1-1 16,1 2-4-16,-1-2-4 16,0 3-3-16,0-1-2 15,-8 3 0-15,-2-1-1 0,-6 1 1 16,-3 0-1-16,-4 0 7 16,-2 3 3-16,-2 5-4 15,-3 2 2-15,0 6 6 16,-5 4 2-16,-3 4 3 15,-2 7 0-15,-3 2-1 16,-1 6-8-16,2 1-4 0,2 1-4 16,0-4-2-16,1-4 0 15,3-5 0-15,1-5-1 16,2-3 0-16,-1-7 0 16,1-2 0-16,-1-4-1 0,3-2-25 15,-1-1-25-15,-1-3-20 16,-1-1-51-16,-2 0-54 15</inkml:trace>
  <inkml:trace contextRef="#ctx0" brushRef="#br0" timeOffset="-184857.49">23595 7065 283 0,'0'0'135'0,"0"0"-127"0,0 0 42 16,0 0-18-16,28-30-4 15,-6 26 14-15,7 0-16 16,6-2-11-16,5 1-10 0,2 0-2 16,0 1-3-16,2-1 0 15,-5 0-4-15,-1-1-69 16,-5-4-81-16</inkml:trace>
  <inkml:trace contextRef="#ctx0" brushRef="#br0" timeOffset="-178014.93">24403 6864 212 0,'0'0'30'0,"0"0"46"15,0 0-28-15,0 0-2 16,0 0-11-16,0 0-13 15,28-22 0-15,-26 21 1 16,-2 0-2-16,0 0-4 16,0-1-5-16,-7 2-5 0,-3-2-8 15,-3 1 1-15,-4-1-1 16,-2 2 1-16,-2-1 1 16,-4 1 0-16,2-1 1 15,-1 1-1-15,1 0 0 0,3-1 0 16,5 1 0-16,3 0-1 15,3 0 1-15,3 0-1 16,2 0 0-16,3 0-1 16,-2 1-1-16,2 3 1 15,1 2 0-15,0 1 5 16,0 5 2-16,0 1-1 0,0 3 2 16,0 1-2-16,0 3-2 15,-2 1 0-15,0 0 0 16,0 0-2-16,-2-2 0 15,0 1 1-15,0-5 0 16,-1 0 0-16,2-4-1 0,0-1 0 16,0-5 0-16,1-1 0 15,1-1-1-15,1-2 1 16,0-1 1-16,1 0 1 16,6 0 9-16,4-4-4 15,1 0-6-15,4-1 1 0,1 2-1 16,1 0 0-16,1 3-1 15,0 0-1-15,0 0 0 16,-1 2 0-16,-1 4-1 16,-3 5 1-16,-1 1 0 15,-2 3-2-15,-4 2 0 16,-2 1 1-16,-4 3-1 0,-1 0 1 16,0 0-1-16,-8 1-1 15,-4-2 2-15,-1-3-1 16,-5-2 8-16,-3-2 2 15,-2-5-2-15,-3-3-1 16,-1-1 1-16,-1-3-1 0,1-1-1 16,2 0-3-16,4-3 0 15,5-2-1-15,7 0 1 16,5-2-1-16,4-1-28 16,3-5-119-16</inkml:trace>
  <inkml:trace contextRef="#ctx0" brushRef="#br0" timeOffset="-173910.42">21169 7495 67 0,'0'0'25'0,"0"0"-6"16,33 1 2-16,-13-1 4 15,3 0-9-15,6 0 4 0,6 0 16 16,6-2-17-16,7-3 0 16,8 1-8-16,8-1-7 15,6 0-2-15,11 1-1 16,10 1 0-16,8 0 1 15,8 1-2-15,8 0 0 0,6 1 1 16,5 1-1-16,1-3 0 16,2 1 2-16,-4-3 10 15,-1 1 23-15,-3-2-10 16,-5-1-12-16,-6 1 4 16,-5-1 7-16,-9 1-7 0,-6 2-6 15,-10 0-7-15,-9 1-2 16,-10 1-2-16,-10 0 1 15,-9 0 0-15,-11 2-1 16,-10 0 0-16,-11 0-4 16,-10 0-35-16,-6 0-96 0,-17-1 27 15</inkml:trace>
  <inkml:trace contextRef="#ctx0" brushRef="#br0" timeOffset="-173433.14">21233 7685 126 0,'0'0'37'0,"42"-4"-4"0,-11 3-3 16,10-3 2-16,9 3-2 0,9-3-3 15,12 1-2-15,12-2-4 16,13 3-3-16,10-2 0 16,11 1-3-16,7 1-3 15,8 0-5-15,7 0-2 16,2 1 2-16,1-1 4 0,0-1 0 16,1 0 11-16,-3-1-2 15,-8 0-4-15,-6 0-5 16,-9-1-7-16,-10 1-2 15,-12 0-2-15,-13-1 0 16,-13 0-1-16,-13-2-10 0,-13-3-60 16,-15-4-110-16</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5-25T11:52:26.811"/>
    </inkml:context>
    <inkml:brush xml:id="br0">
      <inkml:brushProperty name="width" value="0.05292" units="cm"/>
      <inkml:brushProperty name="height" value="0.05292" units="cm"/>
      <inkml:brushProperty name="color" value="#FF0000"/>
    </inkml:brush>
  </inkml:definitions>
  <inkml:trace contextRef="#ctx0" brushRef="#br0">20066 3063 148 0,'0'0'87'0,"0"0"-54"0,0 0-32 16,0 0 1-16,0 0 16 16,0 0 12-16,30 2 11 0,-13-10 5 15,8-6-9-15,7-4-14 16,8-4-6-16,8-4-2 15,8-3-4-15,1-2-6 16,4 1-4-16,-4 3 1 16,-6 3-1-16,-8 5-1 15,-10 8-1-15,-9 4-38 0,-11 7-83 16,-12 1-55-16</inkml:trace>
  <inkml:trace contextRef="#ctx0" brushRef="#br0" timeOffset="240.1">20195 3279 307 0,'0'0'11'16,"0"0"-10"-16,0 0-5 16,0 0 21-16,43 4 27 0,-6-26 10 15,11-9-16-15,7-9-11 16,8-4-5-16,2-4-10 15,1 2-8-15,-5 3-3 16,-6 5-2-16,-8 4-28 16,-13 3-99-16,-10 3-166 0</inkml:trace>
  <inkml:trace contextRef="#ctx0" brushRef="#br0" timeOffset="534.91">20151 2536 377 0,'0'0'42'15,"0"0"-40"-15,0 0 0 16,11 55 13-16,12-9 12 15,6 13-1-15,6 11-9 16,2 11 0-16,1 10-8 16,1 1-4-16,-3 1 2 0,-2-4 2 15,0-7 1-15,-5-9-5 16,-5-7-32-16,-1-10-20 16,-5-11-25-16,-4-14-113 15</inkml:trace>
  <inkml:trace contextRef="#ctx0" brushRef="#br0" timeOffset="1061.94">21339 2622 416 0,'0'0'26'0,"-34"27"-27"0,17-4 1 0,3 8 1 16,3 9 2-16,3 4-1 16,4 1 0-16,3 0 0 15,1-1 0-15,7-6-1 16,9-3-2-16,2-6-2 16,6-8 2-16,3-10 2 0,2-5-1 15,4-7-2-15,0-13-16 16,0-8-31-16,-4-6-55 15,-2-4-86-15</inkml:trace>
  <inkml:trace contextRef="#ctx0" brushRef="#br0" timeOffset="1441.93">21623 2787 377 0,'0'0'21'16,"0"0"-17"-16,0 0 4 15,-24 34-1-15,22-18 13 0,2 2 3 16,0 2-2-16,2 3-2 16,5 0-8-16,4-1-5 15,2-1-1-15,3-3-1 16,1-4-2-16,1-5 1 16,1-9 1-16,0 0 0 0,-1-9-1 15,-1-10 2-15,0-4-1 16,-3-5-1-16,-2-2-4 15,-4-3 1-15,-4 2-2 16,-4 4 2-16,-2 3-1 16,-9 6 1-16,-6 5 0 0,-7 6-3 15,-4 5 4-15,-4 2-2 16,-1 5 1-16,1 3 1 16,5 4-1-16,6 1-7 15,3-1 0-15,10-1-19 0,6-1-37 16,2-3-58-16,2-4-133 15</inkml:trace>
  <inkml:trace contextRef="#ctx0" brushRef="#br0" timeOffset="1780.68">21826 2703 441 0,'0'0'14'16,"0"0"19"-16,0 0-20 15,28-10-2-15,-15 12-4 16,3 5-1-16,3 4 7 0,-2 1-1 16,3 4 3-16,-1 2-9 15,-1 1-4-15,-2 2 0 16,-2-3 0-16,-4 0-1 16,-3-3 0-16,-2-5 0 15,-3-3 2-15,-2-4-4 16,0-3 3-16,0 0 5 0,-7-4 2 15,0-7-7-15,-1-7 1 16,1-4-1-16,-1-6-3 16,4-1 0-16,3-1 1 15,1-1-1-15,3 5-1 0,8 1 0 16,3 6-2-16,3 3-25 16,1 4-56-16,-1 2-63 15,-2 2-179-15</inkml:trace>
  <inkml:trace contextRef="#ctx0" brushRef="#br0" timeOffset="2154.9">22244 2584 510 0,'0'0'3'0,"0"0"-4"16,0 0-5-16,0 0 6 15,0 0 1-15,36 26 7 16,-22-12 0-16,-2 1 0 16,1 2-6-16,-2 2 1 15,-1 1 0-15,-3 1 0 0,-2-4 1 16,-1-1-1-16,-4-4-2 16,0-5 1-16,0-4 0 15,-5-3 5-15,0 0 1 16,-4-8-3-16,0-9 7 15,0-4 6-15,2-6-10 0,3-4-6 16,4-4-3-16,1-1-3 16,12 1 1-16,4 0 1 15,5 5-5-15,2 4-69 16,0 0-49-16,-1 1-129 16</inkml:trace>
  <inkml:trace contextRef="#ctx0" brushRef="#br0" timeOffset="2405.31">22553 2091 324 0,'0'0'190'0,"0"0"-188"15,0 0-3-15,0 0-7 16,19 47 13-16,-10-14 8 0,4 7-1 15,-2 3-2-15,0 0-5 16,0 3-2-16,0-4 3 16,-1-1-2-16,0-4 2 15,0-5-9-15,-1-4-30 16,-2-5-29-16,-1-6-35 0,-2-4-84 16</inkml:trace>
  <inkml:trace contextRef="#ctx0" brushRef="#br0" timeOffset="2813.75">22798 2404 376 0,'0'0'43'0,"0"0"-19"15,8-31 23-15,-4 29 0 16,-2 2-30-16,5 0-10 0,-2 0-5 15,4 8 2-15,0 2 1 16,1 2-3-16,0 1-1 16,0 0 1-16,-4 2-1 15,1-3-1-15,-4 1 1 16,-2-5 0-16,0 0-1 0,-1-3-2 16,0-5-3-16,0 0 4 15,-1-1 8-15,-3-9-4 16,-3-4-2-16,2-2-1 15,0-2-2-15,3-3-4 0,2-1-1 16,0 4 4-16,7 1 7 16,5 4 5-16,4 3-3 15,2 4-7-15,3 6 0 16,0 0-3-16,1 0 5 16,-1 9 1-16,-2 1 0 15,-1 0 2-15,-1 0 0 0,-3 2-3 16,-1-1-22-16,-3-1-30 15,-1-3-90-15</inkml:trace>
  <inkml:trace contextRef="#ctx0" brushRef="#br0" timeOffset="3396.2">23558 1899 603 0,'0'0'-1'0,"0"0"0"0,0 0-5 0,-33 33 5 16,20-7 2-16,2 6 3 16,2 2 3-16,2 3-3 0,7-1-3 15,0 0 2-15,7-1 0 16,6-3-1-16,5-8-2 15,2-6-14-15,4-9-30 16,4-9-13-16,2-6-4 16,0-16-31-16,2-7 10 0,-3-4-19 15,-2-3 35-15,-8 6 76 16,-6 4 48-16,-5 9 50 16,-5 6-6-16,-3 5-18 15,0 5-26-15,-1 1-28 16,-3 3-19-16,1 4-8 0,-1 5 2 15,3 1 2-15,-1 2-2 16,2 0 0-16,1-1-2 16,8-2 2-16,2-1-2 15,2-3 0-15,3-4 1 16,2-4-1-16,1 0-1 16,1-5 1-16,-1-8 2 0,-1-5-6 15,-3-2 3-15,-4-5-1 16,-3-1 0-16,-6 0-1 15,-2 1-1-15,-6 2-1 16,-9 4-2-16,-4 5 3 16,-3 5 0-16,0 4-7 0,0 5-9 15,3 0-16-15,2 8-16 16,6 3-53-16,6-2-50 16</inkml:trace>
  <inkml:trace contextRef="#ctx0" brushRef="#br0" timeOffset="4110.97">24027 2054 474 0,'0'0'16'0,"0"0"-11"0,44-33 9 0,-25 16 16 15,2-3-11-15,-1-1-1 16,-2-5-2-16,-2 1-7 15,-3-1-4-15,-5 1-2 16,-2 1-3-16,-5 3 1 0,-1 6-1 16,0 4-2-16,-9 7 2 15,-2 4-3-15,-4 5-1 16,-1 10 2-16,1 6 1 16,4 3 2-16,3 1 0 15,5 0-1-15,3-4 3 0,7-1 0 16,6-5-1-16,5-5 1 15,3-6 0-15,3-4 1 16,2-1-1-16,1-13-1 16,-1-5-1-16,1-6 0 15,-2-6-1-15,-1-6-2 0,-3-3-4 16,-4-2-14-16,-3-2-1 16,-1 3 9-16,-7 5 10 15,-2 7 2-15,-4 8-1 16,0 8-1-16,0 10 2 15,-6 6-1-15,-3 15-11 16,-2 12 9-16,0 5 3 0,0 10 4 16,2 4 3-16,2 4 0 15,5 3-2-15,2 0 3 16,0 1 1-16,2 1-5 16,0-1 0-16,0-2 0 0,-2-6 0 15,0-4-1-15,-3-6-2 16,-5-7-1-16,-2-7 0 15,-1-7 0-15,-1-4 0 16,-2-5 0-16,0-6 1 16,-1-3 2-16,0 0-2 15,-2-2 1-15,0-6 0 0,3-2-1 16,0-3-1-16,3-2 1 16,3-1 1-16,6-5 0 15,2-3-2-15,1-2-1 16,13-4 1-16,6-3-1 15,8-5-1-15,5 0 3 0,7-2-29 16,2-4-26-16,2-3-36 16,-2-1-48-16,-1-2-111 15</inkml:trace>
  <inkml:trace contextRef="#ctx0" brushRef="#br0" timeOffset="4486.97">24624 1593 282 0,'0'0'51'0,"-3"-39"-2"16,-6 27 14-16,2 6-21 15,-3 6-11-15,0 1-11 16,-4 14-7-16,2 10-1 0,-2 9 1 16,1 8 5-16,1 8-10 15,5 5-1-15,2 5 1 16,2 3 2-16,2 2-2 16,0 3-1-16,1 0-2 15,-5-5-2-15,1-7 1 16,-2-8-1-16,0-11 0 0,-1-11-2 15,1-10 0-15,1-7-1 16,-1-6 0-16,0-3 1 16,-2 0 2-16,0-8-1 15,-2-4-1-15,2-5 0 16,1-6-4-16,2-5-10 0,4-3-3 16,1-5 5-16,11-4 6 15,6 2 0-15,7 0-4 16,4 2-1-16,6 4-2 15,3 4-13-15,-1 7-15 16,1 1-12-16,-4 5-45 0,0 0-165 16</inkml:trace>
  <inkml:trace contextRef="#ctx0" brushRef="#br0" timeOffset="4688.39">24847 1861 684 0,'0'0'-15'0,"0"0"13"0,0 0-32 0,0 0-174 16</inkml:trace>
  <inkml:trace contextRef="#ctx0" brushRef="#br0" timeOffset="9017.11">5246 2427 84 0,'0'0'22'0,"0"0"1"15,0 0 8-15,0 0-17 16,0 0-9-16,0 0-5 15,0 0-1-15,0 0-1 0,34-11 1 16,-24 11 0-16,3 0-1 16,2 0 1-16,0 0 0 15,4 0 2-15,2 2 1 16,3 1 1-16,4 0-1 16,1 2 0-16,4 0 0 15,5 3 0-15,2 0-2 0,0-1 1 16,5 1 0-16,4-1 0 15,1 1 0-15,4-1 0 16,1-1 0-16,5-1 1 16,2-2-1-16,6 0 4 0,2-2 2 15,6 1 7-15,3-2-1 16,6 0-4-16,0 0-3 16,4 0-2-16,1 0-1 15,4 0-1-15,2-3 0 16,1-1 1-16,4 0 0 0,3-1-2 15,3-1 0-15,2 0 1 16,0-1 1-16,5-1-2 16,2 1-1-16,-2 0 2 15,1 1-2-15,1 0 0 16,0 2 1-16,1-1 0 0,2 0-1 16,0 1 1-16,0 0-1 15,0 2 1-15,0-1-2 16,0 1 1-16,-1-1 0 15,2 1 1-15,1-1-1 16,0 1 1-16,0-1-2 16,0 1 2-16,2-1 0 0,-4 0-1 15,1 0 1-15,-2-1-1 16,1 1 0-16,-1 0 0 16,0 0 1-16,2 0-1 15,-2 0 0-15,2 0 0 16,1 0 0-16,0-1 1 0,2-1-2 15,-2 2 2-15,3-2-1 16,-1 0 0-16,0 0 1 16,1 0 0-16,-1 2 6 15,2-2 2-15,-3 2 6 16,0-2-6-16,-1 2-1 0,0-1-2 16,-1 2-1-16,1-1-5 15,-1 0 1-15,0 1 0 16,-1 1 0-16,0-1-1 15,-3 2 0-15,0-2 0 0,-4 1 1 16,2 0-1-16,-2 0 0 16,1 0 0-16,-2 0 1 15,-1 0 1-15,-1 0 0 16,1 0 0-16,-2-1 0 16,-1 2 0-16,-2-1 2 15,0 1 1-15,-1 0 4 0,-2 0-2 16,0 0-4-16,-2 0 1 15,-2 3-1-15,1 0-1 16,-2-1 1-16,2 1 0 16,-4-1-1-16,-1 0 3 15,0-2 0-15,-1 0 2 0,0 0 1 16,0 0 1-16,-2 0 3 16,0 0 1-16,-2 0-2 15,-1 0-3-15,-3 0-4 16,-1 0 0-16,-2-1-1 15,0 0 0-15,2-1-2 0,-1-1 0 16,3 0-1-16,0-1 1 16,0-1-1-16,4-1 0 15,1-1 0-15,0-1 1 16,1 1-1-16,2-1 1 16,0 1-1-16,-1-1 0 0,2 3 0 15,0-1 0-15,2-1 0 16,-2 2 0-16,0-2 0 15,1-1 0-15,0 0 0 16,-2-2 2-16,0 0-2 16,-1 0 0-16,-1 0 0 0,0-1 8 15,-4-1 13-15,0 2 8 16,-5 1-14-16,0 2-10 16,-5-2-2-16,-1 3 0 15,-2 1-1-15,-1 0-1 16,-3 2-1-16,-4-1 1 0,-5 1 0 15,-2-2-1-15,-5 2 0 16,-3 1 0-16,1-3 2 16,-2 2-1-16,-1-2 0 15,0 2-1-15,-5-1 0 16,1-1 0-16,-3 0 0 16,-4 1 2-16,-2 0-2 0,-2-1 0 15,0 1 0-15,-3 0 0 16,0-1 0-16,-2 3 0 15,0-2 0-15,-3 0 0 16,-1 1 1-16,0 0 0 16,-2 0-1-16,-1-1 1 0,-1 2 1 15,1-1-2-15,0 0 1 16,-1 1-1-16,0 0 0 16,0 1 1-16,1-1-2 15,1 2 1-15,-1 0 0 16,-2 0 1-16,0 0-1 0,-1-2 1 15,-3 1-1-15,0 0 0 16,-1 0 0-16,-2 1 0 16,0 0 0-16,0 0-1 15,-2 0 1-15,1 0-1 16,-2 0-4-16,1 0-39 0,-3 0-35 16,-2-3-82-16</inkml:trace>
  <inkml:trace contextRef="#ctx0" brushRef="#br0" timeOffset="9521.24">20524 2128 227 0,'0'2'39'0,"0"-2"-14"0,0 2-25 0,5-1 1 15,2 3 4-15,8-1 4 16,2 0 0-16,8-1 3 16,7-2 11-16,8 0-10 0,5 0 6 15,7-1-1-15,6-3-9 16,-1-1-4-16,0 0 1 15,-2 0 1-15,-4 0-2 16,-4 0 0-16,-7 0-1 16,-4 0-2-16,-4 2-1 0,-5 0 0 15,-5 0-2-15,-3 2 2 16,-7-2-9-16,-2-2-134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F405DC-FFCB-42F3-8DB5-BEE316C58C7A}" type="datetimeFigureOut">
              <a:rPr lang="en-IN" smtClean="0"/>
              <a:pPr/>
              <a:t>25-05-2026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13631B-FFD5-45E7-84A1-67158703148A}" type="slidenum">
              <a:rPr lang="en-IN" smtClean="0"/>
              <a:pPr/>
              <a:t>‹#›</a:t>
            </a:fld>
            <a:endParaRPr lang="en-IN"/>
          </a:p>
        </p:txBody>
      </p:sp>
    </p:spTree>
    <p:extLst>
      <p:ext uri="{BB962C8B-B14F-4D97-AF65-F5344CB8AC3E}">
        <p14:creationId xmlns:p14="http://schemas.microsoft.com/office/powerpoint/2010/main" val="3009216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13631B-FFD5-45E7-84A1-67158703148A}" type="slidenum">
              <a:rPr lang="en-IN" smtClean="0"/>
              <a:pPr/>
              <a:t>15</a:t>
            </a:fld>
            <a:endParaRPr lang="en-IN"/>
          </a:p>
        </p:txBody>
      </p:sp>
    </p:spTree>
    <p:extLst>
      <p:ext uri="{BB962C8B-B14F-4D97-AF65-F5344CB8AC3E}">
        <p14:creationId xmlns:p14="http://schemas.microsoft.com/office/powerpoint/2010/main" val="2772647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313631B-FFD5-45E7-84A1-67158703148A}" type="slidenum">
              <a:rPr lang="en-IN" smtClean="0"/>
              <a:pPr/>
              <a:t>48</a:t>
            </a:fld>
            <a:endParaRPr lang="en-IN"/>
          </a:p>
        </p:txBody>
      </p:sp>
    </p:spTree>
    <p:extLst>
      <p:ext uri="{BB962C8B-B14F-4D97-AF65-F5344CB8AC3E}">
        <p14:creationId xmlns:p14="http://schemas.microsoft.com/office/powerpoint/2010/main" val="4187527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313631B-FFD5-45E7-84A1-67158703148A}" type="slidenum">
              <a:rPr lang="en-IN" smtClean="0"/>
              <a:pPr/>
              <a:t>49</a:t>
            </a:fld>
            <a:endParaRPr lang="en-IN"/>
          </a:p>
        </p:txBody>
      </p:sp>
    </p:spTree>
    <p:extLst>
      <p:ext uri="{BB962C8B-B14F-4D97-AF65-F5344CB8AC3E}">
        <p14:creationId xmlns:p14="http://schemas.microsoft.com/office/powerpoint/2010/main" val="3460504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028700"/>
            <a:ext cx="7851648" cy="13716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2421402"/>
            <a:ext cx="7854696" cy="131445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smtClean="0">
                <a:solidFill>
                  <a:srgbClr val="EEECE1">
                    <a:shade val="90000"/>
                  </a:srgbClr>
                </a:solidFill>
              </a:defRPr>
            </a:lvl1pPr>
          </a:lstStyle>
          <a:p>
            <a:fld id="{FA7F876A-8D22-4A02-9D2C-4A4EF0784A46}" type="datetimeFigureOut">
              <a:rPr lang="en-IN" smtClean="0"/>
              <a:pPr/>
              <a:t>25-05-2026</a:t>
            </a:fld>
            <a:endParaRPr lang="en-IN"/>
          </a:p>
        </p:txBody>
      </p:sp>
      <p:sp>
        <p:nvSpPr>
          <p:cNvPr id="5" name="Footer Placeholder 18"/>
          <p:cNvSpPr>
            <a:spLocks noGrp="1"/>
          </p:cNvSpPr>
          <p:nvPr>
            <p:ph type="ftr" sz="quarter" idx="11"/>
          </p:nvPr>
        </p:nvSpPr>
        <p:spPr/>
        <p:txBody>
          <a:bodyPr/>
          <a:lstStyle>
            <a:lvl1pPr>
              <a:defRPr>
                <a:solidFill>
                  <a:srgbClr val="EEECE1">
                    <a:shade val="90000"/>
                  </a:srgbClr>
                </a:solidFill>
              </a:defRPr>
            </a:lvl1pPr>
          </a:lstStyle>
          <a:p>
            <a:endParaRPr lang="en-IN"/>
          </a:p>
        </p:txBody>
      </p:sp>
      <p:sp>
        <p:nvSpPr>
          <p:cNvPr id="6" name="Slide Number Placeholder 26"/>
          <p:cNvSpPr>
            <a:spLocks noGrp="1"/>
          </p:cNvSpPr>
          <p:nvPr>
            <p:ph type="sldNum" sz="quarter" idx="12"/>
          </p:nvPr>
        </p:nvSpPr>
        <p:spPr/>
        <p:txBody>
          <a:bodyPr/>
          <a:lstStyle>
            <a:lvl1pPr>
              <a:defRPr smtClean="0">
                <a:solidFill>
                  <a:srgbClr val="EEECE1">
                    <a:shade val="90000"/>
                  </a:srgbClr>
                </a:solidFill>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2314432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25-05-2026</a:t>
            </a:fld>
            <a:endParaRPr lang="en-IN"/>
          </a:p>
        </p:txBody>
      </p:sp>
      <p:sp>
        <p:nvSpPr>
          <p:cNvPr id="5" name="Footer Placeholder 21"/>
          <p:cNvSpPr>
            <a:spLocks noGrp="1"/>
          </p:cNvSpPr>
          <p:nvPr>
            <p:ph type="ftr" sz="quarter" idx="11"/>
          </p:nvPr>
        </p:nvSpPr>
        <p:spPr/>
        <p:txBody>
          <a:bodyPr/>
          <a:lstStyle>
            <a:lvl1pPr>
              <a:defRPr/>
            </a:lvl1pPr>
          </a:lstStyle>
          <a:p>
            <a:endParaRPr lang="en-IN"/>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4224392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987552"/>
            <a:ext cx="7772400" cy="1021842"/>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028499"/>
            <a:ext cx="7772400" cy="1132284"/>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smtClean="0">
                <a:solidFill>
                  <a:srgbClr val="EEECE1">
                    <a:shade val="90000"/>
                  </a:srgbClr>
                </a:solidFill>
              </a:defRPr>
            </a:lvl1pPr>
          </a:lstStyle>
          <a:p>
            <a:fld id="{FA7F876A-8D22-4A02-9D2C-4A4EF0784A46}" type="datetimeFigureOut">
              <a:rPr lang="en-IN" smtClean="0"/>
              <a:pPr/>
              <a:t>25-05-2026</a:t>
            </a:fld>
            <a:endParaRPr lang="en-IN"/>
          </a:p>
        </p:txBody>
      </p:sp>
      <p:sp>
        <p:nvSpPr>
          <p:cNvPr id="5" name="Footer Placeholder 4"/>
          <p:cNvSpPr>
            <a:spLocks noGrp="1"/>
          </p:cNvSpPr>
          <p:nvPr>
            <p:ph type="ftr" sz="quarter" idx="11"/>
          </p:nvPr>
        </p:nvSpPr>
        <p:spPr/>
        <p:txBody>
          <a:bodyPr/>
          <a:lstStyle>
            <a:lvl1pPr>
              <a:defRPr>
                <a:solidFill>
                  <a:srgbClr val="EEECE1">
                    <a:shade val="90000"/>
                  </a:srgbClr>
                </a:solidFill>
              </a:defRPr>
            </a:lvl1pPr>
          </a:lstStyle>
          <a:p>
            <a:endParaRPr lang="en-IN"/>
          </a:p>
        </p:txBody>
      </p:sp>
      <p:sp>
        <p:nvSpPr>
          <p:cNvPr id="6" name="Slide Number Placeholder 5"/>
          <p:cNvSpPr>
            <a:spLocks noGrp="1"/>
          </p:cNvSpPr>
          <p:nvPr>
            <p:ph type="sldNum" sz="quarter" idx="12"/>
          </p:nvPr>
        </p:nvSpPr>
        <p:spPr/>
        <p:txBody>
          <a:bodyPr/>
          <a:lstStyle>
            <a:lvl1pPr>
              <a:defRPr smtClean="0">
                <a:solidFill>
                  <a:srgbClr val="EEECE1">
                    <a:shade val="90000"/>
                  </a:srgbClr>
                </a:solidFill>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2847092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229600" cy="857250"/>
          </a:xfrm>
        </p:spPr>
        <p:txBody>
          <a:bodyPr/>
          <a:lstStyle/>
          <a:p>
            <a:r>
              <a:rPr lang="en-US"/>
              <a:t>Click to edit Master title style</a:t>
            </a:r>
          </a:p>
        </p:txBody>
      </p:sp>
      <p:sp>
        <p:nvSpPr>
          <p:cNvPr id="3" name="Content Placeholder 2"/>
          <p:cNvSpPr>
            <a:spLocks noGrp="1"/>
          </p:cNvSpPr>
          <p:nvPr>
            <p:ph sz="half" idx="1"/>
          </p:nvPr>
        </p:nvSpPr>
        <p:spPr>
          <a:xfrm>
            <a:off x="457200" y="1440064"/>
            <a:ext cx="4038600" cy="332613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0064"/>
            <a:ext cx="4038600" cy="332613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FA7F876A-8D22-4A02-9D2C-4A4EF0784A46}" type="datetimeFigureOut">
              <a:rPr lang="en-IN" smtClean="0"/>
              <a:pPr/>
              <a:t>25-05-2026</a:t>
            </a:fld>
            <a:endParaRPr lang="en-IN"/>
          </a:p>
        </p:txBody>
      </p:sp>
      <p:sp>
        <p:nvSpPr>
          <p:cNvPr id="6" name="Footer Placeholder 21"/>
          <p:cNvSpPr>
            <a:spLocks noGrp="1"/>
          </p:cNvSpPr>
          <p:nvPr>
            <p:ph type="ftr" sz="quarter" idx="11"/>
          </p:nvPr>
        </p:nvSpPr>
        <p:spPr/>
        <p:txBody>
          <a:bodyPr/>
          <a:lstStyle>
            <a:lvl1pPr>
              <a:defRPr/>
            </a:lvl1pPr>
          </a:lstStyle>
          <a:p>
            <a:endParaRPr lang="en-IN"/>
          </a:p>
        </p:txBody>
      </p:sp>
      <p:sp>
        <p:nvSpPr>
          <p:cNvPr id="7"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3240583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391436"/>
            <a:ext cx="4040188" cy="494514"/>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33" y="1394818"/>
            <a:ext cx="4041775" cy="491132"/>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1885950"/>
            <a:ext cx="4040188" cy="288429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33" y="1885950"/>
            <a:ext cx="4041775" cy="288429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fld id="{FA7F876A-8D22-4A02-9D2C-4A4EF0784A46}" type="datetimeFigureOut">
              <a:rPr lang="en-IN" smtClean="0"/>
              <a:pPr/>
              <a:t>25-05-2026</a:t>
            </a:fld>
            <a:endParaRPr lang="en-IN"/>
          </a:p>
        </p:txBody>
      </p:sp>
      <p:sp>
        <p:nvSpPr>
          <p:cNvPr id="8" name="Footer Placeholder 21"/>
          <p:cNvSpPr>
            <a:spLocks noGrp="1"/>
          </p:cNvSpPr>
          <p:nvPr>
            <p:ph type="ftr" sz="quarter" idx="11"/>
          </p:nvPr>
        </p:nvSpPr>
        <p:spPr/>
        <p:txBody>
          <a:bodyPr/>
          <a:lstStyle>
            <a:lvl1pPr>
              <a:defRPr/>
            </a:lvl1pPr>
          </a:lstStyle>
          <a:p>
            <a:endParaRPr lang="en-IN"/>
          </a:p>
        </p:txBody>
      </p:sp>
      <p:sp>
        <p:nvSpPr>
          <p:cNvPr id="9"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780689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528066"/>
            <a:ext cx="8305800" cy="85725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fld id="{FA7F876A-8D22-4A02-9D2C-4A4EF0784A46}" type="datetimeFigureOut">
              <a:rPr lang="en-IN" smtClean="0"/>
              <a:pPr/>
              <a:t>25-05-2026</a:t>
            </a:fld>
            <a:endParaRPr lang="en-IN"/>
          </a:p>
        </p:txBody>
      </p:sp>
      <p:sp>
        <p:nvSpPr>
          <p:cNvPr id="4" name="Footer Placeholder 21"/>
          <p:cNvSpPr>
            <a:spLocks noGrp="1"/>
          </p:cNvSpPr>
          <p:nvPr>
            <p:ph type="ftr" sz="quarter" idx="11"/>
          </p:nvPr>
        </p:nvSpPr>
        <p:spPr/>
        <p:txBody>
          <a:bodyPr/>
          <a:lstStyle>
            <a:lvl1pPr>
              <a:defRPr/>
            </a:lvl1pPr>
          </a:lstStyle>
          <a:p>
            <a:endParaRPr lang="en-IN"/>
          </a:p>
        </p:txBody>
      </p:sp>
      <p:sp>
        <p:nvSpPr>
          <p:cNvPr id="5"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186767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FA7F876A-8D22-4A02-9D2C-4A4EF0784A46}" type="datetimeFigureOut">
              <a:rPr lang="en-IN" smtClean="0"/>
              <a:pPr/>
              <a:t>25-05-2026</a:t>
            </a:fld>
            <a:endParaRPr lang="en-IN"/>
          </a:p>
        </p:txBody>
      </p:sp>
      <p:sp>
        <p:nvSpPr>
          <p:cNvPr id="3" name="Footer Placeholder 21"/>
          <p:cNvSpPr>
            <a:spLocks noGrp="1"/>
          </p:cNvSpPr>
          <p:nvPr>
            <p:ph type="ftr" sz="quarter" idx="11"/>
          </p:nvPr>
        </p:nvSpPr>
        <p:spPr/>
        <p:txBody>
          <a:bodyPr/>
          <a:lstStyle>
            <a:lvl1pPr>
              <a:defRPr/>
            </a:lvl1pPr>
          </a:lstStyle>
          <a:p>
            <a:endParaRPr lang="en-IN"/>
          </a:p>
        </p:txBody>
      </p:sp>
      <p:sp>
        <p:nvSpPr>
          <p:cNvPr id="4"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1075570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385765"/>
            <a:ext cx="2743200" cy="871538"/>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257300"/>
            <a:ext cx="2743200" cy="3429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257300"/>
            <a:ext cx="5111750" cy="3429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fld id="{FA7F876A-8D22-4A02-9D2C-4A4EF0784A46}" type="datetimeFigureOut">
              <a:rPr lang="en-IN" smtClean="0"/>
              <a:pPr/>
              <a:t>25-05-2026</a:t>
            </a:fld>
            <a:endParaRPr lang="en-IN"/>
          </a:p>
        </p:txBody>
      </p:sp>
      <p:sp>
        <p:nvSpPr>
          <p:cNvPr id="6" name="Footer Placeholder 21"/>
          <p:cNvSpPr>
            <a:spLocks noGrp="1"/>
          </p:cNvSpPr>
          <p:nvPr>
            <p:ph type="ftr" sz="quarter" idx="11"/>
          </p:nvPr>
        </p:nvSpPr>
        <p:spPr/>
        <p:txBody>
          <a:bodyPr/>
          <a:lstStyle>
            <a:lvl1pPr>
              <a:defRPr/>
            </a:lvl1pPr>
          </a:lstStyle>
          <a:p>
            <a:endParaRPr lang="en-IN"/>
          </a:p>
        </p:txBody>
      </p:sp>
      <p:sp>
        <p:nvSpPr>
          <p:cNvPr id="7"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3489535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831850"/>
            <a:ext cx="5257800" cy="30861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6" name="Right Triangle 5"/>
          <p:cNvSpPr/>
          <p:nvPr/>
        </p:nvSpPr>
        <p:spPr>
          <a:xfrm rot="420000" flipV="1">
            <a:off x="8004177" y="4019551"/>
            <a:ext cx="155575" cy="1174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prstClr val="white"/>
              </a:solidFill>
            </a:endParaRPr>
          </a:p>
        </p:txBody>
      </p:sp>
      <p:sp>
        <p:nvSpPr>
          <p:cNvPr id="7" name="Freeform 6"/>
          <p:cNvSpPr>
            <a:spLocks/>
          </p:cNvSpPr>
          <p:nvPr/>
        </p:nvSpPr>
        <p:spPr bwMode="auto">
          <a:xfrm flipV="1">
            <a:off x="-9525" y="4362450"/>
            <a:ext cx="9163050" cy="78105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Constantia"/>
              <a:cs typeface="+mn-cs"/>
            </a:endParaRPr>
          </a:p>
        </p:txBody>
      </p:sp>
      <p:sp>
        <p:nvSpPr>
          <p:cNvPr id="8" name="Freeform 7"/>
          <p:cNvSpPr>
            <a:spLocks/>
          </p:cNvSpPr>
          <p:nvPr/>
        </p:nvSpPr>
        <p:spPr bwMode="auto">
          <a:xfrm flipV="1">
            <a:off x="4381500" y="4665664"/>
            <a:ext cx="4762500" cy="477837"/>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Constantia"/>
              <a:cs typeface="+mn-cs"/>
            </a:endParaRPr>
          </a:p>
        </p:txBody>
      </p:sp>
      <p:sp>
        <p:nvSpPr>
          <p:cNvPr id="2" name="Title 1"/>
          <p:cNvSpPr>
            <a:spLocks noGrp="1"/>
          </p:cNvSpPr>
          <p:nvPr>
            <p:ph type="title"/>
          </p:nvPr>
        </p:nvSpPr>
        <p:spPr>
          <a:xfrm>
            <a:off x="609600" y="882747"/>
            <a:ext cx="2212848" cy="1186966"/>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121590"/>
            <a:ext cx="2209800" cy="163449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899638"/>
            <a:ext cx="4617720" cy="294894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smtClean="0"/>
            </a:lvl1pPr>
          </a:lstStyle>
          <a:p>
            <a:fld id="{FA7F876A-8D22-4A02-9D2C-4A4EF0784A46}" type="datetimeFigureOut">
              <a:rPr lang="en-IN" smtClean="0"/>
              <a:pPr/>
              <a:t>25-05-2026</a:t>
            </a:fld>
            <a:endParaRPr lang="en-IN"/>
          </a:p>
        </p:txBody>
      </p:sp>
      <p:sp>
        <p:nvSpPr>
          <p:cNvPr id="10" name="Footer Placeholder 5"/>
          <p:cNvSpPr>
            <a:spLocks noGrp="1"/>
          </p:cNvSpPr>
          <p:nvPr>
            <p:ph type="ftr" sz="quarter" idx="11"/>
          </p:nvPr>
        </p:nvSpPr>
        <p:spPr/>
        <p:txBody>
          <a:bodyPr/>
          <a:lstStyle>
            <a:lvl1pPr>
              <a:defRPr/>
            </a:lvl1pPr>
          </a:lstStyle>
          <a:p>
            <a:endParaRPr lang="en-IN"/>
          </a:p>
        </p:txBody>
      </p:sp>
      <p:sp>
        <p:nvSpPr>
          <p:cNvPr id="11" name="Slide Number Placeholder 6"/>
          <p:cNvSpPr>
            <a:spLocks noGrp="1"/>
          </p:cNvSpPr>
          <p:nvPr>
            <p:ph type="sldNum" sz="quarter" idx="12"/>
          </p:nvPr>
        </p:nvSpPr>
        <p:spPr>
          <a:xfrm>
            <a:off x="8077200" y="4767264"/>
            <a:ext cx="609600" cy="274637"/>
          </a:xfrm>
        </p:spPr>
        <p:txBody>
          <a:bodyPr/>
          <a:lstStyle>
            <a:lvl1pPr>
              <a:defRPr smtClean="0"/>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3856210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25-05-2026</a:t>
            </a:fld>
            <a:endParaRPr lang="en-IN"/>
          </a:p>
        </p:txBody>
      </p:sp>
      <p:sp>
        <p:nvSpPr>
          <p:cNvPr id="5" name="Footer Placeholder 21"/>
          <p:cNvSpPr>
            <a:spLocks noGrp="1"/>
          </p:cNvSpPr>
          <p:nvPr>
            <p:ph type="ftr" sz="quarter" idx="11"/>
          </p:nvPr>
        </p:nvSpPr>
        <p:spPr/>
        <p:txBody>
          <a:bodyPr/>
          <a:lstStyle>
            <a:lvl1pPr>
              <a:defRPr/>
            </a:lvl1pPr>
          </a:lstStyle>
          <a:p>
            <a:endParaRPr lang="en-IN"/>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1715872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85802"/>
            <a:ext cx="2057400" cy="390882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2"/>
            <a:ext cx="6019800" cy="3908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FA7F876A-8D22-4A02-9D2C-4A4EF0784A46}" type="datetimeFigureOut">
              <a:rPr lang="en-IN" smtClean="0"/>
              <a:pPr/>
              <a:t>25-05-2026</a:t>
            </a:fld>
            <a:endParaRPr lang="en-IN"/>
          </a:p>
        </p:txBody>
      </p:sp>
      <p:sp>
        <p:nvSpPr>
          <p:cNvPr id="5" name="Footer Placeholder 21"/>
          <p:cNvSpPr>
            <a:spLocks noGrp="1"/>
          </p:cNvSpPr>
          <p:nvPr>
            <p:ph type="ftr" sz="quarter" idx="11"/>
          </p:nvPr>
        </p:nvSpPr>
        <p:spPr/>
        <p:txBody>
          <a:bodyPr/>
          <a:lstStyle>
            <a:lvl1pPr>
              <a:defRPr/>
            </a:lvl1pPr>
          </a:lstStyle>
          <a:p>
            <a:endParaRPr lang="en-IN"/>
          </a:p>
        </p:txBody>
      </p:sp>
      <p:sp>
        <p:nvSpPr>
          <p:cNvPr id="6" name="Slide Number Placeholder 17"/>
          <p:cNvSpPr>
            <a:spLocks noGrp="1"/>
          </p:cNvSpPr>
          <p:nvPr>
            <p:ph type="sldNum" sz="quarter" idx="12"/>
          </p:nvPr>
        </p:nvSpPr>
        <p:spPr/>
        <p:txBody>
          <a:bodyPr/>
          <a:lstStyle>
            <a:lvl1pPr>
              <a:defRPr/>
            </a:lvl1pPr>
          </a:lstStyle>
          <a:p>
            <a:fld id="{299AB1CD-1EC5-41A8-8F0A-41E0CC9B8AC3}" type="slidenum">
              <a:rPr lang="en-IN" smtClean="0"/>
              <a:pPr/>
              <a:t>‹#›</a:t>
            </a:fld>
            <a:endParaRPr lang="en-IN"/>
          </a:p>
        </p:txBody>
      </p:sp>
    </p:spTree>
    <p:extLst>
      <p:ext uri="{BB962C8B-B14F-4D97-AF65-F5344CB8AC3E}">
        <p14:creationId xmlns:p14="http://schemas.microsoft.com/office/powerpoint/2010/main" val="2613777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4762"/>
            <a:ext cx="9163050" cy="78105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Constantia"/>
              <a:cs typeface="+mn-cs"/>
            </a:endParaRPr>
          </a:p>
        </p:txBody>
      </p:sp>
      <p:sp>
        <p:nvSpPr>
          <p:cNvPr id="8" name="Freeform 7"/>
          <p:cNvSpPr>
            <a:spLocks/>
          </p:cNvSpPr>
          <p:nvPr/>
        </p:nvSpPr>
        <p:spPr bwMode="auto">
          <a:xfrm>
            <a:off x="4381500" y="-4763"/>
            <a:ext cx="4762500" cy="47783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Constantia"/>
              <a:cs typeface="+mn-cs"/>
            </a:endParaRPr>
          </a:p>
        </p:txBody>
      </p:sp>
      <p:sp>
        <p:nvSpPr>
          <p:cNvPr id="1028" name="Title Placeholder 8"/>
          <p:cNvSpPr>
            <a:spLocks noGrp="1"/>
          </p:cNvSpPr>
          <p:nvPr>
            <p:ph type="title"/>
          </p:nvPr>
        </p:nvSpPr>
        <p:spPr bwMode="auto">
          <a:xfrm>
            <a:off x="457200" y="528638"/>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457200" y="1450976"/>
            <a:ext cx="82296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4767264"/>
            <a:ext cx="2133600" cy="274637"/>
          </a:xfrm>
          <a:prstGeom prst="rect">
            <a:avLst/>
          </a:prstGeom>
        </p:spPr>
        <p:txBody>
          <a:bodyPr vert="horz" lIns="0" tIns="0" rIns="0" bIns="0" anchor="b"/>
          <a:lstStyle>
            <a:lvl1pPr algn="l" eaLnBrk="1" fontAlgn="auto" latinLnBrk="0" hangingPunct="1">
              <a:spcBef>
                <a:spcPts val="0"/>
              </a:spcBef>
              <a:spcAft>
                <a:spcPts val="0"/>
              </a:spcAft>
              <a:defRPr kumimoji="0" sz="1200" smtClean="0">
                <a:solidFill>
                  <a:srgbClr val="1F497D">
                    <a:shade val="90000"/>
                  </a:srgbClr>
                </a:solidFill>
                <a:latin typeface="+mn-lt"/>
                <a:cs typeface="+mn-cs"/>
              </a:defRPr>
            </a:lvl1pPr>
          </a:lstStyle>
          <a:p>
            <a:fld id="{FA7F876A-8D22-4A02-9D2C-4A4EF0784A46}" type="datetimeFigureOut">
              <a:rPr lang="en-IN" smtClean="0"/>
              <a:pPr/>
              <a:t>25-05-2026</a:t>
            </a:fld>
            <a:endParaRPr lang="en-IN"/>
          </a:p>
        </p:txBody>
      </p:sp>
      <p:sp>
        <p:nvSpPr>
          <p:cNvPr id="22" name="Footer Placeholder 21"/>
          <p:cNvSpPr>
            <a:spLocks noGrp="1"/>
          </p:cNvSpPr>
          <p:nvPr>
            <p:ph type="ftr" sz="quarter" idx="3"/>
          </p:nvPr>
        </p:nvSpPr>
        <p:spPr>
          <a:xfrm>
            <a:off x="2667000" y="4767264"/>
            <a:ext cx="3352800" cy="274637"/>
          </a:xfrm>
          <a:prstGeom prst="rect">
            <a:avLst/>
          </a:prstGeom>
        </p:spPr>
        <p:txBody>
          <a:bodyPr vert="horz" lIns="0" tIns="0" rIns="0" bIns="0" anchor="b"/>
          <a:lstStyle>
            <a:lvl1pPr algn="l" eaLnBrk="1" fontAlgn="auto" latinLnBrk="0" hangingPunct="1">
              <a:spcBef>
                <a:spcPts val="0"/>
              </a:spcBef>
              <a:spcAft>
                <a:spcPts val="0"/>
              </a:spcAft>
              <a:defRPr kumimoji="0" sz="1200">
                <a:solidFill>
                  <a:srgbClr val="1F497D">
                    <a:shade val="90000"/>
                  </a:srgbClr>
                </a:solidFill>
                <a:latin typeface="+mn-lt"/>
                <a:cs typeface="+mn-cs"/>
              </a:defRPr>
            </a:lvl1pPr>
          </a:lstStyle>
          <a:p>
            <a:endParaRPr lang="en-IN"/>
          </a:p>
        </p:txBody>
      </p:sp>
      <p:sp>
        <p:nvSpPr>
          <p:cNvPr id="18" name="Slide Number Placeholder 17"/>
          <p:cNvSpPr>
            <a:spLocks noGrp="1"/>
          </p:cNvSpPr>
          <p:nvPr>
            <p:ph type="sldNum" sz="quarter" idx="4"/>
          </p:nvPr>
        </p:nvSpPr>
        <p:spPr>
          <a:xfrm>
            <a:off x="7924800" y="4767264"/>
            <a:ext cx="762000" cy="274637"/>
          </a:xfrm>
          <a:prstGeom prst="rect">
            <a:avLst/>
          </a:prstGeom>
        </p:spPr>
        <p:txBody>
          <a:bodyPr vert="horz" lIns="0" tIns="0" rIns="0" bIns="0" anchor="b"/>
          <a:lstStyle>
            <a:lvl1pPr algn="r" eaLnBrk="1" fontAlgn="auto" latinLnBrk="0" hangingPunct="1">
              <a:spcBef>
                <a:spcPts val="0"/>
              </a:spcBef>
              <a:spcAft>
                <a:spcPts val="0"/>
              </a:spcAft>
              <a:defRPr kumimoji="0" sz="1200" smtClean="0">
                <a:solidFill>
                  <a:srgbClr val="1F497D">
                    <a:shade val="90000"/>
                  </a:srgbClr>
                </a:solidFill>
                <a:latin typeface="+mn-lt"/>
                <a:cs typeface="+mn-cs"/>
              </a:defRPr>
            </a:lvl1pPr>
          </a:lstStyle>
          <a:p>
            <a:fld id="{299AB1CD-1EC5-41A8-8F0A-41E0CC9B8AC3}" type="slidenum">
              <a:rPr lang="en-IN" smtClean="0"/>
              <a:pPr/>
              <a:t>‹#›</a:t>
            </a:fld>
            <a:endParaRPr lang="en-IN"/>
          </a:p>
        </p:txBody>
      </p:sp>
      <p:grpSp>
        <p:nvGrpSpPr>
          <p:cNvPr id="1033" name="Group 1"/>
          <p:cNvGrpSpPr>
            <a:grpSpLocks/>
          </p:cNvGrpSpPr>
          <p:nvPr/>
        </p:nvGrpSpPr>
        <p:grpSpPr bwMode="auto">
          <a:xfrm>
            <a:off x="-19050" y="152401"/>
            <a:ext cx="9180513" cy="485775"/>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mn-lt"/>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solidFill>
                  <a:prstClr val="black"/>
                </a:solidFill>
                <a:latin typeface="+mn-lt"/>
                <a:cs typeface="+mn-cs"/>
              </a:endParaRPr>
            </a:p>
          </p:txBody>
        </p:sp>
      </p:gr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5000" kern="1200">
          <a:solidFill>
            <a:schemeClr val="tx2"/>
          </a:solidFill>
          <a:latin typeface="+mj-lt"/>
          <a:ea typeface="+mj-ea"/>
          <a:cs typeface="+mj-cs"/>
        </a:defRPr>
      </a:lvl1pPr>
      <a:lvl2pPr algn="l" rtl="0" eaLnBrk="1" fontAlgn="base" hangingPunct="1">
        <a:spcBef>
          <a:spcPct val="0"/>
        </a:spcBef>
        <a:spcAft>
          <a:spcPct val="0"/>
        </a:spcAft>
        <a:defRPr sz="5000">
          <a:solidFill>
            <a:schemeClr val="tx2"/>
          </a:solidFill>
          <a:latin typeface="Calibri" pitchFamily="34" charset="0"/>
        </a:defRPr>
      </a:lvl2pPr>
      <a:lvl3pPr algn="l" rtl="0" eaLnBrk="1" fontAlgn="base" hangingPunct="1">
        <a:spcBef>
          <a:spcPct val="0"/>
        </a:spcBef>
        <a:spcAft>
          <a:spcPct val="0"/>
        </a:spcAft>
        <a:defRPr sz="5000">
          <a:solidFill>
            <a:schemeClr val="tx2"/>
          </a:solidFill>
          <a:latin typeface="Calibri" pitchFamily="34" charset="0"/>
        </a:defRPr>
      </a:lvl3pPr>
      <a:lvl4pPr algn="l" rtl="0" eaLnBrk="1" fontAlgn="base" hangingPunct="1">
        <a:spcBef>
          <a:spcPct val="0"/>
        </a:spcBef>
        <a:spcAft>
          <a:spcPct val="0"/>
        </a:spcAft>
        <a:defRPr sz="5000">
          <a:solidFill>
            <a:schemeClr val="tx2"/>
          </a:solidFill>
          <a:latin typeface="Calibri" pitchFamily="34" charset="0"/>
        </a:defRPr>
      </a:lvl4pPr>
      <a:lvl5pPr algn="l" rtl="0" eaLnBrk="1" fontAlgn="base" hangingPunct="1">
        <a:spcBef>
          <a:spcPct val="0"/>
        </a:spcBef>
        <a:spcAft>
          <a:spcPct val="0"/>
        </a:spcAft>
        <a:defRPr sz="5000">
          <a:solidFill>
            <a:schemeClr val="tx2"/>
          </a:solidFill>
          <a:latin typeface="Calibri" pitchFamily="34" charset="0"/>
        </a:defRPr>
      </a:lvl5pPr>
      <a:lvl6pPr marL="457200" algn="l" rtl="0" eaLnBrk="1" fontAlgn="base" hangingPunct="1">
        <a:spcBef>
          <a:spcPct val="0"/>
        </a:spcBef>
        <a:spcAft>
          <a:spcPct val="0"/>
        </a:spcAft>
        <a:defRPr sz="5000">
          <a:solidFill>
            <a:schemeClr val="tx2"/>
          </a:solidFill>
          <a:latin typeface="Calibri" pitchFamily="34" charset="0"/>
        </a:defRPr>
      </a:lvl6pPr>
      <a:lvl7pPr marL="914400" algn="l" rtl="0" eaLnBrk="1" fontAlgn="base" hangingPunct="1">
        <a:spcBef>
          <a:spcPct val="0"/>
        </a:spcBef>
        <a:spcAft>
          <a:spcPct val="0"/>
        </a:spcAft>
        <a:defRPr sz="5000">
          <a:solidFill>
            <a:schemeClr val="tx2"/>
          </a:solidFill>
          <a:latin typeface="Calibri" pitchFamily="34" charset="0"/>
        </a:defRPr>
      </a:lvl7pPr>
      <a:lvl8pPr marL="1371600" algn="l" rtl="0" eaLnBrk="1" fontAlgn="base" hangingPunct="1">
        <a:spcBef>
          <a:spcPct val="0"/>
        </a:spcBef>
        <a:spcAft>
          <a:spcPct val="0"/>
        </a:spcAft>
        <a:defRPr sz="5000">
          <a:solidFill>
            <a:schemeClr val="tx2"/>
          </a:solidFill>
          <a:latin typeface="Calibri" pitchFamily="34" charset="0"/>
        </a:defRPr>
      </a:lvl8pPr>
      <a:lvl9pPr marL="1828800" algn="l" rtl="0" eaLnBrk="1" fontAlgn="base" hangingPunct="1">
        <a:spcBef>
          <a:spcPct val="0"/>
        </a:spcBef>
        <a:spcAft>
          <a:spcPct val="0"/>
        </a:spcAft>
        <a:defRPr sz="5000">
          <a:solidFill>
            <a:schemeClr val="tx2"/>
          </a:solidFill>
          <a:latin typeface="Calibri" pitchFamily="34" charset="0"/>
        </a:defRPr>
      </a:lvl9pPr>
    </p:titleStyle>
    <p:bodyStyle>
      <a:lvl1pPr marL="273050" indent="-273050" algn="l" rtl="0" eaLnBrk="1" fontAlgn="base" hangingPunct="1">
        <a:spcBef>
          <a:spcPct val="20000"/>
        </a:spcBef>
        <a:spcAft>
          <a:spcPct val="0"/>
        </a:spcAft>
        <a:buClr>
          <a:srgbClr val="9BBB59"/>
        </a:buClr>
        <a:buSzPct val="95000"/>
        <a:buFont typeface="Wingdings 2" pitchFamily="18" charset="2"/>
        <a:buChar char=""/>
        <a:defRPr sz="2600" kern="1200">
          <a:solidFill>
            <a:schemeClr val="tx1"/>
          </a:solidFill>
          <a:latin typeface="+mn-lt"/>
          <a:ea typeface="+mn-ea"/>
          <a:cs typeface="+mn-cs"/>
        </a:defRPr>
      </a:lvl1pPr>
      <a:lvl2pPr marL="639763" indent="-246063" algn="l" rtl="0" eaLnBrk="1" fontAlgn="base" hangingPunct="1">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1" fontAlgn="base" hangingPunct="1">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1" fontAlgn="base" hangingPunct="1">
        <a:spcBef>
          <a:spcPct val="20000"/>
        </a:spcBef>
        <a:spcAft>
          <a:spcPct val="0"/>
        </a:spcAft>
        <a:buClr>
          <a:srgbClr val="9BBB59"/>
        </a:buClr>
        <a:buSzPct val="65000"/>
        <a:buFont typeface="Wingdings 2" pitchFamily="18" charset="2"/>
        <a:buChar char=""/>
        <a:defRPr sz="2000" kern="1200">
          <a:solidFill>
            <a:schemeClr val="tx1"/>
          </a:solidFill>
          <a:latin typeface="+mn-lt"/>
          <a:ea typeface="+mn-ea"/>
          <a:cs typeface="+mn-cs"/>
        </a:defRPr>
      </a:lvl4pPr>
      <a:lvl5pPr marL="1462088" indent="-209550" algn="l" rtl="0" eaLnBrk="1" fontAlgn="base" hangingPunct="1">
        <a:spcBef>
          <a:spcPct val="20000"/>
        </a:spcBef>
        <a:spcAft>
          <a:spcPct val="0"/>
        </a:spcAft>
        <a:buClr>
          <a:srgbClr val="8064A2"/>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8.png"/><Relationship Id="rId3" Type="http://schemas.openxmlformats.org/officeDocument/2006/relationships/image" Target="../media/image4.wmf"/><Relationship Id="rId7" Type="http://schemas.openxmlformats.org/officeDocument/2006/relationships/image" Target="../media/image6.wmf"/><Relationship Id="rId12" Type="http://schemas.openxmlformats.org/officeDocument/2006/relationships/customXml" Target="../ink/ink2.xml"/><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3.wmf"/><Relationship Id="rId5" Type="http://schemas.openxmlformats.org/officeDocument/2006/relationships/image" Target="../media/image5.wmf"/><Relationship Id="rId10" Type="http://schemas.openxmlformats.org/officeDocument/2006/relationships/oleObject" Target="../embeddings/oleObject1.bin"/><Relationship Id="rId4" Type="http://schemas.openxmlformats.org/officeDocument/2006/relationships/oleObject" Target="../embeddings/oleObject3.bin"/><Relationship Id="rId9"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customXml" Target="../ink/ink6.xml"/></Relationships>
</file>

<file path=ppt/slides/_rels/slide10.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0.png"/><Relationship Id="rId7"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customXml" Target="../ink/ink10.xml"/></Relationships>
</file>

<file path=ppt/slides/_rels/slide1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customXml" Target="../ink/ink12.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31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0.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ustomXml" Target="../ink/ink16.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customXml" Target="../ink/ink17.xml"/></Relationships>
</file>

<file path=ppt/slides/_rels/slide27.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380.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39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6.bin"/><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customXml" Target="../ink/ink21.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7.bin"/><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7.bin"/><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7.bin"/><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7.bin"/><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8.bin"/><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210.png"/><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10.png"/><Relationship Id="rId1" Type="http://schemas.openxmlformats.org/officeDocument/2006/relationships/slideLayout" Target="../slideLayouts/slideLayout1.xml"/><Relationship Id="rId5" Type="http://schemas.openxmlformats.org/officeDocument/2006/relationships/image" Target="../media/image43.wmf"/><Relationship Id="rId4" Type="http://schemas.openxmlformats.org/officeDocument/2006/relationships/oleObject" Target="../embeddings/oleObject6.bin"/></Relationships>
</file>

<file path=ppt/slides/_rels/slide57.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440.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9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0"/>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Linear Regression Part 2 </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2" name="TextBox 1"/>
          <p:cNvSpPr txBox="1"/>
          <p:nvPr/>
        </p:nvSpPr>
        <p:spPr>
          <a:xfrm>
            <a:off x="251520" y="843558"/>
            <a:ext cx="7776864" cy="5262979"/>
          </a:xfrm>
          <a:prstGeom prst="rect">
            <a:avLst/>
          </a:prstGeom>
          <a:noFill/>
        </p:spPr>
        <p:txBody>
          <a:bodyPr wrap="square" rtlCol="0">
            <a:spAutoFit/>
          </a:bodyPr>
          <a:lstStyle/>
          <a:p>
            <a:r>
              <a:rPr lang="en-IN" sz="2400" dirty="0">
                <a:solidFill>
                  <a:schemeClr val="bg1"/>
                </a:solidFill>
                <a:latin typeface="Arial" panose="020B0604020202020204" pitchFamily="34" charset="0"/>
                <a:cs typeface="Arial" panose="020B0604020202020204" pitchFamily="34" charset="0"/>
              </a:rPr>
              <a:t>Date: 25</a:t>
            </a:r>
            <a:r>
              <a:rPr lang="en-IN" sz="2400" baseline="30000" dirty="0">
                <a:solidFill>
                  <a:schemeClr val="bg1"/>
                </a:solidFill>
                <a:latin typeface="Arial" panose="020B0604020202020204" pitchFamily="34" charset="0"/>
                <a:cs typeface="Arial" panose="020B0604020202020204" pitchFamily="34" charset="0"/>
              </a:rPr>
              <a:t>th</a:t>
            </a:r>
            <a:r>
              <a:rPr lang="en-IN" sz="2400" dirty="0">
                <a:solidFill>
                  <a:schemeClr val="bg1"/>
                </a:solidFill>
                <a:latin typeface="Arial" panose="020B0604020202020204" pitchFamily="34" charset="0"/>
                <a:cs typeface="Arial" panose="020B0604020202020204" pitchFamily="34" charset="0"/>
              </a:rPr>
              <a:t> May 2026</a:t>
            </a:r>
          </a:p>
          <a:p>
            <a:endParaRPr lang="en-IN" sz="2400" dirty="0">
              <a:solidFill>
                <a:schemeClr val="bg1"/>
              </a:solidFill>
              <a:latin typeface="Arial" panose="020B0604020202020204" pitchFamily="34" charset="0"/>
              <a:cs typeface="Arial" panose="020B0604020202020204" pitchFamily="34" charset="0"/>
            </a:endParaRPr>
          </a:p>
          <a:p>
            <a:pPr>
              <a:lnSpc>
                <a:spcPct val="150000"/>
              </a:lnSpc>
            </a:pPr>
            <a:r>
              <a:rPr lang="en-IN" sz="2400" dirty="0">
                <a:solidFill>
                  <a:schemeClr val="bg1"/>
                </a:solidFill>
                <a:latin typeface="Arial" panose="020B0604020202020204" pitchFamily="34" charset="0"/>
                <a:cs typeface="Arial" panose="020B0604020202020204" pitchFamily="34" charset="0"/>
              </a:rPr>
              <a:t>Topics</a:t>
            </a:r>
          </a:p>
          <a:p>
            <a:pPr marL="342900" indent="-342900">
              <a:lnSpc>
                <a:spcPct val="15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Degrees of Freedom</a:t>
            </a:r>
          </a:p>
          <a:p>
            <a:pPr marL="342900" indent="-342900">
              <a:lnSpc>
                <a:spcPct val="15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Residual Variance</a:t>
            </a:r>
          </a:p>
          <a:p>
            <a:pPr marL="342900" indent="-342900">
              <a:lnSpc>
                <a:spcPct val="15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Resolution of Sum of Squares</a:t>
            </a:r>
          </a:p>
          <a:p>
            <a:pPr marL="342900" indent="-342900">
              <a:lnSpc>
                <a:spcPct val="15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Finding R</a:t>
            </a:r>
            <a:r>
              <a:rPr lang="en-IN" sz="2400" baseline="30000" dirty="0">
                <a:solidFill>
                  <a:schemeClr val="bg1"/>
                </a:solidFill>
                <a:latin typeface="Arial" panose="020B0604020202020204" pitchFamily="34" charset="0"/>
                <a:cs typeface="Arial" panose="020B0604020202020204" pitchFamily="34" charset="0"/>
              </a:rPr>
              <a:t>2</a:t>
            </a:r>
            <a:r>
              <a:rPr lang="en-IN" sz="2400" dirty="0">
                <a:solidFill>
                  <a:schemeClr val="bg1"/>
                </a:solidFill>
                <a:latin typeface="Arial" panose="020B0604020202020204" pitchFamily="34" charset="0"/>
                <a:cs typeface="Arial" panose="020B0604020202020204" pitchFamily="34" charset="0"/>
              </a:rPr>
              <a:t> and Adjusted R</a:t>
            </a:r>
            <a:r>
              <a:rPr lang="en-IN" sz="2400" baseline="30000" dirty="0">
                <a:solidFill>
                  <a:schemeClr val="bg1"/>
                </a:solidFill>
                <a:latin typeface="Arial" panose="020B0604020202020204" pitchFamily="34" charset="0"/>
                <a:cs typeface="Arial" panose="020B0604020202020204" pitchFamily="34" charset="0"/>
              </a:rPr>
              <a:t>2</a:t>
            </a:r>
          </a:p>
          <a:p>
            <a:pPr marL="342900" indent="-342900">
              <a:lnSpc>
                <a:spcPct val="150000"/>
              </a:lnSpc>
              <a:buClr>
                <a:srgbClr val="0000FF"/>
              </a:buClr>
              <a:buFont typeface="Wingdings" panose="05000000000000000000" pitchFamily="2" charset="2"/>
              <a:buChar char="v"/>
            </a:pPr>
            <a:r>
              <a:rPr lang="en-IN" sz="2400" dirty="0">
                <a:solidFill>
                  <a:schemeClr val="bg1"/>
                </a:solidFill>
                <a:latin typeface="Arial" panose="020B0604020202020204" pitchFamily="34" charset="0"/>
                <a:cs typeface="Arial" panose="020B0604020202020204" pitchFamily="34" charset="0"/>
              </a:rPr>
              <a:t>Variance-Covariance Matrix</a:t>
            </a:r>
            <a:br>
              <a:rPr lang="en-IN" sz="2400" baseline="30000" dirty="0">
                <a:solidFill>
                  <a:schemeClr val="bg1"/>
                </a:solidFill>
                <a:latin typeface="Arial" panose="020B0604020202020204" pitchFamily="34" charset="0"/>
                <a:cs typeface="Arial" panose="020B0604020202020204" pitchFamily="34" charset="0"/>
              </a:rPr>
            </a:br>
            <a:endParaRPr lang="en-IN" sz="2400" dirty="0">
              <a:solidFill>
                <a:schemeClr val="bg1"/>
              </a:solidFill>
              <a:latin typeface="Arial" panose="020B0604020202020204" pitchFamily="34" charset="0"/>
              <a:cs typeface="Arial" panose="020B0604020202020204" pitchFamily="34" charset="0"/>
            </a:endParaRPr>
          </a:p>
          <a:p>
            <a:pPr>
              <a:lnSpc>
                <a:spcPct val="150000"/>
              </a:lnSpc>
            </a:pPr>
            <a:endParaRPr lang="en-IN" sz="2400" dirty="0">
              <a:solidFill>
                <a:schemeClr val="bg1"/>
              </a:solidFill>
              <a:latin typeface="Arial" panose="020B0604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4DAD4C0-1D4B-F668-5BB1-5B8FCF30F64E}"/>
                  </a:ext>
                </a:extLst>
              </p14:cNvPr>
              <p14:cNvContentPartPr/>
              <p14:nvPr/>
            </p14:nvContentPartPr>
            <p14:xfrm>
              <a:off x="4631760" y="1242360"/>
              <a:ext cx="4085280" cy="3637080"/>
            </p14:xfrm>
          </p:contentPart>
        </mc:Choice>
        <mc:Fallback>
          <p:pic>
            <p:nvPicPr>
              <p:cNvPr id="3" name="Ink 2">
                <a:extLst>
                  <a:ext uri="{FF2B5EF4-FFF2-40B4-BE49-F238E27FC236}">
                    <a16:creationId xmlns:a16="http://schemas.microsoft.com/office/drawing/2014/main" id="{14DAD4C0-1D4B-F668-5BB1-5B8FCF30F64E}"/>
                  </a:ext>
                </a:extLst>
              </p:cNvPr>
              <p:cNvPicPr/>
              <p:nvPr/>
            </p:nvPicPr>
            <p:blipFill>
              <a:blip r:embed="rId3"/>
              <a:stretch>
                <a:fillRect/>
              </a:stretch>
            </p:blipFill>
            <p:spPr>
              <a:xfrm>
                <a:off x="4622400" y="1233000"/>
                <a:ext cx="4104000" cy="3655800"/>
              </a:xfrm>
              <a:prstGeom prst="rect">
                <a:avLst/>
              </a:prstGeom>
            </p:spPr>
          </p:pic>
        </mc:Fallback>
      </mc:AlternateContent>
    </p:spTree>
    <p:extLst>
      <p:ext uri="{BB962C8B-B14F-4D97-AF65-F5344CB8AC3E}">
        <p14:creationId xmlns:p14="http://schemas.microsoft.com/office/powerpoint/2010/main" val="1573307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90661" y="19334"/>
            <a:ext cx="8229600" cy="573528"/>
          </a:xfrm>
        </p:spPr>
        <p:txBody>
          <a:bodyPr>
            <a:no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Actual response and its prediction </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564704" y="1635646"/>
            <a:ext cx="8229600" cy="4266474"/>
          </a:xfrm>
        </p:spPr>
        <p:txBody>
          <a:bodyPr>
            <a:normAutofit/>
          </a:bodyPr>
          <a:lstStyle/>
          <a:p>
            <a:pPr>
              <a:lnSpc>
                <a:spcPct val="150000"/>
              </a:lnSpc>
              <a:buNone/>
            </a:pPr>
            <a:endParaRPr lang="en-US" sz="2400" dirty="0">
              <a:latin typeface="Arial" pitchFamily="34" charset="0"/>
              <a:cs typeface="Arial" pitchFamily="34" charset="0"/>
            </a:endParaRPr>
          </a:p>
          <a:p>
            <a:pPr>
              <a:buNone/>
            </a:pPr>
            <a:endParaRPr lang="en-US" sz="2400" dirty="0">
              <a:latin typeface="Arial" pitchFamily="34" charset="0"/>
              <a:cs typeface="Arial" pitchFamily="34" charset="0"/>
            </a:endParaRPr>
          </a:p>
          <a:p>
            <a:pPr>
              <a:buNone/>
            </a:pPr>
            <a:endParaRPr lang="en-IN" sz="24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7" name="TextBox 6"/>
              <p:cNvSpPr txBox="1"/>
              <p:nvPr/>
            </p:nvSpPr>
            <p:spPr>
              <a:xfrm>
                <a:off x="215008" y="771550"/>
                <a:ext cx="8928992" cy="4191917"/>
              </a:xfrm>
              <a:prstGeom prst="rect">
                <a:avLst/>
              </a:prstGeom>
              <a:noFill/>
            </p:spPr>
            <p:txBody>
              <a:bodyPr wrap="square" rtlCol="0">
                <a:spAutoFit/>
              </a:bodyPr>
              <a:lstStyle/>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Express the deviation between an actual response </a:t>
                </a:r>
                <a14:m>
                  <m:oMath xmlns:m="http://schemas.openxmlformats.org/officeDocument/2006/math">
                    <m:r>
                      <a:rPr kumimoji="0" lang="en-US" sz="2200" b="0" i="0" u="none" strike="noStrike" kern="1200" cap="none" spc="0" normalizeH="0" baseline="0" noProof="0" dirty="0" smtClean="0">
                        <a:ln>
                          <a:noFill/>
                        </a:ln>
                        <a:solidFill>
                          <a:prstClr val="black">
                            <a:lumMod val="95000"/>
                            <a:lumOff val="5000"/>
                          </a:prstClr>
                        </a:solidFill>
                        <a:effectLst/>
                        <a:uLnTx/>
                        <a:uFillTx/>
                        <a:latin typeface="Cambria Math" panose="02040503050406030204" pitchFamily="18" charset="0"/>
                        <a:cs typeface="Arial" pitchFamily="34" charset="0"/>
                      </a:rPr>
                      <m:t>(</m:t>
                    </m:r>
                    <m:r>
                      <m:rPr>
                        <m:sty m:val="p"/>
                      </m:rPr>
                      <a:rPr kumimoji="0" lang="en-US" sz="2200" b="0" i="0" u="none" strike="noStrike" kern="1200" cap="none" spc="0" normalizeH="0" baseline="0" noProof="0" dirty="0" smtClean="0">
                        <a:ln>
                          <a:noFill/>
                        </a:ln>
                        <a:solidFill>
                          <a:prstClr val="black">
                            <a:lumMod val="95000"/>
                            <a:lumOff val="5000"/>
                          </a:prstClr>
                        </a:solidFill>
                        <a:effectLst/>
                        <a:uLnTx/>
                        <a:uFillTx/>
                        <a:latin typeface="Cambria Math" panose="02040503050406030204" pitchFamily="18" charset="0"/>
                        <a:cs typeface="Arial" pitchFamily="34" charset="0"/>
                      </a:rPr>
                      <m:t>Yi</m:t>
                    </m:r>
                    <m:r>
                      <a:rPr lang="en-US" sz="2200" i="0" dirty="0" smtClean="0">
                        <a:solidFill>
                          <a:prstClr val="black">
                            <a:lumMod val="95000"/>
                            <a:lumOff val="5000"/>
                          </a:prstClr>
                        </a:solidFill>
                        <a:latin typeface="Cambria Math" panose="02040503050406030204" pitchFamily="18" charset="0"/>
                        <a:cs typeface="Arial" pitchFamily="34" charset="0"/>
                      </a:rPr>
                      <m:t>)</m:t>
                    </m:r>
                  </m:oMath>
                </a14:m>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 and the predicted response </a:t>
                </a:r>
                <a:r>
                  <a:rPr kumimoji="0" lang="en-US" sz="2200" b="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a:t>
                </a:r>
                <a14:m>
                  <m:oMath xmlns:m="http://schemas.openxmlformats.org/officeDocument/2006/math">
                    <m:sSub>
                      <m:sSubPr>
                        <m:ctrlPr>
                          <a:rPr kumimoji="0" lang="en-IN" sz="22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ctrlPr>
                      </m:sSubPr>
                      <m:e>
                        <m:acc>
                          <m:accPr>
                            <m:chr m:val="̂"/>
                            <m:ctrlPr>
                              <a:rPr kumimoji="0" lang="en-US" sz="22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ctrlPr>
                          </m:accPr>
                          <m:e>
                            <m:r>
                              <m:rPr>
                                <m:sty m:val="p"/>
                              </m:rPr>
                              <a:rPr kumimoji="0" lang="en-IN" sz="2200" b="0" i="0"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t>Y</m:t>
                            </m:r>
                          </m:e>
                        </m:acc>
                      </m:e>
                      <m:sub>
                        <m:r>
                          <m:rPr>
                            <m:sty m:val="p"/>
                          </m:rPr>
                          <a:rPr kumimoji="0" lang="en-IN" sz="2200" b="0" i="0"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t>i</m:t>
                        </m:r>
                      </m:sub>
                    </m:sSub>
                    <m:r>
                      <a:rPr kumimoji="0" lang="en-IN" sz="2200" b="0" i="0"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t>)</m:t>
                    </m:r>
                  </m:oMath>
                </a14:m>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 in terms of difference of two deviations</a:t>
                </a:r>
              </a:p>
              <a:p>
                <a:pPr marL="514350" lvl="0" indent="-514350" algn="just">
                  <a:lnSpc>
                    <a:spcPct val="200000"/>
                  </a:lnSpc>
                  <a:buClr>
                    <a:srgbClr val="0000FF"/>
                  </a:buClr>
                  <a:buFont typeface="Wingdings" pitchFamily="2" charset="2"/>
                  <a:buChar char="v"/>
                </a:pPr>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Deviation of actual response from mean response </a:t>
                </a:r>
                <a14:m>
                  <m:oMath xmlns:m="http://schemas.openxmlformats.org/officeDocument/2006/math">
                    <m:acc>
                      <m:accPr>
                        <m:chr m:val="̅"/>
                        <m:ctrlPr>
                          <a:rPr lang="en-US" sz="2200" i="1" dirty="0">
                            <a:solidFill>
                              <a:prstClr val="black">
                                <a:lumMod val="95000"/>
                                <a:lumOff val="5000"/>
                              </a:prstClr>
                            </a:solidFill>
                            <a:latin typeface="Cambria Math" panose="02040503050406030204" pitchFamily="18" charset="0"/>
                            <a:cs typeface="Arial" pitchFamily="34" charset="0"/>
                          </a:rPr>
                        </m:ctrlPr>
                      </m:accPr>
                      <m:e>
                        <m:r>
                          <m:rPr>
                            <m:sty m:val="p"/>
                          </m:rPr>
                          <a:rPr lang="en-IN" sz="2200" dirty="0">
                            <a:solidFill>
                              <a:prstClr val="black">
                                <a:lumMod val="95000"/>
                                <a:lumOff val="5000"/>
                              </a:prstClr>
                            </a:solidFill>
                            <a:latin typeface="Cambria Math" panose="02040503050406030204" pitchFamily="18" charset="0"/>
                            <a:cs typeface="Arial" pitchFamily="34" charset="0"/>
                          </a:rPr>
                          <m:t>Y</m:t>
                        </m:r>
                      </m:e>
                    </m:acc>
                  </m:oMath>
                </a14:m>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a:t>
                </a:r>
              </a:p>
              <a:p>
                <a:pPr lvl="0" algn="ctr">
                  <a:lnSpc>
                    <a:spcPct val="200000"/>
                  </a:lnSpc>
                  <a:buClr>
                    <a:srgbClr val="0000FF"/>
                  </a:buClr>
                </a:pPr>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 </a:t>
                </a:r>
                <a14:m>
                  <m:oMath xmlns:m="http://schemas.openxmlformats.org/officeDocument/2006/math">
                    <m:r>
                      <m:rPr>
                        <m:sty m:val="p"/>
                      </m:rPr>
                      <a:rPr lang="en-US" sz="2200" dirty="0">
                        <a:solidFill>
                          <a:prstClr val="black">
                            <a:lumMod val="95000"/>
                            <a:lumOff val="5000"/>
                          </a:prstClr>
                        </a:solidFill>
                        <a:latin typeface="Cambria Math" panose="02040503050406030204" pitchFamily="18" charset="0"/>
                        <a:cs typeface="Arial" pitchFamily="34" charset="0"/>
                      </a:rPr>
                      <m:t>Y</m:t>
                    </m:r>
                    <m:r>
                      <m:rPr>
                        <m:sty m:val="p"/>
                      </m:rPr>
                      <a:rPr lang="en-US" sz="2200" baseline="-25000" dirty="0" err="1">
                        <a:solidFill>
                          <a:prstClr val="black">
                            <a:lumMod val="95000"/>
                            <a:lumOff val="5000"/>
                          </a:prstClr>
                        </a:solidFill>
                        <a:latin typeface="Cambria Math" panose="02040503050406030204" pitchFamily="18" charset="0"/>
                        <a:cs typeface="Arial" pitchFamily="34" charset="0"/>
                      </a:rPr>
                      <m:t>i</m:t>
                    </m:r>
                  </m:oMath>
                </a14:m>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a:t>
                </a:r>
                <a14:m>
                  <m:oMath xmlns:m="http://schemas.openxmlformats.org/officeDocument/2006/math">
                    <m:acc>
                      <m:accPr>
                        <m:chr m:val="̅"/>
                        <m:ctrlPr>
                          <a:rPr kumimoji="0" lang="en-US" sz="2200" b="0" i="1" u="none" strike="noStrike" kern="1200" cap="none" spc="0" normalizeH="0" baseline="0" noProof="0" dirty="0" smtClean="0">
                            <a:ln>
                              <a:noFill/>
                            </a:ln>
                            <a:solidFill>
                              <a:prstClr val="black">
                                <a:lumMod val="95000"/>
                                <a:lumOff val="5000"/>
                              </a:prstClr>
                            </a:solidFill>
                            <a:effectLst/>
                            <a:uLnTx/>
                            <a:uFillTx/>
                            <a:latin typeface="Cambria Math" panose="02040503050406030204" pitchFamily="18" charset="0"/>
                            <a:cs typeface="Arial" pitchFamily="34" charset="0"/>
                          </a:rPr>
                        </m:ctrlPr>
                      </m:accPr>
                      <m:e>
                        <m:r>
                          <m:rPr>
                            <m:sty m:val="p"/>
                          </m:rPr>
                          <a:rPr kumimoji="0" lang="en-IN" sz="2200" b="0" i="0" u="none" strike="noStrike" kern="1200" cap="none" spc="0" normalizeH="0" baseline="0" noProof="0" dirty="0" smtClean="0">
                            <a:ln>
                              <a:noFill/>
                            </a:ln>
                            <a:solidFill>
                              <a:prstClr val="black">
                                <a:lumMod val="95000"/>
                                <a:lumOff val="5000"/>
                              </a:prstClr>
                            </a:solidFill>
                            <a:effectLst/>
                            <a:uLnTx/>
                            <a:uFillTx/>
                            <a:latin typeface="Cambria Math" panose="02040503050406030204" pitchFamily="18" charset="0"/>
                            <a:cs typeface="Arial" pitchFamily="34" charset="0"/>
                          </a:rPr>
                          <m:t>Y</m:t>
                        </m:r>
                      </m:e>
                    </m:acc>
                  </m:oMath>
                </a14:m>
                <a:endParaRPr kumimoji="0" lang="en-US" sz="2200" b="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endParaRPr>
              </a:p>
              <a:p>
                <a:pPr marL="514350" lvl="0" indent="-514350" algn="just">
                  <a:lnSpc>
                    <a:spcPct val="200000"/>
                  </a:lnSpc>
                  <a:buClr>
                    <a:srgbClr val="0000FF"/>
                  </a:buClr>
                  <a:buFont typeface="Wingdings" pitchFamily="2" charset="2"/>
                  <a:buChar char="v"/>
                </a:pPr>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rPr>
                  <a:t>Deviation of predicted response from mean response: </a:t>
                </a:r>
              </a:p>
              <a:p>
                <a:pPr lvl="0" algn="just">
                  <a:lnSpc>
                    <a:spcPct val="200000"/>
                  </a:lnSpc>
                  <a:buClr>
                    <a:srgbClr val="0000FF"/>
                  </a:buClr>
                </a:pPr>
                <a14:m>
                  <m:oMathPara xmlns:m="http://schemas.openxmlformats.org/officeDocument/2006/math">
                    <m:oMathParaPr>
                      <m:jc m:val="centerGroup"/>
                    </m:oMathParaPr>
                    <m:oMath xmlns:m="http://schemas.openxmlformats.org/officeDocument/2006/math">
                      <m:sSub>
                        <m:sSubPr>
                          <m:ctrlPr>
                            <a:rPr lang="en-IN" sz="2200" i="1">
                              <a:solidFill>
                                <a:prstClr val="black">
                                  <a:lumMod val="95000"/>
                                  <a:lumOff val="5000"/>
                                </a:prstClr>
                              </a:solidFill>
                              <a:latin typeface="Cambria Math" panose="02040503050406030204" pitchFamily="18" charset="0"/>
                              <a:cs typeface="Arial" pitchFamily="34" charset="0"/>
                            </a:rPr>
                          </m:ctrlPr>
                        </m:sSubPr>
                        <m:e>
                          <m:acc>
                            <m:accPr>
                              <m:chr m:val="̂"/>
                              <m:ctrlPr>
                                <a:rPr lang="en-US" sz="2200" i="1">
                                  <a:solidFill>
                                    <a:prstClr val="black">
                                      <a:lumMod val="95000"/>
                                      <a:lumOff val="5000"/>
                                    </a:prstClr>
                                  </a:solidFill>
                                  <a:latin typeface="Cambria Math" panose="02040503050406030204" pitchFamily="18" charset="0"/>
                                  <a:cs typeface="Arial" pitchFamily="34" charset="0"/>
                                </a:rPr>
                              </m:ctrlPr>
                            </m:accPr>
                            <m:e>
                              <m:r>
                                <m:rPr>
                                  <m:sty m:val="p"/>
                                </m:rPr>
                                <a:rPr lang="en-IN" sz="2200">
                                  <a:solidFill>
                                    <a:prstClr val="black">
                                      <a:lumMod val="95000"/>
                                      <a:lumOff val="5000"/>
                                    </a:prstClr>
                                  </a:solidFill>
                                  <a:latin typeface="Cambria Math" panose="02040503050406030204" pitchFamily="18" charset="0"/>
                                  <a:cs typeface="Arial" pitchFamily="34" charset="0"/>
                                </a:rPr>
                                <m:t>Y</m:t>
                              </m:r>
                            </m:e>
                          </m:acc>
                        </m:e>
                        <m:sub>
                          <m:r>
                            <m:rPr>
                              <m:sty m:val="p"/>
                            </m:rPr>
                            <a:rPr lang="en-IN" sz="2200">
                              <a:solidFill>
                                <a:prstClr val="black">
                                  <a:lumMod val="95000"/>
                                  <a:lumOff val="5000"/>
                                </a:prstClr>
                              </a:solidFill>
                              <a:latin typeface="Cambria Math" panose="02040503050406030204" pitchFamily="18" charset="0"/>
                              <a:cs typeface="Arial" pitchFamily="34" charset="0"/>
                            </a:rPr>
                            <m:t>i</m:t>
                          </m:r>
                        </m:sub>
                      </m:sSub>
                      <m:r>
                        <a:rPr lang="en-IN" sz="2200" b="0" i="1" smtClean="0">
                          <a:solidFill>
                            <a:prstClr val="black">
                              <a:lumMod val="95000"/>
                              <a:lumOff val="5000"/>
                            </a:prstClr>
                          </a:solidFill>
                          <a:latin typeface="Cambria Math" panose="02040503050406030204" pitchFamily="18" charset="0"/>
                          <a:cs typeface="Arial" pitchFamily="34" charset="0"/>
                        </a:rPr>
                        <m:t>−</m:t>
                      </m:r>
                      <m:acc>
                        <m:accPr>
                          <m:chr m:val="̅"/>
                          <m:ctrlPr>
                            <a:rPr lang="en-US" sz="2200" i="1" dirty="0">
                              <a:solidFill>
                                <a:prstClr val="black">
                                  <a:lumMod val="95000"/>
                                  <a:lumOff val="5000"/>
                                </a:prstClr>
                              </a:solidFill>
                              <a:latin typeface="Cambria Math" panose="02040503050406030204" pitchFamily="18" charset="0"/>
                              <a:cs typeface="Arial" pitchFamily="34" charset="0"/>
                            </a:rPr>
                          </m:ctrlPr>
                        </m:accPr>
                        <m:e>
                          <m:r>
                            <m:rPr>
                              <m:sty m:val="p"/>
                            </m:rPr>
                            <a:rPr lang="en-IN" sz="2200" dirty="0">
                              <a:solidFill>
                                <a:prstClr val="black">
                                  <a:lumMod val="95000"/>
                                  <a:lumOff val="5000"/>
                                </a:prstClr>
                              </a:solidFill>
                              <a:latin typeface="Cambria Math" panose="02040503050406030204" pitchFamily="18" charset="0"/>
                              <a:cs typeface="Arial" pitchFamily="34" charset="0"/>
                            </a:rPr>
                            <m:t>Y</m:t>
                          </m:r>
                        </m:e>
                      </m:acc>
                    </m:oMath>
                  </m:oMathPara>
                </a14:m>
                <a:endPar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5008" y="771550"/>
                <a:ext cx="8928992" cy="4191917"/>
              </a:xfrm>
              <a:prstGeom prst="rect">
                <a:avLst/>
              </a:prstGeom>
              <a:blipFill>
                <a:blip r:embed="rId2"/>
                <a:stretch>
                  <a:fillRect l="-887" r="-887"/>
                </a:stretch>
              </a:blipFill>
            </p:spPr>
            <p:txBody>
              <a:bodyPr/>
              <a:lstStyle/>
              <a:p>
                <a:r>
                  <a:rPr lang="en-IN">
                    <a:noFill/>
                  </a:rPr>
                  <a:t> </a:t>
                </a:r>
              </a:p>
            </p:txBody>
          </p:sp>
        </mc:Fallback>
      </mc:AlternateContent>
    </p:spTree>
    <p:extLst>
      <p:ext uri="{BB962C8B-B14F-4D97-AF65-F5344CB8AC3E}">
        <p14:creationId xmlns:p14="http://schemas.microsoft.com/office/powerpoint/2010/main" val="2783461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661" y="19334"/>
            <a:ext cx="8229600" cy="573528"/>
          </a:xfrm>
        </p:spPr>
        <p:txBody>
          <a:bodyPr>
            <a:no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How to Find Mean Response?</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564704" y="1635646"/>
            <a:ext cx="8229600" cy="4266474"/>
          </a:xfrm>
        </p:spPr>
        <p:txBody>
          <a:bodyPr>
            <a:normAutofit/>
          </a:bodyPr>
          <a:lstStyle/>
          <a:p>
            <a:pPr>
              <a:lnSpc>
                <a:spcPct val="150000"/>
              </a:lnSpc>
              <a:buNone/>
            </a:pPr>
            <a:endParaRPr lang="en-US" sz="2400" dirty="0">
              <a:latin typeface="Arial" pitchFamily="34" charset="0"/>
              <a:cs typeface="Arial" pitchFamily="34" charset="0"/>
            </a:endParaRPr>
          </a:p>
          <a:p>
            <a:pPr>
              <a:buNone/>
            </a:pPr>
            <a:endParaRPr lang="en-US" sz="2400" dirty="0">
              <a:latin typeface="Arial" pitchFamily="34" charset="0"/>
              <a:cs typeface="Arial" pitchFamily="34" charset="0"/>
            </a:endParaRPr>
          </a:p>
          <a:p>
            <a:pPr>
              <a:buNone/>
            </a:pPr>
            <a:endParaRPr lang="en-IN" sz="24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7" name="TextBox 6"/>
              <p:cNvSpPr txBox="1"/>
              <p:nvPr/>
            </p:nvSpPr>
            <p:spPr>
              <a:xfrm>
                <a:off x="107504" y="411510"/>
                <a:ext cx="8928992" cy="4820037"/>
              </a:xfrm>
              <a:prstGeom prst="rect">
                <a:avLst/>
              </a:prstGeom>
              <a:noFill/>
            </p:spPr>
            <p:txBody>
              <a:bodyPr wrap="square" rtlCol="0">
                <a:spAutoFit/>
              </a:bodyPr>
              <a:lstStyle/>
              <a:p>
                <a:pPr lvl="0" algn="just">
                  <a:lnSpc>
                    <a:spcPct val="200000"/>
                  </a:lnSpc>
                  <a:buClr>
                    <a:srgbClr val="0000FF"/>
                  </a:buClr>
                </a:pPr>
                <a14:m>
                  <m:oMathPara xmlns:m="http://schemas.openxmlformats.org/officeDocument/2006/math">
                    <m:oMathParaPr>
                      <m:jc m:val="centerGroup"/>
                    </m:oMathParaPr>
                    <m:oMath xmlns:m="http://schemas.openxmlformats.org/officeDocument/2006/math">
                      <m:acc>
                        <m:accPr>
                          <m:chr m:val="̅"/>
                          <m:ctrlPr>
                            <a:rPr lang="en-US" sz="2200" i="1" dirty="0" smtClean="0">
                              <a:solidFill>
                                <a:prstClr val="black">
                                  <a:lumMod val="95000"/>
                                  <a:lumOff val="5000"/>
                                </a:prstClr>
                              </a:solidFill>
                              <a:latin typeface="Cambria Math" panose="02040503050406030204" pitchFamily="18" charset="0"/>
                              <a:cs typeface="Arial" pitchFamily="34" charset="0"/>
                            </a:rPr>
                          </m:ctrlPr>
                        </m:accPr>
                        <m:e>
                          <m:r>
                            <m:rPr>
                              <m:sty m:val="p"/>
                            </m:rPr>
                            <a:rPr lang="en-IN" sz="2200" i="0" dirty="0">
                              <a:solidFill>
                                <a:prstClr val="black">
                                  <a:lumMod val="95000"/>
                                  <a:lumOff val="5000"/>
                                </a:prstClr>
                              </a:solidFill>
                              <a:latin typeface="Cambria Math" panose="02040503050406030204" pitchFamily="18" charset="0"/>
                              <a:cs typeface="Arial" pitchFamily="34" charset="0"/>
                            </a:rPr>
                            <m:t>Y</m:t>
                          </m:r>
                        </m:e>
                      </m:acc>
                      <m:r>
                        <a:rPr lang="en-IN" sz="2200" b="0" i="0" dirty="0" smtClean="0">
                          <a:solidFill>
                            <a:prstClr val="black">
                              <a:lumMod val="95000"/>
                              <a:lumOff val="5000"/>
                            </a:prstClr>
                          </a:solidFill>
                          <a:latin typeface="Cambria Math" panose="02040503050406030204" pitchFamily="18" charset="0"/>
                          <a:cs typeface="Arial" pitchFamily="34" charset="0"/>
                        </a:rPr>
                        <m:t>=</m:t>
                      </m:r>
                      <m:f>
                        <m:fPr>
                          <m:ctrlPr>
                            <a:rPr lang="en-IN" sz="2200" b="0" i="1" dirty="0" smtClean="0">
                              <a:solidFill>
                                <a:prstClr val="black">
                                  <a:lumMod val="95000"/>
                                  <a:lumOff val="5000"/>
                                </a:prstClr>
                              </a:solidFill>
                              <a:latin typeface="Cambria Math" panose="02040503050406030204" pitchFamily="18" charset="0"/>
                              <a:cs typeface="Arial" pitchFamily="34" charset="0"/>
                            </a:rPr>
                          </m:ctrlPr>
                        </m:fPr>
                        <m:num>
                          <m:nary>
                            <m:naryPr>
                              <m:chr m:val="∑"/>
                              <m:ctrlPr>
                                <a:rPr lang="en-IN" sz="2200" b="0" i="1" dirty="0" smtClean="0">
                                  <a:solidFill>
                                    <a:prstClr val="black">
                                      <a:lumMod val="95000"/>
                                      <a:lumOff val="5000"/>
                                    </a:prstClr>
                                  </a:solidFill>
                                  <a:latin typeface="Cambria Math" panose="02040503050406030204" pitchFamily="18" charset="0"/>
                                  <a:cs typeface="Arial" pitchFamily="34" charset="0"/>
                                </a:rPr>
                              </m:ctrlPr>
                            </m:naryPr>
                            <m:sub>
                              <m:r>
                                <m:rPr>
                                  <m:sty m:val="p"/>
                                  <m:brk m:alnAt="23"/>
                                </m:rPr>
                                <a:rPr lang="en-IN" sz="2200" b="0" i="0" dirty="0" smtClean="0">
                                  <a:solidFill>
                                    <a:prstClr val="black">
                                      <a:lumMod val="95000"/>
                                      <a:lumOff val="5000"/>
                                    </a:prstClr>
                                  </a:solidFill>
                                  <a:latin typeface="Cambria Math" panose="02040503050406030204" pitchFamily="18" charset="0"/>
                                  <a:cs typeface="Arial" pitchFamily="34" charset="0"/>
                                </a:rPr>
                                <m:t>i</m:t>
                              </m:r>
                              <m:r>
                                <a:rPr lang="en-IN" sz="2200" b="0" i="0" dirty="0" smtClean="0">
                                  <a:solidFill>
                                    <a:prstClr val="black">
                                      <a:lumMod val="95000"/>
                                      <a:lumOff val="5000"/>
                                    </a:prstClr>
                                  </a:solidFill>
                                  <a:latin typeface="Cambria Math" panose="02040503050406030204" pitchFamily="18" charset="0"/>
                                  <a:cs typeface="Arial" pitchFamily="34" charset="0"/>
                                </a:rPr>
                                <m:t>=1</m:t>
                              </m:r>
                            </m:sub>
                            <m:sup>
                              <m:r>
                                <m:rPr>
                                  <m:sty m:val="p"/>
                                </m:rPr>
                                <a:rPr lang="en-IN" sz="2200" b="0" i="0" dirty="0" smtClean="0">
                                  <a:solidFill>
                                    <a:prstClr val="black">
                                      <a:lumMod val="95000"/>
                                      <a:lumOff val="5000"/>
                                    </a:prstClr>
                                  </a:solidFill>
                                  <a:latin typeface="Cambria Math" panose="02040503050406030204" pitchFamily="18" charset="0"/>
                                  <a:cs typeface="Arial" pitchFamily="34" charset="0"/>
                                </a:rPr>
                                <m:t>n</m:t>
                              </m:r>
                            </m:sup>
                            <m:e>
                              <m:sSub>
                                <m:sSubPr>
                                  <m:ctrlPr>
                                    <a:rPr lang="en-IN" sz="2200" b="0" i="1" dirty="0" smtClean="0">
                                      <a:solidFill>
                                        <a:prstClr val="black">
                                          <a:lumMod val="95000"/>
                                          <a:lumOff val="5000"/>
                                        </a:prstClr>
                                      </a:solidFill>
                                      <a:latin typeface="Cambria Math" panose="02040503050406030204" pitchFamily="18" charset="0"/>
                                      <a:cs typeface="Arial" pitchFamily="34" charset="0"/>
                                    </a:rPr>
                                  </m:ctrlPr>
                                </m:sSubPr>
                                <m:e>
                                  <m:r>
                                    <m:rPr>
                                      <m:sty m:val="p"/>
                                    </m:rPr>
                                    <a:rPr lang="en-IN" sz="2200" b="0" i="0" dirty="0" smtClean="0">
                                      <a:solidFill>
                                        <a:prstClr val="black">
                                          <a:lumMod val="95000"/>
                                          <a:lumOff val="5000"/>
                                        </a:prstClr>
                                      </a:solidFill>
                                      <a:latin typeface="Cambria Math" panose="02040503050406030204" pitchFamily="18" charset="0"/>
                                      <a:cs typeface="Arial" pitchFamily="34" charset="0"/>
                                    </a:rPr>
                                    <m:t>Y</m:t>
                                  </m:r>
                                </m:e>
                                <m:sub>
                                  <m:r>
                                    <m:rPr>
                                      <m:sty m:val="p"/>
                                    </m:rPr>
                                    <a:rPr lang="en-IN" sz="2200" b="0" i="0" dirty="0" smtClean="0">
                                      <a:solidFill>
                                        <a:prstClr val="black">
                                          <a:lumMod val="95000"/>
                                          <a:lumOff val="5000"/>
                                        </a:prstClr>
                                      </a:solidFill>
                                      <a:latin typeface="Cambria Math" panose="02040503050406030204" pitchFamily="18" charset="0"/>
                                      <a:cs typeface="Arial" pitchFamily="34" charset="0"/>
                                    </a:rPr>
                                    <m:t>i</m:t>
                                  </m:r>
                                </m:sub>
                              </m:sSub>
                            </m:e>
                          </m:nary>
                        </m:num>
                        <m:den>
                          <m:r>
                            <m:rPr>
                              <m:sty m:val="p"/>
                            </m:rPr>
                            <a:rPr lang="en-IN" sz="2200" b="0" i="0" dirty="0" smtClean="0">
                              <a:solidFill>
                                <a:prstClr val="black">
                                  <a:lumMod val="95000"/>
                                  <a:lumOff val="5000"/>
                                </a:prstClr>
                              </a:solidFill>
                              <a:latin typeface="Cambria Math" panose="02040503050406030204" pitchFamily="18" charset="0"/>
                              <a:cs typeface="Arial" pitchFamily="34" charset="0"/>
                            </a:rPr>
                            <m:t>n</m:t>
                          </m:r>
                        </m:den>
                      </m:f>
                      <m:r>
                        <a:rPr lang="en-IN" sz="2200" b="0" i="1" dirty="0" smtClean="0">
                          <a:solidFill>
                            <a:prstClr val="black">
                              <a:lumMod val="95000"/>
                              <a:lumOff val="5000"/>
                            </a:prstClr>
                          </a:solidFill>
                          <a:latin typeface="Cambria Math" panose="02040503050406030204" pitchFamily="18" charset="0"/>
                          <a:cs typeface="Arial" pitchFamily="34" charset="0"/>
                        </a:rPr>
                        <m:t> </m:t>
                      </m:r>
                    </m:oMath>
                  </m:oMathPara>
                </a14:m>
                <a:endPar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endParaRPr>
              </a:p>
              <a:p>
                <a:pPr lvl="0" algn="just">
                  <a:lnSpc>
                    <a:spcPct val="200000"/>
                  </a:lnSpc>
                  <a:buClr>
                    <a:srgbClr val="0000FF"/>
                  </a:buClr>
                </a:pPr>
                <a:r>
                  <a:rPr lang="en-US" sz="2200" b="1" dirty="0">
                    <a:solidFill>
                      <a:schemeClr val="accent6">
                        <a:lumMod val="75000"/>
                      </a:schemeClr>
                    </a:solidFill>
                    <a:latin typeface="Arial" pitchFamily="34" charset="0"/>
                    <a:cs typeface="Arial" pitchFamily="34" charset="0"/>
                  </a:rPr>
                  <a:t>Interesting Aside:</a:t>
                </a:r>
                <a:r>
                  <a:rPr lang="en-US" sz="2200" dirty="0">
                    <a:solidFill>
                      <a:schemeClr val="accent6">
                        <a:lumMod val="75000"/>
                      </a:schemeClr>
                    </a:solidFill>
                    <a:latin typeface="Arial" pitchFamily="34" charset="0"/>
                    <a:cs typeface="Arial" pitchFamily="34" charset="0"/>
                  </a:rPr>
                  <a:t>  </a:t>
                </a:r>
                <a:r>
                  <a:rPr lang="en-US" sz="2200" dirty="0">
                    <a:solidFill>
                      <a:prstClr val="black">
                        <a:lumMod val="95000"/>
                        <a:lumOff val="5000"/>
                      </a:prstClr>
                    </a:solidFill>
                    <a:latin typeface="Arial" pitchFamily="34" charset="0"/>
                    <a:cs typeface="Arial" pitchFamily="34" charset="0"/>
                  </a:rPr>
                  <a:t>It may be shown that the mean of the predicted responses is the same as the mean of the actual (experimental) responses</a:t>
                </a:r>
              </a:p>
              <a:p>
                <a:pPr lvl="0" algn="just">
                  <a:lnSpc>
                    <a:spcPct val="200000"/>
                  </a:lnSpc>
                  <a:buClr>
                    <a:srgbClr val="0000FF"/>
                  </a:buClr>
                </a:pPr>
                <a14:m>
                  <m:oMathPara xmlns:m="http://schemas.openxmlformats.org/officeDocument/2006/math">
                    <m:oMathParaPr>
                      <m:jc m:val="centerGroup"/>
                    </m:oMathParaPr>
                    <m:oMath xmlns:m="http://schemas.openxmlformats.org/officeDocument/2006/math">
                      <m:acc>
                        <m:accPr>
                          <m:chr m:val="̅"/>
                          <m:ctrlPr>
                            <a:rPr lang="en-US" sz="2200" i="1" dirty="0">
                              <a:solidFill>
                                <a:prstClr val="black">
                                  <a:lumMod val="95000"/>
                                  <a:lumOff val="5000"/>
                                </a:prstClr>
                              </a:solidFill>
                              <a:latin typeface="Cambria Math" panose="02040503050406030204" pitchFamily="18" charset="0"/>
                              <a:cs typeface="Arial" pitchFamily="34" charset="0"/>
                            </a:rPr>
                          </m:ctrlPr>
                        </m:accPr>
                        <m:e>
                          <m:r>
                            <m:rPr>
                              <m:sty m:val="p"/>
                            </m:rPr>
                            <a:rPr lang="en-IN" sz="2200" i="0" dirty="0">
                              <a:solidFill>
                                <a:prstClr val="black">
                                  <a:lumMod val="95000"/>
                                  <a:lumOff val="5000"/>
                                </a:prstClr>
                              </a:solidFill>
                              <a:latin typeface="Cambria Math" panose="02040503050406030204" pitchFamily="18" charset="0"/>
                              <a:cs typeface="Arial" pitchFamily="34" charset="0"/>
                            </a:rPr>
                            <m:t>Y</m:t>
                          </m:r>
                        </m:e>
                      </m:acc>
                      <m:r>
                        <a:rPr lang="en-IN" sz="2200" i="0" dirty="0">
                          <a:solidFill>
                            <a:prstClr val="black">
                              <a:lumMod val="95000"/>
                              <a:lumOff val="5000"/>
                            </a:prstClr>
                          </a:solidFill>
                          <a:latin typeface="Cambria Math" panose="02040503050406030204" pitchFamily="18" charset="0"/>
                          <a:cs typeface="Arial" pitchFamily="34" charset="0"/>
                        </a:rPr>
                        <m:t>=</m:t>
                      </m:r>
                      <m:f>
                        <m:fPr>
                          <m:ctrlPr>
                            <a:rPr lang="en-IN" sz="2200" i="1" dirty="0">
                              <a:solidFill>
                                <a:prstClr val="black">
                                  <a:lumMod val="95000"/>
                                  <a:lumOff val="5000"/>
                                </a:prstClr>
                              </a:solidFill>
                              <a:latin typeface="Cambria Math" panose="02040503050406030204" pitchFamily="18" charset="0"/>
                              <a:cs typeface="Arial" pitchFamily="34" charset="0"/>
                            </a:rPr>
                          </m:ctrlPr>
                        </m:fPr>
                        <m:num>
                          <m:nary>
                            <m:naryPr>
                              <m:chr m:val="∑"/>
                              <m:ctrlPr>
                                <a:rPr lang="en-IN" sz="2200" i="1" dirty="0">
                                  <a:solidFill>
                                    <a:prstClr val="black">
                                      <a:lumMod val="95000"/>
                                      <a:lumOff val="5000"/>
                                    </a:prstClr>
                                  </a:solidFill>
                                  <a:latin typeface="Cambria Math" panose="02040503050406030204" pitchFamily="18" charset="0"/>
                                  <a:cs typeface="Arial" pitchFamily="34" charset="0"/>
                                </a:rPr>
                              </m:ctrlPr>
                            </m:naryPr>
                            <m:sub>
                              <m:r>
                                <m:rPr>
                                  <m:sty m:val="p"/>
                                  <m:brk m:alnAt="23"/>
                                </m:rPr>
                                <a:rPr lang="en-IN" sz="2200" i="0" dirty="0">
                                  <a:solidFill>
                                    <a:prstClr val="black">
                                      <a:lumMod val="95000"/>
                                      <a:lumOff val="5000"/>
                                    </a:prstClr>
                                  </a:solidFill>
                                  <a:latin typeface="Cambria Math" panose="02040503050406030204" pitchFamily="18" charset="0"/>
                                  <a:cs typeface="Arial" pitchFamily="34" charset="0"/>
                                </a:rPr>
                                <m:t>i</m:t>
                              </m:r>
                              <m:r>
                                <a:rPr lang="en-IN" sz="2200" i="0" dirty="0">
                                  <a:solidFill>
                                    <a:prstClr val="black">
                                      <a:lumMod val="95000"/>
                                      <a:lumOff val="5000"/>
                                    </a:prstClr>
                                  </a:solidFill>
                                  <a:latin typeface="Cambria Math" panose="02040503050406030204" pitchFamily="18" charset="0"/>
                                  <a:cs typeface="Arial" pitchFamily="34" charset="0"/>
                                </a:rPr>
                                <m:t>=1</m:t>
                              </m:r>
                            </m:sub>
                            <m:sup>
                              <m:r>
                                <m:rPr>
                                  <m:sty m:val="p"/>
                                </m:rPr>
                                <a:rPr lang="en-IN" sz="2200" i="0" dirty="0">
                                  <a:solidFill>
                                    <a:prstClr val="black">
                                      <a:lumMod val="95000"/>
                                      <a:lumOff val="5000"/>
                                    </a:prstClr>
                                  </a:solidFill>
                                  <a:latin typeface="Cambria Math" panose="02040503050406030204" pitchFamily="18" charset="0"/>
                                  <a:cs typeface="Arial" pitchFamily="34" charset="0"/>
                                </a:rPr>
                                <m:t>n</m:t>
                              </m:r>
                            </m:sup>
                            <m:e>
                              <m:sSub>
                                <m:sSubPr>
                                  <m:ctrlPr>
                                    <a:rPr lang="en-IN" sz="2200" i="1" dirty="0" smtClean="0">
                                      <a:solidFill>
                                        <a:prstClr val="black">
                                          <a:lumMod val="95000"/>
                                          <a:lumOff val="5000"/>
                                        </a:prstClr>
                                      </a:solidFill>
                                      <a:latin typeface="Cambria Math" panose="02040503050406030204" pitchFamily="18" charset="0"/>
                                      <a:cs typeface="Arial" pitchFamily="34" charset="0"/>
                                    </a:rPr>
                                  </m:ctrlPr>
                                </m:sSubPr>
                                <m:e>
                                  <m:acc>
                                    <m:accPr>
                                      <m:chr m:val="̂"/>
                                      <m:ctrlPr>
                                        <a:rPr lang="en-IN" sz="2200" i="1" dirty="0" smtClean="0">
                                          <a:solidFill>
                                            <a:prstClr val="black">
                                              <a:lumMod val="95000"/>
                                              <a:lumOff val="5000"/>
                                            </a:prstClr>
                                          </a:solidFill>
                                          <a:latin typeface="Cambria Math" panose="02040503050406030204" pitchFamily="18" charset="0"/>
                                          <a:cs typeface="Arial" pitchFamily="34" charset="0"/>
                                        </a:rPr>
                                      </m:ctrlPr>
                                    </m:accPr>
                                    <m:e>
                                      <m:r>
                                        <m:rPr>
                                          <m:sty m:val="p"/>
                                        </m:rPr>
                                        <a:rPr lang="en-IN" sz="2200" i="0" dirty="0">
                                          <a:solidFill>
                                            <a:prstClr val="black">
                                              <a:lumMod val="95000"/>
                                              <a:lumOff val="5000"/>
                                            </a:prstClr>
                                          </a:solidFill>
                                          <a:latin typeface="Cambria Math" panose="02040503050406030204" pitchFamily="18" charset="0"/>
                                          <a:cs typeface="Arial" pitchFamily="34" charset="0"/>
                                        </a:rPr>
                                        <m:t>Y</m:t>
                                      </m:r>
                                    </m:e>
                                  </m:acc>
                                </m:e>
                                <m:sub>
                                  <m:r>
                                    <m:rPr>
                                      <m:sty m:val="p"/>
                                    </m:rPr>
                                    <a:rPr lang="en-IN" sz="2200" i="0" dirty="0" smtClean="0">
                                      <a:solidFill>
                                        <a:prstClr val="black">
                                          <a:lumMod val="95000"/>
                                          <a:lumOff val="5000"/>
                                        </a:prstClr>
                                      </a:solidFill>
                                      <a:latin typeface="Cambria Math" panose="02040503050406030204" pitchFamily="18" charset="0"/>
                                      <a:cs typeface="Arial" pitchFamily="34" charset="0"/>
                                    </a:rPr>
                                    <m:t>i</m:t>
                                  </m:r>
                                </m:sub>
                              </m:sSub>
                            </m:e>
                          </m:nary>
                        </m:num>
                        <m:den>
                          <m:r>
                            <m:rPr>
                              <m:sty m:val="p"/>
                            </m:rPr>
                            <a:rPr lang="en-IN" sz="2200" i="0" dirty="0">
                              <a:solidFill>
                                <a:prstClr val="black">
                                  <a:lumMod val="95000"/>
                                  <a:lumOff val="5000"/>
                                </a:prstClr>
                              </a:solidFill>
                              <a:latin typeface="Cambria Math" panose="02040503050406030204" pitchFamily="18" charset="0"/>
                              <a:cs typeface="Arial" pitchFamily="34" charset="0"/>
                            </a:rPr>
                            <m:t>n</m:t>
                          </m:r>
                        </m:den>
                      </m:f>
                      <m:r>
                        <a:rPr lang="en-IN" sz="2200" b="0" i="0" dirty="0" smtClean="0">
                          <a:solidFill>
                            <a:prstClr val="black">
                              <a:lumMod val="95000"/>
                              <a:lumOff val="5000"/>
                            </a:prstClr>
                          </a:solidFill>
                          <a:latin typeface="Cambria Math" panose="02040503050406030204" pitchFamily="18" charset="0"/>
                          <a:cs typeface="Arial" pitchFamily="34" charset="0"/>
                        </a:rPr>
                        <m:t>=</m:t>
                      </m:r>
                      <m:r>
                        <a:rPr lang="en-US" sz="2200" i="1" dirty="0" smtClean="0">
                          <a:solidFill>
                            <a:prstClr val="black">
                              <a:lumMod val="95000"/>
                              <a:lumOff val="5000"/>
                            </a:prstClr>
                          </a:solidFill>
                          <a:latin typeface="Cambria Math" panose="02040503050406030204" pitchFamily="18" charset="0"/>
                          <a:cs typeface="Arial" pitchFamily="34" charset="0"/>
                        </a:rPr>
                        <m:t> </m:t>
                      </m:r>
                      <m:acc>
                        <m:accPr>
                          <m:chr m:val="̅"/>
                          <m:ctrlPr>
                            <a:rPr lang="en-US" sz="2200" i="1" dirty="0" smtClean="0">
                              <a:solidFill>
                                <a:prstClr val="black">
                                  <a:lumMod val="95000"/>
                                  <a:lumOff val="5000"/>
                                </a:prstClr>
                              </a:solidFill>
                              <a:latin typeface="Cambria Math" panose="02040503050406030204" pitchFamily="18" charset="0"/>
                              <a:cs typeface="Arial" pitchFamily="34" charset="0"/>
                            </a:rPr>
                          </m:ctrlPr>
                        </m:accPr>
                        <m:e>
                          <m:acc>
                            <m:accPr>
                              <m:chr m:val="̂"/>
                              <m:ctrlPr>
                                <a:rPr lang="en-US" sz="2200" i="1" dirty="0">
                                  <a:solidFill>
                                    <a:prstClr val="black">
                                      <a:lumMod val="95000"/>
                                      <a:lumOff val="5000"/>
                                    </a:prstClr>
                                  </a:solidFill>
                                  <a:latin typeface="Cambria Math" panose="02040503050406030204" pitchFamily="18" charset="0"/>
                                  <a:cs typeface="Arial" pitchFamily="34" charset="0"/>
                                </a:rPr>
                              </m:ctrlPr>
                            </m:accPr>
                            <m:e>
                              <m:r>
                                <m:rPr>
                                  <m:sty m:val="p"/>
                                </m:rPr>
                                <a:rPr lang="en-IN" sz="2200" dirty="0">
                                  <a:solidFill>
                                    <a:prstClr val="black">
                                      <a:lumMod val="95000"/>
                                      <a:lumOff val="5000"/>
                                    </a:prstClr>
                                  </a:solidFill>
                                  <a:latin typeface="Cambria Math" panose="02040503050406030204" pitchFamily="18" charset="0"/>
                                  <a:cs typeface="Arial" pitchFamily="34" charset="0"/>
                                </a:rPr>
                                <m:t>Y</m:t>
                              </m:r>
                            </m:e>
                          </m:acc>
                        </m:e>
                      </m:acc>
                    </m:oMath>
                  </m:oMathPara>
                </a14:m>
                <a:endParaRPr kumimoji="0" lang="en-US" sz="2200" b="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07504" y="411510"/>
                <a:ext cx="8928992" cy="4820037"/>
              </a:xfrm>
              <a:prstGeom prst="rect">
                <a:avLst/>
              </a:prstGeom>
              <a:blipFill>
                <a:blip r:embed="rId2"/>
                <a:stretch>
                  <a:fillRect l="-888" r="-956"/>
                </a:stretch>
              </a:blipFill>
            </p:spPr>
            <p:txBody>
              <a:bodyPr/>
              <a:lstStyle/>
              <a:p>
                <a:r>
                  <a:rPr lang="en-IN">
                    <a:noFill/>
                  </a:rPr>
                  <a:t> </a:t>
                </a:r>
              </a:p>
            </p:txBody>
          </p:sp>
        </mc:Fallback>
      </mc:AlternateContent>
    </p:spTree>
    <p:extLst>
      <p:ext uri="{BB962C8B-B14F-4D97-AF65-F5344CB8AC3E}">
        <p14:creationId xmlns:p14="http://schemas.microsoft.com/office/powerpoint/2010/main" val="705691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85780" y="990110"/>
            <a:ext cx="8229600" cy="573528"/>
          </a:xfrm>
        </p:spPr>
        <p:txBody>
          <a:bodyPr>
            <a:no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Relation between actual response and its prediction </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67544" y="573528"/>
            <a:ext cx="8229600" cy="4266474"/>
          </a:xfrm>
        </p:spPr>
        <p:txBody>
          <a:bodyPr>
            <a:normAutofit/>
          </a:bodyPr>
          <a:lstStyle/>
          <a:p>
            <a:pPr>
              <a:lnSpc>
                <a:spcPct val="150000"/>
              </a:lnSpc>
              <a:buNone/>
            </a:pPr>
            <a:endParaRPr lang="en-US" sz="2400" dirty="0">
              <a:latin typeface="Arial" pitchFamily="34" charset="0"/>
              <a:cs typeface="Arial" pitchFamily="34" charset="0"/>
            </a:endParaRPr>
          </a:p>
          <a:p>
            <a:pPr>
              <a:buNone/>
            </a:pPr>
            <a:endParaRPr lang="en-US" sz="2400" dirty="0">
              <a:latin typeface="Arial" pitchFamily="34" charset="0"/>
              <a:cs typeface="Arial" pitchFamily="34" charset="0"/>
            </a:endParaRPr>
          </a:p>
          <a:p>
            <a:pPr>
              <a:buNone/>
            </a:pPr>
            <a:endParaRPr lang="en-IN" sz="2400" dirty="0">
              <a:latin typeface="Arial" pitchFamily="34" charset="0"/>
              <a:cs typeface="Arial" pitchFamily="34" charset="0"/>
            </a:endParaRPr>
          </a:p>
        </p:txBody>
      </p:sp>
      <p:sp>
        <p:nvSpPr>
          <p:cNvPr id="7" name="TextBox 6"/>
          <p:cNvSpPr txBox="1"/>
          <p:nvPr/>
        </p:nvSpPr>
        <p:spPr>
          <a:xfrm>
            <a:off x="467544" y="1575827"/>
            <a:ext cx="8280920" cy="4524315"/>
          </a:xfrm>
          <a:prstGeom prst="rect">
            <a:avLst/>
          </a:prstGeom>
          <a:noFill/>
        </p:spPr>
        <p:txBody>
          <a:bodyPr wrap="square" rtlCol="0">
            <a:spAutoFit/>
          </a:bodyPr>
          <a:lstStyle/>
          <a:p>
            <a:pPr marL="514350" marR="0" lvl="0" indent="-514350" algn="just" defTabSz="914400" rtl="0" eaLnBrk="1" fontAlgn="auto" latinLnBrk="0" hangingPunct="1">
              <a:lnSpc>
                <a:spcPct val="200000"/>
              </a:lnSpc>
              <a:spcBef>
                <a:spcPts val="0"/>
              </a:spcBef>
              <a:spcAft>
                <a:spcPts val="0"/>
              </a:spcAft>
              <a:buClr>
                <a:srgbClr val="002060"/>
              </a:buClr>
              <a:buSzTx/>
              <a:buFont typeface="Wingdings" pitchFamily="2" charset="2"/>
              <a:buChar char="v"/>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Deviation of actual response from mean response</a:t>
            </a:r>
          </a:p>
          <a:p>
            <a:pPr marL="514350" marR="0" lvl="0" indent="-514350" algn="just" defTabSz="914400" rtl="0" eaLnBrk="1" fontAlgn="auto" latinLnBrk="0" hangingPunct="1">
              <a:lnSpc>
                <a:spcPct val="200000"/>
              </a:lnSpc>
              <a:spcBef>
                <a:spcPts val="0"/>
              </a:spcBef>
              <a:spcAft>
                <a:spcPts val="0"/>
              </a:spcAft>
              <a:buClr>
                <a:srgbClr val="002060"/>
              </a:buClr>
              <a:buSzTx/>
              <a:buFont typeface="Wingdings" pitchFamily="2" charset="2"/>
              <a:buChar char="v"/>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Deviation of predicted response from mean response</a:t>
            </a:r>
          </a:p>
          <a:p>
            <a:pPr marL="514350" marR="0" lvl="0" indent="-514350" algn="just" defTabSz="914400" rtl="0" eaLnBrk="1" fontAlgn="auto" latinLnBrk="0" hangingPunct="1">
              <a:lnSpc>
                <a:spcPct val="200000"/>
              </a:lnSpc>
              <a:spcBef>
                <a:spcPts val="0"/>
              </a:spcBef>
              <a:spcAft>
                <a:spcPts val="0"/>
              </a:spcAft>
              <a:buClr>
                <a:srgbClr val="002060"/>
              </a:buClr>
              <a:buSzTx/>
              <a:buFont typeface="+mj-lt"/>
              <a:buAutoNum type="romanLcPeriod"/>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514350" marR="0" lvl="0" indent="-514350" algn="just" defTabSz="914400" rtl="0" eaLnBrk="1" fontAlgn="auto" latinLnBrk="0" hangingPunct="1">
              <a:lnSpc>
                <a:spcPct val="200000"/>
              </a:lnSpc>
              <a:spcBef>
                <a:spcPts val="0"/>
              </a:spcBef>
              <a:spcAft>
                <a:spcPts val="0"/>
              </a:spcAft>
              <a:buClr>
                <a:srgbClr val="002060"/>
              </a:buClr>
              <a:buSzTx/>
              <a:buFont typeface="+mj-lt"/>
              <a:buAutoNum type="romanLcPeriod"/>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514350" marR="0" lvl="0" indent="-514350" algn="just" defTabSz="914400" rtl="0" eaLnBrk="1" fontAlgn="auto" latinLnBrk="0" hangingPunct="1">
              <a:lnSpc>
                <a:spcPct val="200000"/>
              </a:lnSpc>
              <a:spcBef>
                <a:spcPts val="0"/>
              </a:spcBef>
              <a:spcAft>
                <a:spcPts val="0"/>
              </a:spcAft>
              <a:buClr>
                <a:srgbClr val="002060"/>
              </a:buClr>
              <a:buSzTx/>
              <a:buFont typeface="+mj-lt"/>
              <a:buAutoNum type="romanLcPeriod"/>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514350" marR="0" lvl="0" indent="-514350" algn="just" defTabSz="914400" rtl="0" eaLnBrk="1" fontAlgn="auto" latinLnBrk="0" hangingPunct="1">
              <a:lnSpc>
                <a:spcPct val="200000"/>
              </a:lnSpc>
              <a:spcBef>
                <a:spcPts val="0"/>
              </a:spcBef>
              <a:spcAft>
                <a:spcPts val="0"/>
              </a:spcAft>
              <a:buClr>
                <a:srgbClr val="002060"/>
              </a:buClr>
              <a:buSzTx/>
              <a:buFont typeface="+mj-lt"/>
              <a:buAutoNum type="romanLcPeriod"/>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p:txBody>
      </p:sp>
      <p:graphicFrame>
        <p:nvGraphicFramePr>
          <p:cNvPr id="4" name="Object 3"/>
          <p:cNvGraphicFramePr>
            <a:graphicFrameLocks noChangeAspect="1"/>
          </p:cNvGraphicFramePr>
          <p:nvPr/>
        </p:nvGraphicFramePr>
        <p:xfrm>
          <a:off x="2423604" y="3219822"/>
          <a:ext cx="4368800" cy="1700212"/>
        </p:xfrm>
        <a:graphic>
          <a:graphicData uri="http://schemas.openxmlformats.org/presentationml/2006/ole">
            <mc:AlternateContent xmlns:mc="http://schemas.openxmlformats.org/markup-compatibility/2006">
              <mc:Choice xmlns:v="urn:schemas-microsoft-com:vml" Requires="v">
                <p:oleObj name="Equation" r:id="rId2" imgW="1892160" imgH="736560" progId="Equation.3">
                  <p:embed/>
                </p:oleObj>
              </mc:Choice>
              <mc:Fallback>
                <p:oleObj name="Equation" r:id="rId2" imgW="1892160" imgH="73656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604" y="3219822"/>
                        <a:ext cx="4368800"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5359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p:cNvGrpSpPr/>
          <p:nvPr/>
        </p:nvGrpSpPr>
        <p:grpSpPr>
          <a:xfrm>
            <a:off x="899592" y="987574"/>
            <a:ext cx="6912768" cy="3384376"/>
            <a:chOff x="1763688" y="771550"/>
            <a:chExt cx="6912768" cy="3384376"/>
          </a:xfrm>
        </p:grpSpPr>
        <p:cxnSp>
          <p:nvCxnSpPr>
            <p:cNvPr id="5" name="Straight Arrow Connector 4"/>
            <p:cNvCxnSpPr/>
            <p:nvPr/>
          </p:nvCxnSpPr>
          <p:spPr>
            <a:xfrm flipV="1">
              <a:off x="2339752" y="771550"/>
              <a:ext cx="0" cy="334837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2339752" y="4101920"/>
              <a:ext cx="6336704" cy="54006"/>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771800" y="1437624"/>
              <a:ext cx="5112568" cy="2268252"/>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339752" y="2085696"/>
              <a:ext cx="2088232" cy="54006"/>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427984" y="2139702"/>
              <a:ext cx="0" cy="1962218"/>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14" name="Isosceles Triangle 13"/>
            <p:cNvSpPr/>
            <p:nvPr/>
          </p:nvSpPr>
          <p:spPr>
            <a:xfrm>
              <a:off x="4283968" y="1637141"/>
              <a:ext cx="288032" cy="24041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Constantia"/>
                <a:ea typeface="+mn-ea"/>
                <a:cs typeface="+mn-cs"/>
              </a:endParaRPr>
            </a:p>
          </p:txBody>
        </p:sp>
        <p:cxnSp>
          <p:nvCxnSpPr>
            <p:cNvPr id="16" name="Straight Connector 15"/>
            <p:cNvCxnSpPr>
              <a:endCxn id="14" idx="3"/>
            </p:cNvCxnSpPr>
            <p:nvPr/>
          </p:nvCxnSpPr>
          <p:spPr>
            <a:xfrm flipV="1">
              <a:off x="4427984" y="1869671"/>
              <a:ext cx="0" cy="270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4" idx="1"/>
            </p:cNvCxnSpPr>
            <p:nvPr/>
          </p:nvCxnSpPr>
          <p:spPr>
            <a:xfrm flipH="1" flipV="1">
              <a:off x="2339752" y="1653649"/>
              <a:ext cx="2016224" cy="95816"/>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2339752" y="2409732"/>
              <a:ext cx="2736304" cy="54006"/>
            </a:xfrm>
            <a:prstGeom prst="line">
              <a:avLst/>
            </a:prstGeom>
            <a:ln>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763688" y="1437624"/>
              <a:ext cx="7920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Y</a:t>
              </a:r>
              <a:r>
                <a:rPr kumimoji="0" lang="en-US" sz="2800" b="0" i="0" u="none" strike="noStrike" kern="1200" cap="none" spc="0" normalizeH="0" baseline="-25000" noProof="0" dirty="0">
                  <a:ln>
                    <a:noFill/>
                  </a:ln>
                  <a:solidFill>
                    <a:srgbClr val="FFFFFF"/>
                  </a:solidFill>
                  <a:effectLst/>
                  <a:uLnTx/>
                  <a:uFillTx/>
                  <a:latin typeface="Arial" pitchFamily="34" charset="0"/>
                  <a:ea typeface="+mn-ea"/>
                  <a:cs typeface="Arial" pitchFamily="34" charset="0"/>
                </a:rPr>
                <a:t>i</a:t>
              </a:r>
              <a:endParaRPr kumimoji="0" lang="en-IN" sz="2800" b="0" i="0" u="none" strike="noStrike" kern="1200" cap="none" spc="0" normalizeH="0" baseline="-25000" noProof="0" dirty="0">
                <a:ln>
                  <a:noFill/>
                </a:ln>
                <a:solidFill>
                  <a:srgbClr val="FFFFFF"/>
                </a:solidFill>
                <a:effectLst/>
                <a:uLnTx/>
                <a:uFillTx/>
                <a:latin typeface="Arial" pitchFamily="34" charset="0"/>
                <a:ea typeface="+mn-ea"/>
                <a:cs typeface="Arial" pitchFamily="34" charset="0"/>
              </a:endParaRPr>
            </a:p>
          </p:txBody>
        </p:sp>
        <p:sp>
          <p:nvSpPr>
            <p:cNvPr id="22" name="TextBox 21"/>
            <p:cNvSpPr txBox="1"/>
            <p:nvPr/>
          </p:nvSpPr>
          <p:spPr>
            <a:xfrm>
              <a:off x="4211960" y="1167594"/>
              <a:ext cx="108012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(X</a:t>
              </a:r>
              <a:r>
                <a:rPr kumimoji="0" lang="en-US" sz="2400" b="0" i="0" u="none" strike="noStrike" kern="1200" cap="none" spc="0" normalizeH="0" baseline="-25000" noProof="0" dirty="0">
                  <a:ln>
                    <a:noFill/>
                  </a:ln>
                  <a:solidFill>
                    <a:srgbClr val="FFFFFF"/>
                  </a:solidFill>
                  <a:effectLst/>
                  <a:uLnTx/>
                  <a:uFillTx/>
                  <a:latin typeface="Arial" pitchFamily="34" charset="0"/>
                  <a:ea typeface="+mn-ea"/>
                  <a:cs typeface="Arial" pitchFamily="34" charset="0"/>
                </a:rPr>
                <a:t>i</a:t>
              </a:r>
              <a:r>
                <a:rPr kumimoji="0" lang="en-US" sz="24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Y</a:t>
              </a:r>
              <a:r>
                <a:rPr kumimoji="0" lang="en-US" sz="2400" b="0" i="0" u="none" strike="noStrike" kern="1200" cap="none" spc="0" normalizeH="0" baseline="-25000" noProof="0" dirty="0">
                  <a:ln>
                    <a:noFill/>
                  </a:ln>
                  <a:solidFill>
                    <a:srgbClr val="FFFFFF"/>
                  </a:solidFill>
                  <a:effectLst/>
                  <a:uLnTx/>
                  <a:uFillTx/>
                  <a:latin typeface="Arial" pitchFamily="34" charset="0"/>
                  <a:ea typeface="+mn-ea"/>
                  <a:cs typeface="Arial" pitchFamily="34" charset="0"/>
                </a:rPr>
                <a:t>i</a:t>
              </a:r>
              <a:r>
                <a:rPr kumimoji="0" lang="en-US" sz="2400"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a:t>
              </a:r>
              <a:endParaRPr kumimoji="0" lang="en-IN" sz="2400" b="0"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graphicFrame>
          <p:nvGraphicFramePr>
            <p:cNvPr id="23" name="Object 22"/>
            <p:cNvGraphicFramePr>
              <a:graphicFrameLocks noChangeAspect="1"/>
            </p:cNvGraphicFramePr>
            <p:nvPr>
              <p:extLst>
                <p:ext uri="{D42A27DB-BD31-4B8C-83A1-F6EECF244321}">
                  <p14:modId xmlns:p14="http://schemas.microsoft.com/office/powerpoint/2010/main" val="368594197"/>
                </p:ext>
              </p:extLst>
            </p:nvPr>
          </p:nvGraphicFramePr>
          <p:xfrm>
            <a:off x="1949388" y="1808265"/>
            <a:ext cx="420688" cy="428625"/>
          </p:xfrm>
          <a:graphic>
            <a:graphicData uri="http://schemas.openxmlformats.org/presentationml/2006/ole">
              <mc:AlternateContent xmlns:mc="http://schemas.openxmlformats.org/markup-compatibility/2006">
                <mc:Choice xmlns:v="urn:schemas-microsoft-com:vml" Requires="v">
                  <p:oleObj name="Equation" r:id="rId2" imgW="177480" imgH="241200" progId="Equation.3">
                    <p:embed/>
                  </p:oleObj>
                </mc:Choice>
                <mc:Fallback>
                  <p:oleObj name="Equation" r:id="rId2" imgW="177480" imgH="241200" progId="Equation.3">
                    <p:embed/>
                    <p:pic>
                      <p:nvPicPr>
                        <p:cNvPr id="23" name="Object 22"/>
                        <p:cNvPicPr>
                          <a:picLocks noChangeAspect="1" noChangeArrowheads="1"/>
                        </p:cNvPicPr>
                        <p:nvPr/>
                      </p:nvPicPr>
                      <p:blipFill>
                        <a:blip r:embed="rId3"/>
                        <a:srcRect/>
                        <a:stretch>
                          <a:fillRect/>
                        </a:stretch>
                      </p:blipFill>
                      <p:spPr bwMode="auto">
                        <a:xfrm>
                          <a:off x="1949388" y="1808265"/>
                          <a:ext cx="420688"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099" name="Object 3"/>
            <p:cNvGraphicFramePr>
              <a:graphicFrameLocks noChangeAspect="1"/>
            </p:cNvGraphicFramePr>
            <p:nvPr>
              <p:extLst>
                <p:ext uri="{D42A27DB-BD31-4B8C-83A1-F6EECF244321}">
                  <p14:modId xmlns:p14="http://schemas.microsoft.com/office/powerpoint/2010/main" val="4268184563"/>
                </p:ext>
              </p:extLst>
            </p:nvPr>
          </p:nvGraphicFramePr>
          <p:xfrm>
            <a:off x="1919547" y="2294073"/>
            <a:ext cx="392113" cy="339329"/>
          </p:xfrm>
          <a:graphic>
            <a:graphicData uri="http://schemas.openxmlformats.org/presentationml/2006/ole">
              <mc:AlternateContent xmlns:mc="http://schemas.openxmlformats.org/markup-compatibility/2006">
                <mc:Choice xmlns:v="urn:schemas-microsoft-com:vml" Requires="v">
                  <p:oleObj name="Equation" r:id="rId4" imgW="164880" imgH="190440" progId="Equation.3">
                    <p:embed/>
                  </p:oleObj>
                </mc:Choice>
                <mc:Fallback>
                  <p:oleObj name="Equation" r:id="rId4" imgW="164880" imgH="190440" progId="Equation.3">
                    <p:embed/>
                    <p:pic>
                      <p:nvPicPr>
                        <p:cNvPr id="260099" name="Object 3"/>
                        <p:cNvPicPr>
                          <a:picLocks noChangeAspect="1" noChangeArrowheads="1"/>
                        </p:cNvPicPr>
                        <p:nvPr/>
                      </p:nvPicPr>
                      <p:blipFill>
                        <a:blip r:embed="rId5"/>
                        <a:srcRect/>
                        <a:stretch>
                          <a:fillRect/>
                        </a:stretch>
                      </p:blipFill>
                      <p:spPr bwMode="auto">
                        <a:xfrm>
                          <a:off x="1919547" y="2294073"/>
                          <a:ext cx="392113" cy="3393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Box 26"/>
            <p:cNvSpPr txBox="1"/>
            <p:nvPr/>
          </p:nvSpPr>
          <p:spPr>
            <a:xfrm>
              <a:off x="4427984" y="3651870"/>
              <a:ext cx="64807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X</a:t>
              </a:r>
              <a:r>
                <a:rPr kumimoji="0" lang="en-US" sz="2400" b="0" i="0" u="none" strike="noStrike" kern="1200" cap="none" spc="0" normalizeH="0" baseline="-25000" noProof="0" dirty="0">
                  <a:ln>
                    <a:noFill/>
                  </a:ln>
                  <a:solidFill>
                    <a:prstClr val="black">
                      <a:lumMod val="95000"/>
                      <a:lumOff val="5000"/>
                    </a:prstClr>
                  </a:solidFill>
                  <a:effectLst/>
                  <a:uLnTx/>
                  <a:uFillTx/>
                  <a:latin typeface="Arial" pitchFamily="34" charset="0"/>
                  <a:ea typeface="+mn-ea"/>
                  <a:cs typeface="Arial" pitchFamily="34" charset="0"/>
                </a:rPr>
                <a:t>i</a:t>
              </a:r>
              <a:endParaRPr kumimoji="0" lang="en-IN" sz="2400" b="0" i="0" u="none" strike="noStrike" kern="1200" cap="none" spc="0" normalizeH="0" baseline="-25000" noProof="0" dirty="0">
                <a:ln>
                  <a:noFill/>
                </a:ln>
                <a:solidFill>
                  <a:prstClr val="black">
                    <a:lumMod val="95000"/>
                    <a:lumOff val="5000"/>
                  </a:prstClr>
                </a:solidFill>
                <a:effectLst/>
                <a:uLnTx/>
                <a:uFillTx/>
                <a:latin typeface="Arial" pitchFamily="34" charset="0"/>
                <a:ea typeface="+mn-ea"/>
                <a:cs typeface="Arial" pitchFamily="34" charset="0"/>
              </a:endParaRPr>
            </a:p>
          </p:txBody>
        </p:sp>
        <p:graphicFrame>
          <p:nvGraphicFramePr>
            <p:cNvPr id="28" name="Object 27"/>
            <p:cNvGraphicFramePr>
              <a:graphicFrameLocks noChangeAspect="1"/>
            </p:cNvGraphicFramePr>
            <p:nvPr>
              <p:extLst>
                <p:ext uri="{D42A27DB-BD31-4B8C-83A1-F6EECF244321}">
                  <p14:modId xmlns:p14="http://schemas.microsoft.com/office/powerpoint/2010/main" val="3156343909"/>
                </p:ext>
              </p:extLst>
            </p:nvPr>
          </p:nvGraphicFramePr>
          <p:xfrm>
            <a:off x="4742634" y="1550333"/>
            <a:ext cx="2228850" cy="514350"/>
          </p:xfrm>
          <a:graphic>
            <a:graphicData uri="http://schemas.openxmlformats.org/presentationml/2006/ole">
              <mc:AlternateContent xmlns:mc="http://schemas.openxmlformats.org/markup-compatibility/2006">
                <mc:Choice xmlns:v="urn:schemas-microsoft-com:vml" Requires="v">
                  <p:oleObj name="Equation" r:id="rId6" imgW="825480" imgH="253800" progId="Equation.3">
                    <p:embed/>
                  </p:oleObj>
                </mc:Choice>
                <mc:Fallback>
                  <p:oleObj name="Equation" r:id="rId6" imgW="825480" imgH="253800" progId="Equation.3">
                    <p:embed/>
                    <p:pic>
                      <p:nvPicPr>
                        <p:cNvPr id="28" name="Object 27"/>
                        <p:cNvPicPr>
                          <a:picLocks noChangeAspect="1" noChangeArrowheads="1"/>
                        </p:cNvPicPr>
                        <p:nvPr/>
                      </p:nvPicPr>
                      <p:blipFill>
                        <a:blip r:embed="rId7"/>
                        <a:srcRect/>
                        <a:stretch>
                          <a:fillRect/>
                        </a:stretch>
                      </p:blipFill>
                      <p:spPr bwMode="auto">
                        <a:xfrm>
                          <a:off x="4742634" y="1550333"/>
                          <a:ext cx="2228850" cy="514350"/>
                        </a:xfrm>
                        <a:prstGeom prst="rect">
                          <a:avLst/>
                        </a:prstGeom>
                        <a:noFill/>
                        <a:ln w="28575">
                          <a:solidFill>
                            <a:srgbClr val="002060"/>
                          </a:solidFill>
                        </a:ln>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1353066280"/>
                </p:ext>
              </p:extLst>
            </p:nvPr>
          </p:nvGraphicFramePr>
          <p:xfrm>
            <a:off x="1928851" y="1414463"/>
            <a:ext cx="314287" cy="320194"/>
          </p:xfrm>
          <a:graphic>
            <a:graphicData uri="http://schemas.openxmlformats.org/presentationml/2006/ole">
              <mc:AlternateContent xmlns:mc="http://schemas.openxmlformats.org/markup-compatibility/2006">
                <mc:Choice xmlns:v="urn:schemas-microsoft-com:vml" Requires="v">
                  <p:oleObj name="Equation" r:id="rId8" imgW="177480" imgH="241200" progId="Equation.3">
                    <p:embed/>
                  </p:oleObj>
                </mc:Choice>
                <mc:Fallback>
                  <p:oleObj name="Equation" r:id="rId8" imgW="177480" imgH="241200" progId="Equation.3">
                    <p:embed/>
                    <p:pic>
                      <p:nvPicPr>
                        <p:cNvPr id="2" name="Object 1"/>
                        <p:cNvPicPr>
                          <a:picLocks noChangeAspect="1" noChangeArrowheads="1"/>
                        </p:cNvPicPr>
                        <p:nvPr/>
                      </p:nvPicPr>
                      <p:blipFill>
                        <a:blip r:embed="rId9"/>
                        <a:srcRect/>
                        <a:stretch>
                          <a:fillRect/>
                        </a:stretch>
                      </p:blipFill>
                      <p:spPr bwMode="auto">
                        <a:xfrm>
                          <a:off x="1928851" y="1414463"/>
                          <a:ext cx="314287" cy="320194"/>
                        </a:xfrm>
                        <a:prstGeom prst="rect">
                          <a:avLst/>
                        </a:prstGeom>
                        <a:noFill/>
                        <a:ln>
                          <a:noFill/>
                        </a:ln>
                      </p:spPr>
                    </p:pic>
                  </p:oleObj>
                </mc:Fallback>
              </mc:AlternateContent>
            </a:graphicData>
          </a:graphic>
        </p:graphicFrame>
      </p:grpSp>
      <p:graphicFrame>
        <p:nvGraphicFramePr>
          <p:cNvPr id="19" name="Object 18"/>
          <p:cNvGraphicFramePr>
            <a:graphicFrameLocks noChangeAspect="1"/>
          </p:cNvGraphicFramePr>
          <p:nvPr>
            <p:extLst>
              <p:ext uri="{D42A27DB-BD31-4B8C-83A1-F6EECF244321}">
                <p14:modId xmlns:p14="http://schemas.microsoft.com/office/powerpoint/2010/main" val="2908760278"/>
              </p:ext>
            </p:extLst>
          </p:nvPr>
        </p:nvGraphicFramePr>
        <p:xfrm>
          <a:off x="5652120" y="207150"/>
          <a:ext cx="3119854" cy="1214158"/>
        </p:xfrm>
        <a:graphic>
          <a:graphicData uri="http://schemas.openxmlformats.org/presentationml/2006/ole">
            <mc:AlternateContent xmlns:mc="http://schemas.openxmlformats.org/markup-compatibility/2006">
              <mc:Choice xmlns:v="urn:schemas-microsoft-com:vml" Requires="v">
                <p:oleObj name="Equation" r:id="rId10" imgW="1892160" imgH="736560" progId="Equation.3">
                  <p:embed/>
                </p:oleObj>
              </mc:Choice>
              <mc:Fallback>
                <p:oleObj name="Equation" r:id="rId10" imgW="1892160" imgH="736560" progId="Equation.3">
                  <p:embed/>
                  <p:pic>
                    <p:nvPicPr>
                      <p:cNvPr id="4"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2120" y="207150"/>
                        <a:ext cx="3119854" cy="1214158"/>
                      </a:xfrm>
                      <a:prstGeom prst="rect">
                        <a:avLst/>
                      </a:prstGeom>
                      <a:noFill/>
                      <a:ln>
                        <a:noFill/>
                      </a:ln>
                    </p:spPr>
                  </p:pic>
                </p:oleObj>
              </mc:Fallback>
            </mc:AlternateContent>
          </a:graphicData>
        </a:graphic>
      </p:graphicFrame>
      <mc:AlternateContent xmlns:mc="http://schemas.openxmlformats.org/markup-compatibility/2006">
        <mc:Choice xmlns:p14="http://schemas.microsoft.com/office/powerpoint/2010/main" Requires="p14">
          <p:contentPart p14:bwMode="auto" r:id="rId12">
            <p14:nvContentPartPr>
              <p14:cNvPr id="4" name="Ink 3">
                <a:extLst>
                  <a:ext uri="{FF2B5EF4-FFF2-40B4-BE49-F238E27FC236}">
                    <a16:creationId xmlns:a16="http://schemas.microsoft.com/office/drawing/2014/main" id="{237DC1CD-31CF-E386-0847-AAF94531F2CF}"/>
                  </a:ext>
                </a:extLst>
              </p14:cNvPr>
              <p14:cNvContentPartPr/>
              <p14:nvPr/>
            </p14:nvContentPartPr>
            <p14:xfrm>
              <a:off x="334080" y="612720"/>
              <a:ext cx="8103960" cy="2952000"/>
            </p14:xfrm>
          </p:contentPart>
        </mc:Choice>
        <mc:Fallback>
          <p:pic>
            <p:nvPicPr>
              <p:cNvPr id="4" name="Ink 3">
                <a:extLst>
                  <a:ext uri="{FF2B5EF4-FFF2-40B4-BE49-F238E27FC236}">
                    <a16:creationId xmlns:a16="http://schemas.microsoft.com/office/drawing/2014/main" id="{237DC1CD-31CF-E386-0847-AAF94531F2CF}"/>
                  </a:ext>
                </a:extLst>
              </p:cNvPr>
              <p:cNvPicPr/>
              <p:nvPr/>
            </p:nvPicPr>
            <p:blipFill>
              <a:blip r:embed="rId13"/>
              <a:stretch>
                <a:fillRect/>
              </a:stretch>
            </p:blipFill>
            <p:spPr>
              <a:xfrm>
                <a:off x="324720" y="603360"/>
                <a:ext cx="8122680" cy="2970720"/>
              </a:xfrm>
              <a:prstGeom prst="rect">
                <a:avLst/>
              </a:prstGeom>
            </p:spPr>
          </p:pic>
        </mc:Fallback>
      </mc:AlternateContent>
    </p:spTree>
    <p:extLst>
      <p:ext uri="{BB962C8B-B14F-4D97-AF65-F5344CB8AC3E}">
        <p14:creationId xmlns:p14="http://schemas.microsoft.com/office/powerpoint/2010/main" val="4271199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931" y="-34209"/>
            <a:ext cx="8229600" cy="573528"/>
          </a:xfrm>
        </p:spPr>
        <p:txBody>
          <a:bodyPr>
            <a:no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Sum of Squares</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3" name="Content Placeholder 2"/>
          <p:cNvSpPr>
            <a:spLocks noGrp="1"/>
          </p:cNvSpPr>
          <p:nvPr>
            <p:ph idx="1"/>
          </p:nvPr>
        </p:nvSpPr>
        <p:spPr>
          <a:xfrm>
            <a:off x="463808" y="252555"/>
            <a:ext cx="8229600" cy="4266474"/>
          </a:xfrm>
        </p:spPr>
        <p:txBody>
          <a:bodyPr>
            <a:normAutofit/>
          </a:bodyPr>
          <a:lstStyle/>
          <a:p>
            <a:pPr>
              <a:lnSpc>
                <a:spcPct val="150000"/>
              </a:lnSpc>
              <a:buNone/>
            </a:pPr>
            <a:endParaRPr lang="en-US" sz="2000" dirty="0">
              <a:latin typeface="Arial" pitchFamily="34" charset="0"/>
              <a:cs typeface="Arial" pitchFamily="34" charset="0"/>
            </a:endParaRPr>
          </a:p>
          <a:p>
            <a:pPr>
              <a:buNone/>
            </a:pPr>
            <a:endParaRPr lang="en-US" sz="2000" dirty="0">
              <a:latin typeface="Arial" pitchFamily="34" charset="0"/>
              <a:cs typeface="Arial" pitchFamily="34" charset="0"/>
            </a:endParaRPr>
          </a:p>
          <a:p>
            <a:pPr>
              <a:buNone/>
            </a:pPr>
            <a:endParaRPr lang="en-IN" sz="2000" dirty="0">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7" name="TextBox 6"/>
              <p:cNvSpPr txBox="1"/>
              <p:nvPr/>
            </p:nvSpPr>
            <p:spPr>
              <a:xfrm>
                <a:off x="251520" y="539319"/>
                <a:ext cx="8784976" cy="4231799"/>
              </a:xfrm>
              <a:prstGeom prst="rect">
                <a:avLst/>
              </a:prstGeom>
              <a:noFill/>
            </p:spPr>
            <p:txBody>
              <a:bodyPr wrap="square" rtlCol="0">
                <a:spAutoFit/>
              </a:bodyPr>
              <a:lstStyle/>
              <a:p>
                <a:pPr lvl="0">
                  <a:lnSpc>
                    <a:spcPct val="200000"/>
                  </a:lnSpc>
                  <a:buClr>
                    <a:srgbClr val="002060"/>
                  </a:buClr>
                </a:pPr>
                <a:r>
                  <a:rPr kumimoji="0" lang="en-US" sz="2000" b="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cs typeface="Arial" panose="020B0604020202020204" pitchFamily="34" charset="0"/>
                  </a:rPr>
                  <a:t>It may be shown that</a:t>
                </a:r>
              </a:p>
              <a:p>
                <a:pPr lvl="0" algn="ctr">
                  <a:lnSpc>
                    <a:spcPct val="200000"/>
                  </a:lnSpc>
                  <a:buClr>
                    <a:srgbClr val="002060"/>
                  </a:buClr>
                </a:pPr>
                <a14:m>
                  <m:oMathPara xmlns:m="http://schemas.openxmlformats.org/officeDocument/2006/math">
                    <m:oMathParaPr>
                      <m:jc m:val="centerGroup"/>
                    </m:oMathParaPr>
                    <m:oMath xmlns:m="http://schemas.openxmlformats.org/officeDocument/2006/math">
                      <m:nary>
                        <m:naryPr>
                          <m:chr m:val="∑"/>
                          <m:ctrlPr>
                            <a:rPr kumimoji="0" lang="en-US" sz="20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ctrlPr>
                        </m:naryPr>
                        <m:sub>
                          <m:r>
                            <m:rPr>
                              <m:sty m:val="p"/>
                              <m:brk m:alnAt="23"/>
                            </m:rPr>
                            <a:rPr kumimoji="0" lang="en-IN" sz="2000" b="0" i="0"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t>i</m:t>
                          </m:r>
                          <m:r>
                            <a:rPr kumimoji="0" lang="en-IN" sz="2000" b="0" i="0"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t>=1</m:t>
                          </m:r>
                        </m:sub>
                        <m:sup>
                          <m:r>
                            <m:rPr>
                              <m:sty m:val="p"/>
                            </m:rPr>
                            <a:rPr kumimoji="0" lang="en-IN" sz="2000" b="0" i="0"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t>n</m:t>
                          </m:r>
                        </m:sup>
                        <m:e>
                          <m:sSup>
                            <m:sSupPr>
                              <m:ctrlPr>
                                <a:rPr kumimoji="0" lang="en-IN" sz="2000" b="0" i="1"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ctrlPr>
                            </m:sSupPr>
                            <m:e>
                              <m:d>
                                <m:dPr>
                                  <m:ctrlPr>
                                    <a:rPr kumimoji="0" lang="en-IN" sz="2000" b="0" i="1"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ctrlPr>
                                </m:dPr>
                                <m:e>
                                  <m:sSub>
                                    <m:sSubPr>
                                      <m:ctrlPr>
                                        <a:rPr kumimoji="0" lang="en-IN" sz="2000" b="0" i="1"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ctrlPr>
                                    </m:sSubPr>
                                    <m:e>
                                      <m:r>
                                        <m:rPr>
                                          <m:sty m:val="p"/>
                                        </m:rPr>
                                        <a:rPr kumimoji="0" lang="en-IN" sz="2000" b="0" i="0"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t>Y</m:t>
                                      </m:r>
                                    </m:e>
                                    <m:sub>
                                      <m:r>
                                        <m:rPr>
                                          <m:sty m:val="p"/>
                                        </m:rPr>
                                        <a:rPr kumimoji="0" lang="en-IN" sz="2000" b="0" i="0"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t>i</m:t>
                                      </m:r>
                                    </m:sub>
                                  </m:sSub>
                                  <m:r>
                                    <a:rPr kumimoji="0" lang="en-IN" sz="2000" b="0" i="0"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t>−</m:t>
                                  </m:r>
                                  <m:acc>
                                    <m:accPr>
                                      <m:chr m:val="̅"/>
                                      <m:ctrlPr>
                                        <a:rPr kumimoji="0" lang="en-IN" sz="2000" b="0" i="1"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ctrlPr>
                                    </m:accPr>
                                    <m:e>
                                      <m:r>
                                        <m:rPr>
                                          <m:sty m:val="p"/>
                                        </m:rPr>
                                        <a:rPr kumimoji="0" lang="en-IN" sz="2000" b="0" i="0"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t>Y</m:t>
                                      </m:r>
                                    </m:e>
                                  </m:acc>
                                </m:e>
                              </m:d>
                            </m:e>
                            <m:sup>
                              <m:r>
                                <m:rPr>
                                  <m:brk m:alnAt="23"/>
                                </m:rPr>
                                <a:rPr kumimoji="0" lang="en-IN" sz="2000" b="0" i="0" u="none" strike="noStrike" kern="1200" cap="none" spc="0" normalizeH="0" baseline="0" noProof="0" smtClean="0">
                                  <a:ln>
                                    <a:noFill/>
                                  </a:ln>
                                  <a:solidFill>
                                    <a:srgbClr val="C00000"/>
                                  </a:solidFill>
                                  <a:effectLst/>
                                  <a:uLnTx/>
                                  <a:uFillTx/>
                                  <a:latin typeface="Cambria Math" panose="02040503050406030204" pitchFamily="18" charset="0"/>
                                  <a:cs typeface="Arial" pitchFamily="34" charset="0"/>
                                </a:rPr>
                                <m:t>2</m:t>
                              </m:r>
                            </m:sup>
                          </m:sSup>
                          <m:r>
                            <m:rPr>
                              <m:brk m:alnAt="23"/>
                            </m:rPr>
                            <a:rPr kumimoji="0" lang="en-IN" sz="2000" b="0" i="0"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cs typeface="Arial" pitchFamily="34" charset="0"/>
                            </a:rPr>
                            <m:t>=</m:t>
                          </m:r>
                          <m:nary>
                            <m:naryPr>
                              <m:chr m:val="∑"/>
                              <m:ctrlPr>
                                <a:rPr lang="en-US" sz="2000" i="1">
                                  <a:solidFill>
                                    <a:prstClr val="black">
                                      <a:lumMod val="95000"/>
                                      <a:lumOff val="5000"/>
                                    </a:prstClr>
                                  </a:solidFill>
                                  <a:latin typeface="Cambria Math" panose="02040503050406030204" pitchFamily="18" charset="0"/>
                                  <a:cs typeface="Arial" pitchFamily="34" charset="0"/>
                                </a:rPr>
                              </m:ctrlPr>
                            </m:naryPr>
                            <m:sub>
                              <m:r>
                                <m:rPr>
                                  <m:sty m:val="p"/>
                                  <m:brk m:alnAt="23"/>
                                </m:rPr>
                                <a:rPr lang="en-IN" sz="2000" i="0">
                                  <a:solidFill>
                                    <a:prstClr val="black">
                                      <a:lumMod val="95000"/>
                                      <a:lumOff val="5000"/>
                                    </a:prstClr>
                                  </a:solidFill>
                                  <a:latin typeface="Cambria Math" panose="02040503050406030204" pitchFamily="18" charset="0"/>
                                  <a:cs typeface="Arial" pitchFamily="34" charset="0"/>
                                </a:rPr>
                                <m:t>i</m:t>
                              </m:r>
                              <m:r>
                                <a:rPr lang="en-IN" sz="2000" i="0">
                                  <a:solidFill>
                                    <a:prstClr val="black">
                                      <a:lumMod val="95000"/>
                                      <a:lumOff val="5000"/>
                                    </a:prstClr>
                                  </a:solidFill>
                                  <a:latin typeface="Cambria Math" panose="02040503050406030204" pitchFamily="18" charset="0"/>
                                  <a:cs typeface="Arial" pitchFamily="34" charset="0"/>
                                </a:rPr>
                                <m:t>=1</m:t>
                              </m:r>
                            </m:sub>
                            <m:sup>
                              <m:r>
                                <m:rPr>
                                  <m:sty m:val="p"/>
                                </m:rPr>
                                <a:rPr lang="en-IN" sz="2000" i="0">
                                  <a:solidFill>
                                    <a:prstClr val="black">
                                      <a:lumMod val="95000"/>
                                      <a:lumOff val="5000"/>
                                    </a:prstClr>
                                  </a:solidFill>
                                  <a:latin typeface="Cambria Math" panose="02040503050406030204" pitchFamily="18" charset="0"/>
                                  <a:cs typeface="Arial" pitchFamily="34" charset="0"/>
                                </a:rPr>
                                <m:t>n</m:t>
                              </m:r>
                            </m:sup>
                            <m:e>
                              <m:sSup>
                                <m:sSupPr>
                                  <m:ctrlPr>
                                    <a:rPr lang="en-IN" sz="2000" i="1" smtClean="0">
                                      <a:solidFill>
                                        <a:srgbClr val="0000FF"/>
                                      </a:solidFill>
                                      <a:latin typeface="Cambria Math" panose="02040503050406030204" pitchFamily="18" charset="0"/>
                                      <a:cs typeface="Arial" pitchFamily="34" charset="0"/>
                                    </a:rPr>
                                  </m:ctrlPr>
                                </m:sSupPr>
                                <m:e>
                                  <m:d>
                                    <m:dPr>
                                      <m:ctrlPr>
                                        <a:rPr lang="en-IN" sz="2000" i="1">
                                          <a:solidFill>
                                            <a:srgbClr val="0000FF"/>
                                          </a:solidFill>
                                          <a:latin typeface="Cambria Math" panose="02040503050406030204" pitchFamily="18" charset="0"/>
                                          <a:cs typeface="Arial" pitchFamily="34" charset="0"/>
                                        </a:rPr>
                                      </m:ctrlPr>
                                    </m:dPr>
                                    <m:e>
                                      <m:sSub>
                                        <m:sSubPr>
                                          <m:ctrlPr>
                                            <a:rPr lang="en-IN" sz="2000" i="1">
                                              <a:solidFill>
                                                <a:srgbClr val="0000FF"/>
                                              </a:solidFill>
                                              <a:latin typeface="Cambria Math" panose="02040503050406030204" pitchFamily="18" charset="0"/>
                                              <a:cs typeface="Arial" pitchFamily="34" charset="0"/>
                                            </a:rPr>
                                          </m:ctrlPr>
                                        </m:sSubPr>
                                        <m:e>
                                          <m:r>
                                            <m:rPr>
                                              <m:sty m:val="p"/>
                                            </m:rPr>
                                            <a:rPr lang="en-IN" sz="2000" i="0">
                                              <a:solidFill>
                                                <a:srgbClr val="0000FF"/>
                                              </a:solidFill>
                                              <a:latin typeface="Cambria Math" panose="02040503050406030204" pitchFamily="18" charset="0"/>
                                              <a:cs typeface="Arial" pitchFamily="34" charset="0"/>
                                            </a:rPr>
                                            <m:t>Y</m:t>
                                          </m:r>
                                        </m:e>
                                        <m:sub>
                                          <m:r>
                                            <m:rPr>
                                              <m:sty m:val="p"/>
                                            </m:rPr>
                                            <a:rPr lang="en-IN" sz="2000" i="0">
                                              <a:solidFill>
                                                <a:srgbClr val="0000FF"/>
                                              </a:solidFill>
                                              <a:latin typeface="Cambria Math" panose="02040503050406030204" pitchFamily="18" charset="0"/>
                                              <a:cs typeface="Arial" pitchFamily="34" charset="0"/>
                                            </a:rPr>
                                            <m:t>i</m:t>
                                          </m:r>
                                        </m:sub>
                                      </m:sSub>
                                      <m:r>
                                        <a:rPr lang="en-IN" sz="2000" i="0">
                                          <a:solidFill>
                                            <a:srgbClr val="0000FF"/>
                                          </a:solidFill>
                                          <a:latin typeface="Cambria Math" panose="02040503050406030204" pitchFamily="18" charset="0"/>
                                          <a:cs typeface="Arial" pitchFamily="34" charset="0"/>
                                        </a:rPr>
                                        <m:t>−</m:t>
                                      </m:r>
                                      <m:sSub>
                                        <m:sSubPr>
                                          <m:ctrlPr>
                                            <a:rPr kumimoji="0" lang="en-IN" sz="2000" b="0" i="1" u="none" strike="noStrike" kern="1200" cap="none" spc="0" normalizeH="0" baseline="0" noProof="0" smtClean="0">
                                              <a:ln>
                                                <a:noFill/>
                                              </a:ln>
                                              <a:solidFill>
                                                <a:srgbClr val="0000FF"/>
                                              </a:solidFill>
                                              <a:effectLst/>
                                              <a:uLnTx/>
                                              <a:uFillTx/>
                                              <a:latin typeface="Cambria Math" panose="02040503050406030204" pitchFamily="18" charset="0"/>
                                              <a:cs typeface="Arial" pitchFamily="34" charset="0"/>
                                            </a:rPr>
                                          </m:ctrlPr>
                                        </m:sSubPr>
                                        <m:e>
                                          <m:acc>
                                            <m:accPr>
                                              <m:chr m:val="̂"/>
                                              <m:ctrlPr>
                                                <a:rPr kumimoji="0" lang="en-IN" sz="2000" b="0" i="1" u="none" strike="noStrike" kern="1200" cap="none" spc="0" normalizeH="0" baseline="0" noProof="0" smtClean="0">
                                                  <a:ln>
                                                    <a:noFill/>
                                                  </a:ln>
                                                  <a:solidFill>
                                                    <a:srgbClr val="0000FF"/>
                                                  </a:solidFill>
                                                  <a:effectLst/>
                                                  <a:uLnTx/>
                                                  <a:uFillTx/>
                                                  <a:latin typeface="Cambria Math" panose="02040503050406030204" pitchFamily="18" charset="0"/>
                                                  <a:cs typeface="Arial" pitchFamily="34" charset="0"/>
                                                </a:rPr>
                                              </m:ctrlPr>
                                            </m:accPr>
                                            <m:e>
                                              <m:r>
                                                <m:rPr>
                                                  <m:sty m:val="p"/>
                                                </m:rPr>
                                                <a:rPr kumimoji="0" lang="en-IN" sz="2000" b="0" i="0" u="none" strike="noStrike" kern="1200" cap="none" spc="0" normalizeH="0" baseline="0" noProof="0" smtClean="0">
                                                  <a:ln>
                                                    <a:noFill/>
                                                  </a:ln>
                                                  <a:solidFill>
                                                    <a:srgbClr val="0000FF"/>
                                                  </a:solidFill>
                                                  <a:effectLst/>
                                                  <a:uLnTx/>
                                                  <a:uFillTx/>
                                                  <a:latin typeface="Cambria Math" panose="02040503050406030204" pitchFamily="18" charset="0"/>
                                                  <a:cs typeface="Arial" pitchFamily="34" charset="0"/>
                                                </a:rPr>
                                                <m:t>Y</m:t>
                                              </m:r>
                                            </m:e>
                                          </m:acc>
                                        </m:e>
                                        <m:sub>
                                          <m:r>
                                            <m:rPr>
                                              <m:sty m:val="p"/>
                                              <m:brk m:alnAt="23"/>
                                            </m:rPr>
                                            <a:rPr kumimoji="0" lang="en-IN" sz="2000" b="0" i="0" u="none" strike="noStrike" kern="1200" cap="none" spc="0" normalizeH="0" baseline="0" noProof="0" smtClean="0">
                                              <a:ln>
                                                <a:noFill/>
                                              </a:ln>
                                              <a:solidFill>
                                                <a:srgbClr val="0000FF"/>
                                              </a:solidFill>
                                              <a:effectLst/>
                                              <a:uLnTx/>
                                              <a:uFillTx/>
                                              <a:latin typeface="Cambria Math" panose="02040503050406030204" pitchFamily="18" charset="0"/>
                                              <a:cs typeface="Arial" pitchFamily="34" charset="0"/>
                                            </a:rPr>
                                            <m:t>i</m:t>
                                          </m:r>
                                        </m:sub>
                                      </m:sSub>
                                    </m:e>
                                  </m:d>
                                </m:e>
                                <m:sup>
                                  <m:r>
                                    <m:rPr>
                                      <m:brk m:alnAt="23"/>
                                    </m:rPr>
                                    <a:rPr lang="en-IN" sz="2000" i="0">
                                      <a:solidFill>
                                        <a:srgbClr val="0000FF"/>
                                      </a:solidFill>
                                      <a:latin typeface="Cambria Math" panose="02040503050406030204" pitchFamily="18" charset="0"/>
                                      <a:cs typeface="Arial" pitchFamily="34" charset="0"/>
                                    </a:rPr>
                                    <m:t>2</m:t>
                                  </m:r>
                                </m:sup>
                              </m:sSup>
                              <m:r>
                                <a:rPr lang="en-IN" sz="2000" b="0" i="0" smtClean="0">
                                  <a:solidFill>
                                    <a:prstClr val="black">
                                      <a:lumMod val="95000"/>
                                      <a:lumOff val="5000"/>
                                    </a:prstClr>
                                  </a:solidFill>
                                  <a:latin typeface="Cambria Math" panose="02040503050406030204" pitchFamily="18" charset="0"/>
                                  <a:cs typeface="Arial" pitchFamily="34" charset="0"/>
                                </a:rPr>
                                <m:t>+</m:t>
                              </m:r>
                            </m:e>
                          </m:nary>
                          <m:nary>
                            <m:naryPr>
                              <m:chr m:val="∑"/>
                              <m:ctrlPr>
                                <a:rPr lang="en-US" sz="2000" i="1">
                                  <a:solidFill>
                                    <a:prstClr val="black">
                                      <a:lumMod val="95000"/>
                                      <a:lumOff val="5000"/>
                                    </a:prstClr>
                                  </a:solidFill>
                                  <a:latin typeface="Cambria Math" panose="02040503050406030204" pitchFamily="18" charset="0"/>
                                  <a:cs typeface="Arial" pitchFamily="34" charset="0"/>
                                </a:rPr>
                              </m:ctrlPr>
                            </m:naryPr>
                            <m:sub>
                              <m:r>
                                <m:rPr>
                                  <m:sty m:val="p"/>
                                  <m:brk m:alnAt="23"/>
                                </m:rPr>
                                <a:rPr lang="en-IN" sz="2000" i="0">
                                  <a:solidFill>
                                    <a:prstClr val="black">
                                      <a:lumMod val="95000"/>
                                      <a:lumOff val="5000"/>
                                    </a:prstClr>
                                  </a:solidFill>
                                  <a:latin typeface="Cambria Math" panose="02040503050406030204" pitchFamily="18" charset="0"/>
                                  <a:cs typeface="Arial" pitchFamily="34" charset="0"/>
                                </a:rPr>
                                <m:t>i</m:t>
                              </m:r>
                              <m:r>
                                <a:rPr lang="en-IN" sz="2000" i="0">
                                  <a:solidFill>
                                    <a:prstClr val="black">
                                      <a:lumMod val="95000"/>
                                      <a:lumOff val="5000"/>
                                    </a:prstClr>
                                  </a:solidFill>
                                  <a:latin typeface="Cambria Math" panose="02040503050406030204" pitchFamily="18" charset="0"/>
                                  <a:cs typeface="Arial" pitchFamily="34" charset="0"/>
                                </a:rPr>
                                <m:t>=1</m:t>
                              </m:r>
                            </m:sub>
                            <m:sup>
                              <m:r>
                                <m:rPr>
                                  <m:sty m:val="p"/>
                                </m:rPr>
                                <a:rPr lang="en-IN" sz="2000" i="0">
                                  <a:solidFill>
                                    <a:prstClr val="black">
                                      <a:lumMod val="95000"/>
                                      <a:lumOff val="5000"/>
                                    </a:prstClr>
                                  </a:solidFill>
                                  <a:latin typeface="Cambria Math" panose="02040503050406030204" pitchFamily="18" charset="0"/>
                                  <a:cs typeface="Arial" pitchFamily="34" charset="0"/>
                                </a:rPr>
                                <m:t>n</m:t>
                              </m:r>
                            </m:sup>
                            <m:e>
                              <m:sSup>
                                <m:sSupPr>
                                  <m:ctrlPr>
                                    <a:rPr lang="en-IN" sz="2000" i="1" smtClean="0">
                                      <a:solidFill>
                                        <a:srgbClr val="00B0F0"/>
                                      </a:solidFill>
                                      <a:latin typeface="Cambria Math" panose="02040503050406030204" pitchFamily="18" charset="0"/>
                                      <a:cs typeface="Arial" pitchFamily="34" charset="0"/>
                                    </a:rPr>
                                  </m:ctrlPr>
                                </m:sSupPr>
                                <m:e>
                                  <m:d>
                                    <m:dPr>
                                      <m:ctrlPr>
                                        <a:rPr lang="en-IN" sz="2000" i="1">
                                          <a:solidFill>
                                            <a:srgbClr val="00B0F0"/>
                                          </a:solidFill>
                                          <a:latin typeface="Cambria Math" panose="02040503050406030204" pitchFamily="18" charset="0"/>
                                          <a:cs typeface="Arial" pitchFamily="34" charset="0"/>
                                        </a:rPr>
                                      </m:ctrlPr>
                                    </m:dPr>
                                    <m:e>
                                      <m:sSub>
                                        <m:sSubPr>
                                          <m:ctrlPr>
                                            <a:rPr lang="en-IN" sz="2000" i="1">
                                              <a:solidFill>
                                                <a:srgbClr val="00B0F0"/>
                                              </a:solidFill>
                                              <a:latin typeface="Cambria Math" panose="02040503050406030204" pitchFamily="18" charset="0"/>
                                              <a:cs typeface="Arial" pitchFamily="34" charset="0"/>
                                            </a:rPr>
                                          </m:ctrlPr>
                                        </m:sSubPr>
                                        <m:e>
                                          <m:acc>
                                            <m:accPr>
                                              <m:chr m:val="̂"/>
                                              <m:ctrlPr>
                                                <a:rPr lang="en-IN" sz="2000" i="1">
                                                  <a:solidFill>
                                                    <a:srgbClr val="00B0F0"/>
                                                  </a:solidFill>
                                                  <a:latin typeface="Cambria Math" panose="02040503050406030204" pitchFamily="18" charset="0"/>
                                                  <a:cs typeface="Arial" pitchFamily="34" charset="0"/>
                                                </a:rPr>
                                              </m:ctrlPr>
                                            </m:accPr>
                                            <m:e>
                                              <m:r>
                                                <m:rPr>
                                                  <m:sty m:val="p"/>
                                                </m:rPr>
                                                <a:rPr lang="en-IN" sz="2000" i="0">
                                                  <a:solidFill>
                                                    <a:srgbClr val="00B0F0"/>
                                                  </a:solidFill>
                                                  <a:latin typeface="Cambria Math" panose="02040503050406030204" pitchFamily="18" charset="0"/>
                                                  <a:cs typeface="Arial" pitchFamily="34" charset="0"/>
                                                </a:rPr>
                                                <m:t>Y</m:t>
                                              </m:r>
                                            </m:e>
                                          </m:acc>
                                        </m:e>
                                        <m:sub>
                                          <m:r>
                                            <m:rPr>
                                              <m:sty m:val="p"/>
                                              <m:brk m:alnAt="23"/>
                                            </m:rPr>
                                            <a:rPr lang="en-IN" sz="2000" i="0">
                                              <a:solidFill>
                                                <a:srgbClr val="00B0F0"/>
                                              </a:solidFill>
                                              <a:latin typeface="Cambria Math" panose="02040503050406030204" pitchFamily="18" charset="0"/>
                                              <a:cs typeface="Arial" pitchFamily="34" charset="0"/>
                                            </a:rPr>
                                            <m:t>i</m:t>
                                          </m:r>
                                        </m:sub>
                                      </m:sSub>
                                      <m:r>
                                        <a:rPr lang="en-IN" sz="2000" i="0">
                                          <a:solidFill>
                                            <a:srgbClr val="00B0F0"/>
                                          </a:solidFill>
                                          <a:latin typeface="Cambria Math" panose="02040503050406030204" pitchFamily="18" charset="0"/>
                                          <a:cs typeface="Arial" pitchFamily="34" charset="0"/>
                                        </a:rPr>
                                        <m:t>−</m:t>
                                      </m:r>
                                      <m:acc>
                                        <m:accPr>
                                          <m:chr m:val="̅"/>
                                          <m:ctrlPr>
                                            <a:rPr lang="en-IN" sz="2000" i="1">
                                              <a:solidFill>
                                                <a:srgbClr val="00B0F0"/>
                                              </a:solidFill>
                                              <a:latin typeface="Cambria Math" panose="02040503050406030204" pitchFamily="18" charset="0"/>
                                              <a:cs typeface="Arial" pitchFamily="34" charset="0"/>
                                            </a:rPr>
                                          </m:ctrlPr>
                                        </m:accPr>
                                        <m:e>
                                          <m:r>
                                            <m:rPr>
                                              <m:sty m:val="p"/>
                                            </m:rPr>
                                            <a:rPr lang="en-IN" sz="2000" i="0">
                                              <a:solidFill>
                                                <a:srgbClr val="00B0F0"/>
                                              </a:solidFill>
                                              <a:latin typeface="Cambria Math" panose="02040503050406030204" pitchFamily="18" charset="0"/>
                                              <a:cs typeface="Arial" pitchFamily="34" charset="0"/>
                                            </a:rPr>
                                            <m:t>Y</m:t>
                                          </m:r>
                                        </m:e>
                                      </m:acc>
                                    </m:e>
                                  </m:d>
                                </m:e>
                                <m:sup>
                                  <m:r>
                                    <m:rPr>
                                      <m:brk m:alnAt="23"/>
                                    </m:rPr>
                                    <a:rPr lang="en-IN" sz="2000" i="0">
                                      <a:solidFill>
                                        <a:srgbClr val="00B0F0"/>
                                      </a:solidFill>
                                      <a:latin typeface="Cambria Math" panose="02040503050406030204" pitchFamily="18" charset="0"/>
                                      <a:cs typeface="Arial" pitchFamily="34" charset="0"/>
                                    </a:rPr>
                                    <m:t>2</m:t>
                                  </m:r>
                                </m:sup>
                              </m:sSup>
                            </m:e>
                          </m:nary>
                        </m:e>
                      </m:nary>
                    </m:oMath>
                  </m:oMathPara>
                </a14:m>
                <a:endParaRPr kumimoji="0" lang="en-US" sz="2000" b="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endParaRPr>
              </a:p>
              <a:p>
                <a:pPr lvl="0" algn="just">
                  <a:lnSpc>
                    <a:spcPct val="200000"/>
                  </a:lnSpc>
                  <a:buClr>
                    <a:srgbClr val="002060"/>
                  </a:buClr>
                </a:pPr>
                <a:r>
                  <a:rPr lang="en-US" sz="2000" dirty="0">
                    <a:solidFill>
                      <a:prstClr val="black">
                        <a:lumMod val="95000"/>
                        <a:lumOff val="5000"/>
                      </a:prstClr>
                    </a:solidFill>
                    <a:latin typeface="Arial" pitchFamily="34" charset="0"/>
                    <a:cs typeface="Arial" pitchFamily="34" charset="0"/>
                  </a:rPr>
                  <a:t>This amounts to</a:t>
                </a:r>
              </a:p>
              <a:p>
                <a:pPr lvl="0" algn="ctr">
                  <a:lnSpc>
                    <a:spcPct val="200000"/>
                  </a:lnSpc>
                  <a:buClr>
                    <a:srgbClr val="002060"/>
                  </a:buClr>
                </a:pPr>
                <a:r>
                  <a:rPr lang="en-US" sz="2000" dirty="0">
                    <a:solidFill>
                      <a:schemeClr val="bg1"/>
                    </a:solidFill>
                    <a:latin typeface="Arial" pitchFamily="34" charset="0"/>
                    <a:cs typeface="Arial" pitchFamily="34" charset="0"/>
                  </a:rPr>
                  <a:t>Sum of Squares </a:t>
                </a:r>
                <a:r>
                  <a:rPr lang="en-US" sz="2000" dirty="0">
                    <a:solidFill>
                      <a:srgbClr val="C00000"/>
                    </a:solidFill>
                    <a:latin typeface="Arial" pitchFamily="34" charset="0"/>
                    <a:cs typeface="Arial" pitchFamily="34" charset="0"/>
                  </a:rPr>
                  <a:t>of the Deviations of the Responses from the Mean </a:t>
                </a:r>
                <a:r>
                  <a:rPr lang="en-US" sz="2000" dirty="0">
                    <a:solidFill>
                      <a:prstClr val="black">
                        <a:lumMod val="95000"/>
                        <a:lumOff val="5000"/>
                      </a:prstClr>
                    </a:solidFill>
                    <a:latin typeface="Arial" pitchFamily="34" charset="0"/>
                    <a:cs typeface="Arial" pitchFamily="34" charset="0"/>
                  </a:rPr>
                  <a:t>= </a:t>
                </a:r>
              </a:p>
              <a:p>
                <a:pPr lvl="0" algn="ctr">
                  <a:lnSpc>
                    <a:spcPct val="200000"/>
                  </a:lnSpc>
                  <a:buClr>
                    <a:srgbClr val="002060"/>
                  </a:buClr>
                </a:pPr>
                <a:r>
                  <a:rPr lang="en-US" sz="2000" dirty="0">
                    <a:solidFill>
                      <a:prstClr val="black">
                        <a:lumMod val="95000"/>
                        <a:lumOff val="5000"/>
                      </a:prstClr>
                    </a:solidFill>
                    <a:latin typeface="Arial" pitchFamily="34" charset="0"/>
                    <a:cs typeface="Arial" pitchFamily="34" charset="0"/>
                  </a:rPr>
                  <a:t>Sum of Squares of the </a:t>
                </a:r>
                <a:r>
                  <a:rPr lang="en-US" sz="2000" dirty="0">
                    <a:solidFill>
                      <a:srgbClr val="0000FF"/>
                    </a:solidFill>
                    <a:latin typeface="Arial" pitchFamily="34" charset="0"/>
                    <a:cs typeface="Arial" pitchFamily="34" charset="0"/>
                  </a:rPr>
                  <a:t>Residuals</a:t>
                </a:r>
                <a:r>
                  <a:rPr lang="en-US" sz="2000" dirty="0">
                    <a:solidFill>
                      <a:prstClr val="black">
                        <a:lumMod val="95000"/>
                        <a:lumOff val="5000"/>
                      </a:prstClr>
                    </a:solidFill>
                    <a:latin typeface="Arial" pitchFamily="34" charset="0"/>
                    <a:cs typeface="Arial" pitchFamily="34" charset="0"/>
                  </a:rPr>
                  <a:t> + Sum of Squares due to </a:t>
                </a:r>
                <a:r>
                  <a:rPr lang="en-US" sz="2000" dirty="0">
                    <a:solidFill>
                      <a:srgbClr val="00B0F0"/>
                    </a:solidFill>
                    <a:latin typeface="Arial" pitchFamily="34" charset="0"/>
                    <a:cs typeface="Arial" pitchFamily="34" charset="0"/>
                  </a:rPr>
                  <a:t>Regression</a:t>
                </a:r>
                <a:endParaRPr kumimoji="0" lang="en-US" sz="2000" b="0" i="0" u="none" strike="noStrike" kern="1200" cap="none" spc="0" normalizeH="0" baseline="0" noProof="0" dirty="0">
                  <a:ln>
                    <a:noFill/>
                  </a:ln>
                  <a:solidFill>
                    <a:srgbClr val="00B0F0"/>
                  </a:solidFill>
                  <a:effectLst/>
                  <a:uLnTx/>
                  <a:uFillTx/>
                  <a:latin typeface="Arial" pitchFamily="34" charset="0"/>
                  <a:cs typeface="Arial"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51520" y="539319"/>
                <a:ext cx="8784976" cy="4231799"/>
              </a:xfrm>
              <a:prstGeom prst="rect">
                <a:avLst/>
              </a:prstGeom>
              <a:blipFill>
                <a:blip r:embed="rId2"/>
                <a:stretch>
                  <a:fillRect l="-694"/>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1965823-308C-DE00-A230-CEB94BB5F39C}"/>
                  </a:ext>
                </a:extLst>
              </p14:cNvPr>
              <p14:cNvContentPartPr/>
              <p14:nvPr/>
            </p14:nvContentPartPr>
            <p14:xfrm>
              <a:off x="2590920" y="619560"/>
              <a:ext cx="6441120" cy="3052080"/>
            </p14:xfrm>
          </p:contentPart>
        </mc:Choice>
        <mc:Fallback>
          <p:pic>
            <p:nvPicPr>
              <p:cNvPr id="4" name="Ink 3">
                <a:extLst>
                  <a:ext uri="{FF2B5EF4-FFF2-40B4-BE49-F238E27FC236}">
                    <a16:creationId xmlns:a16="http://schemas.microsoft.com/office/drawing/2014/main" id="{71965823-308C-DE00-A230-CEB94BB5F39C}"/>
                  </a:ext>
                </a:extLst>
              </p:cNvPr>
              <p:cNvPicPr/>
              <p:nvPr/>
            </p:nvPicPr>
            <p:blipFill>
              <a:blip r:embed="rId4"/>
              <a:stretch>
                <a:fillRect/>
              </a:stretch>
            </p:blipFill>
            <p:spPr>
              <a:xfrm>
                <a:off x="2581560" y="610200"/>
                <a:ext cx="6459840" cy="3070800"/>
              </a:xfrm>
              <a:prstGeom prst="rect">
                <a:avLst/>
              </a:prstGeom>
            </p:spPr>
          </p:pic>
        </mc:Fallback>
      </mc:AlternateContent>
    </p:spTree>
    <p:extLst>
      <p:ext uri="{BB962C8B-B14F-4D97-AF65-F5344CB8AC3E}">
        <p14:creationId xmlns:p14="http://schemas.microsoft.com/office/powerpoint/2010/main" val="2472465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251520" y="34201"/>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Degrees of Freedom (DOF)</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xmlns:a14="http://schemas.microsoft.com/office/drawing/2010/main">
        <mc:Choice Requires="a14">
          <p:sp>
            <p:nvSpPr>
              <p:cNvPr id="63493" name="TextBox 6"/>
              <p:cNvSpPr txBox="1">
                <a:spLocks noChangeArrowheads="1"/>
              </p:cNvSpPr>
              <p:nvPr/>
            </p:nvSpPr>
            <p:spPr bwMode="auto">
              <a:xfrm>
                <a:off x="503958" y="771550"/>
                <a:ext cx="8208912" cy="4017446"/>
              </a:xfrm>
              <a:prstGeom prst="rect">
                <a:avLst/>
              </a:prstGeom>
              <a:noFill/>
              <a:ln w="9525">
                <a:noFill/>
                <a:miter lim="800000"/>
                <a:headEnd/>
                <a:tailEnd/>
              </a:ln>
            </p:spPr>
            <p:txBody>
              <a:bodyPr wrap="square">
                <a:spAutoFit/>
              </a:bodyPr>
              <a:lstStyle/>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2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Broadly, let there be</a:t>
                </a:r>
                <a:r>
                  <a:rPr kumimoji="0" lang="en-US" sz="2200" b="0" i="0" u="none" strike="noStrike" kern="1200" cap="none" spc="0" normalizeH="0" noProof="0" dirty="0">
                    <a:ln>
                      <a:noFill/>
                    </a:ln>
                    <a:solidFill>
                      <a:schemeClr val="bg1"/>
                    </a:solidFill>
                    <a:effectLst/>
                    <a:uLnTx/>
                    <a:uFillTx/>
                    <a:latin typeface="Arial" pitchFamily="34" charset="0"/>
                    <a:ea typeface="+mn-ea"/>
                    <a:cs typeface="Arial" pitchFamily="34" charset="0"/>
                  </a:rPr>
                  <a:t> a group of numerical entities X</a:t>
                </a:r>
                <a:r>
                  <a:rPr kumimoji="0" lang="en-US" sz="2200" b="0" i="0" u="none" strike="noStrike" kern="1200" cap="none" spc="0" normalizeH="0" baseline="-25000" noProof="0" dirty="0">
                    <a:ln>
                      <a:noFill/>
                    </a:ln>
                    <a:solidFill>
                      <a:schemeClr val="bg1"/>
                    </a:solidFill>
                    <a:effectLst/>
                    <a:uLnTx/>
                    <a:uFillTx/>
                    <a:latin typeface="Arial" pitchFamily="34" charset="0"/>
                    <a:ea typeface="+mn-ea"/>
                    <a:cs typeface="Arial" pitchFamily="34" charset="0"/>
                  </a:rPr>
                  <a:t>1</a:t>
                </a:r>
                <a:r>
                  <a:rPr kumimoji="0" lang="en-US" sz="2200" b="0" i="0" u="none" strike="noStrike" kern="1200" cap="none" spc="0" normalizeH="0" noProof="0" dirty="0">
                    <a:ln>
                      <a:noFill/>
                    </a:ln>
                    <a:solidFill>
                      <a:schemeClr val="bg1"/>
                    </a:solidFill>
                    <a:effectLst/>
                    <a:uLnTx/>
                    <a:uFillTx/>
                    <a:latin typeface="Arial" pitchFamily="34" charset="0"/>
                    <a:ea typeface="+mn-ea"/>
                    <a:cs typeface="Arial" pitchFamily="34" charset="0"/>
                  </a:rPr>
                  <a:t>, X</a:t>
                </a:r>
                <a:r>
                  <a:rPr kumimoji="0" lang="en-US" sz="2200" b="0" i="0" u="none" strike="noStrike" kern="1200" cap="none" spc="0" normalizeH="0" baseline="-25000" noProof="0" dirty="0">
                    <a:ln>
                      <a:noFill/>
                    </a:ln>
                    <a:solidFill>
                      <a:schemeClr val="bg1"/>
                    </a:solidFill>
                    <a:effectLst/>
                    <a:uLnTx/>
                    <a:uFillTx/>
                    <a:latin typeface="Arial" pitchFamily="34" charset="0"/>
                    <a:ea typeface="+mn-ea"/>
                    <a:cs typeface="Arial" pitchFamily="34" charset="0"/>
                  </a:rPr>
                  <a:t>2</a:t>
                </a:r>
                <a:r>
                  <a:rPr kumimoji="0" lang="en-US" sz="2200" b="0" i="0" u="none" strike="noStrike" kern="1200" cap="none" spc="0" normalizeH="0" noProof="0" dirty="0">
                    <a:ln>
                      <a:noFill/>
                    </a:ln>
                    <a:solidFill>
                      <a:schemeClr val="bg1"/>
                    </a:solidFill>
                    <a:effectLst/>
                    <a:uLnTx/>
                    <a:uFillTx/>
                    <a:latin typeface="Arial" pitchFamily="34" charset="0"/>
                    <a:ea typeface="+mn-ea"/>
                    <a:cs typeface="Arial" pitchFamily="34" charset="0"/>
                  </a:rPr>
                  <a:t>, …,</a:t>
                </a:r>
                <a:r>
                  <a:rPr kumimoji="0" lang="en-US" sz="2200" b="0" i="0" u="none" strike="noStrike" kern="1200" cap="none" spc="0" normalizeH="0" noProof="0" dirty="0" err="1">
                    <a:ln>
                      <a:noFill/>
                    </a:ln>
                    <a:solidFill>
                      <a:schemeClr val="bg1"/>
                    </a:solidFill>
                    <a:effectLst/>
                    <a:uLnTx/>
                    <a:uFillTx/>
                    <a:latin typeface="Arial" pitchFamily="34" charset="0"/>
                    <a:ea typeface="+mn-ea"/>
                    <a:cs typeface="Arial" pitchFamily="34" charset="0"/>
                  </a:rPr>
                  <a:t>X</a:t>
                </a:r>
                <a:r>
                  <a:rPr kumimoji="0" lang="en-US" sz="2200" b="0" i="0" u="none" strike="noStrike" kern="1200" cap="none" spc="0" normalizeH="0" baseline="-25000" noProof="0" dirty="0" err="1">
                    <a:ln>
                      <a:noFill/>
                    </a:ln>
                    <a:solidFill>
                      <a:schemeClr val="bg1"/>
                    </a:solidFill>
                    <a:effectLst/>
                    <a:uLnTx/>
                    <a:uFillTx/>
                    <a:latin typeface="Arial" pitchFamily="34" charset="0"/>
                    <a:ea typeface="+mn-ea"/>
                    <a:cs typeface="Arial" pitchFamily="34" charset="0"/>
                  </a:rPr>
                  <a:t>n</a:t>
                </a:r>
                <a:r>
                  <a:rPr kumimoji="0" lang="en-US" sz="2200" b="0" i="0" u="none" strike="noStrike" kern="1200" cap="none" spc="0" normalizeH="0" baseline="30000" noProof="0" dirty="0">
                    <a:ln>
                      <a:noFill/>
                    </a:ln>
                    <a:solidFill>
                      <a:schemeClr val="bg1"/>
                    </a:solidFill>
                    <a:effectLst/>
                    <a:uLnTx/>
                    <a:uFillTx/>
                    <a:latin typeface="Arial" pitchFamily="34" charset="0"/>
                    <a:ea typeface="+mn-ea"/>
                    <a:cs typeface="Arial" pitchFamily="34" charset="0"/>
                  </a:rPr>
                  <a:t>.</a:t>
                </a:r>
                <a:r>
                  <a:rPr kumimoji="0" lang="en-US" sz="2200" b="0" i="0" u="none" strike="noStrike" kern="1200" cap="none" spc="0" normalizeH="0" noProof="0" dirty="0">
                    <a:ln>
                      <a:noFill/>
                    </a:ln>
                    <a:solidFill>
                      <a:schemeClr val="bg1"/>
                    </a:solidFill>
                    <a:effectLst/>
                    <a:uLnTx/>
                    <a:uFillTx/>
                    <a:latin typeface="Arial" pitchFamily="34" charset="0"/>
                    <a:ea typeface="+mn-ea"/>
                    <a:cs typeface="Arial" pitchFamily="34" charset="0"/>
                  </a:rPr>
                  <a:t>  Suppose we use these </a:t>
                </a:r>
                <a:r>
                  <a:rPr kumimoji="0" lang="en-US" sz="2200" b="0" i="0" u="none" strike="noStrike" kern="1200" cap="none" spc="0" normalizeH="0" baseline="0" noProof="0" dirty="0">
                    <a:ln>
                      <a:noFill/>
                    </a:ln>
                    <a:solidFill>
                      <a:schemeClr val="bg1"/>
                    </a:solidFill>
                    <a:effectLst/>
                    <a:uLnTx/>
                    <a:uFillTx/>
                    <a:latin typeface="Arial" pitchFamily="34" charset="0"/>
                    <a:ea typeface="+mn-ea"/>
                    <a:cs typeface="Arial" pitchFamily="34" charset="0"/>
                  </a:rPr>
                  <a:t> to find the mean value.</a:t>
                </a:r>
              </a:p>
              <a:p>
                <a:pPr marL="0" marR="0" lvl="0" indent="0" algn="ctr" defTabSz="914400" rtl="0" eaLnBrk="1" fontAlgn="auto" latinLnBrk="0" hangingPunct="1">
                  <a:lnSpc>
                    <a:spcPct val="2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200" b="0" i="1"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ctrlPr>
                        </m:accPr>
                        <m:e>
                          <m:r>
                            <m:rPr>
                              <m:sty m:val="p"/>
                            </m:rPr>
                            <a:rPr kumimoji="0" lang="en-IN" sz="2200" b="0" i="0"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t>X</m:t>
                          </m:r>
                        </m:e>
                      </m:acc>
                      <m:r>
                        <a:rPr kumimoji="0" lang="en-IN" sz="2200" b="0" i="0"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t>=</m:t>
                      </m:r>
                      <m:f>
                        <m:fPr>
                          <m:ctrlPr>
                            <a:rPr kumimoji="0" lang="en-IN" sz="2200" b="0" i="1"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ctrlPr>
                        </m:fPr>
                        <m:num>
                          <m:nary>
                            <m:naryPr>
                              <m:chr m:val="∑"/>
                              <m:ctrlPr>
                                <a:rPr kumimoji="0" lang="en-IN" sz="2200" b="0" i="1"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ctrlPr>
                            </m:naryPr>
                            <m:sub>
                              <m:r>
                                <m:rPr>
                                  <m:sty m:val="p"/>
                                  <m:brk m:alnAt="23"/>
                                </m:rPr>
                                <a:rPr kumimoji="0" lang="en-IN" sz="2200" b="0" i="0"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t>i</m:t>
                              </m:r>
                              <m:r>
                                <a:rPr kumimoji="0" lang="en-IN" sz="2200" b="0" i="0"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t>=1</m:t>
                              </m:r>
                            </m:sub>
                            <m:sup>
                              <m:r>
                                <m:rPr>
                                  <m:sty m:val="p"/>
                                </m:rPr>
                                <a:rPr kumimoji="0" lang="en-IN" sz="2200" b="0" i="0"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t>n</m:t>
                              </m:r>
                            </m:sup>
                            <m:e>
                              <m:sSub>
                                <m:sSubPr>
                                  <m:ctrlPr>
                                    <a:rPr kumimoji="0" lang="en-IN" sz="2200" b="0" i="1"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ctrlPr>
                                </m:sSubPr>
                                <m:e>
                                  <m:r>
                                    <m:rPr>
                                      <m:sty m:val="p"/>
                                    </m:rPr>
                                    <a:rPr kumimoji="0" lang="en-IN" sz="2200" b="0" i="0"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t>X</m:t>
                                  </m:r>
                                </m:e>
                                <m:sub>
                                  <m:r>
                                    <m:rPr>
                                      <m:sty m:val="p"/>
                                    </m:rPr>
                                    <a:rPr kumimoji="0" lang="en-IN" sz="2200" b="0" i="0"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t>i</m:t>
                                  </m:r>
                                </m:sub>
                              </m:sSub>
                            </m:e>
                          </m:nary>
                        </m:num>
                        <m:den>
                          <m:r>
                            <m:rPr>
                              <m:sty m:val="p"/>
                            </m:rPr>
                            <a:rPr kumimoji="0" lang="en-IN" sz="2200" b="0" i="0" u="none" strike="noStrike" kern="1200" cap="none" spc="0" normalizeH="0" baseline="0" noProof="0" smtClean="0">
                              <a:ln>
                                <a:noFill/>
                              </a:ln>
                              <a:solidFill>
                                <a:schemeClr val="bg1"/>
                              </a:solidFill>
                              <a:effectLst/>
                              <a:uLnTx/>
                              <a:uFillTx/>
                              <a:latin typeface="Cambria Math" panose="02040503050406030204" pitchFamily="18" charset="0"/>
                              <a:ea typeface="+mn-ea"/>
                              <a:cs typeface="Arial" pitchFamily="34" charset="0"/>
                            </a:rPr>
                            <m:t>n</m:t>
                          </m:r>
                        </m:den>
                      </m:f>
                    </m:oMath>
                  </m:oMathPara>
                </a14:m>
                <a:endParaRPr kumimoji="0" lang="en-IN" sz="2200" b="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200" b="0" u="none" strike="noStrike" kern="1200" cap="none" spc="0" normalizeH="0" baseline="0" noProof="0" dirty="0">
                    <a:ln>
                      <a:noFill/>
                    </a:ln>
                    <a:solidFill>
                      <a:schemeClr val="bg1"/>
                    </a:solidFill>
                    <a:effectLst/>
                    <a:uLnTx/>
                    <a:uFillTx/>
                    <a:latin typeface="Arial" pitchFamily="34" charset="0"/>
                    <a:ea typeface="+mn-ea"/>
                    <a:cs typeface="Arial" pitchFamily="34" charset="0"/>
                  </a:rPr>
                  <a:t>Now, one relation, viz. mean(or average) has been</a:t>
                </a:r>
                <a:r>
                  <a:rPr kumimoji="0" lang="en-US" sz="2200" b="0" u="none" strike="noStrike" kern="1200" cap="none" spc="0" normalizeH="0" noProof="0" dirty="0">
                    <a:ln>
                      <a:noFill/>
                    </a:ln>
                    <a:solidFill>
                      <a:schemeClr val="bg1"/>
                    </a:solidFill>
                    <a:effectLst/>
                    <a:uLnTx/>
                    <a:uFillTx/>
                    <a:latin typeface="Arial" pitchFamily="34" charset="0"/>
                    <a:ea typeface="+mn-ea"/>
                    <a:cs typeface="Arial" pitchFamily="34" charset="0"/>
                  </a:rPr>
                  <a:t> found from these n numbers.  </a:t>
                </a:r>
                <a:endParaRPr kumimoji="0" lang="en-US" sz="2200" b="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mc:Choice>
        <mc:Fallback xmlns="">
          <p:sp>
            <p:nvSpPr>
              <p:cNvPr id="63493" name="TextBox 6"/>
              <p:cNvSpPr txBox="1">
                <a:spLocks noRot="1" noChangeAspect="1" noMove="1" noResize="1" noEditPoints="1" noAdjustHandles="1" noChangeArrowheads="1" noChangeShapeType="1" noTextEdit="1"/>
              </p:cNvSpPr>
              <p:nvPr/>
            </p:nvSpPr>
            <p:spPr bwMode="auto">
              <a:xfrm>
                <a:off x="503958" y="771550"/>
                <a:ext cx="8208912" cy="4017446"/>
              </a:xfrm>
              <a:prstGeom prst="rect">
                <a:avLst/>
              </a:prstGeom>
              <a:blipFill>
                <a:blip r:embed="rId2"/>
                <a:stretch>
                  <a:fillRect l="-966" r="-966" b="-2124"/>
                </a:stretch>
              </a:blipFill>
              <a:ln w="9525">
                <a:noFill/>
                <a:miter lim="800000"/>
                <a:headEnd/>
                <a:tailEnd/>
              </a:ln>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FA7B373-2EC0-66E9-040C-3EB0F1A56102}"/>
                  </a:ext>
                </a:extLst>
              </p14:cNvPr>
              <p14:cNvContentPartPr/>
              <p14:nvPr/>
            </p14:nvContentPartPr>
            <p14:xfrm>
              <a:off x="3539160" y="178200"/>
              <a:ext cx="5516640" cy="3163320"/>
            </p14:xfrm>
          </p:contentPart>
        </mc:Choice>
        <mc:Fallback>
          <p:pic>
            <p:nvPicPr>
              <p:cNvPr id="2" name="Ink 1">
                <a:extLst>
                  <a:ext uri="{FF2B5EF4-FFF2-40B4-BE49-F238E27FC236}">
                    <a16:creationId xmlns:a16="http://schemas.microsoft.com/office/drawing/2014/main" id="{7FA7B373-2EC0-66E9-040C-3EB0F1A56102}"/>
                  </a:ext>
                </a:extLst>
              </p:cNvPr>
              <p:cNvPicPr/>
              <p:nvPr/>
            </p:nvPicPr>
            <p:blipFill>
              <a:blip r:embed="rId4"/>
              <a:stretch>
                <a:fillRect/>
              </a:stretch>
            </p:blipFill>
            <p:spPr>
              <a:xfrm>
                <a:off x="3529800" y="168840"/>
                <a:ext cx="5535360" cy="3182040"/>
              </a:xfrm>
              <a:prstGeom prst="rect">
                <a:avLst/>
              </a:prstGeom>
            </p:spPr>
          </p:pic>
        </mc:Fallback>
      </mc:AlternateContent>
    </p:spTree>
    <p:extLst>
      <p:ext uri="{BB962C8B-B14F-4D97-AF65-F5344CB8AC3E}">
        <p14:creationId xmlns:p14="http://schemas.microsoft.com/office/powerpoint/2010/main" val="4134308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251520" y="34201"/>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Sum of Deviations from</a:t>
            </a:r>
            <a:r>
              <a:rPr kumimoji="0" lang="en-US" sz="3200" b="1" i="0" u="none" strike="noStrike" kern="1200" cap="none" spc="0" normalizeH="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 the Mean</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xmlns:a14="http://schemas.microsoft.com/office/drawing/2010/main">
        <mc:Choice Requires="a14">
          <p:sp>
            <p:nvSpPr>
              <p:cNvPr id="63493" name="TextBox 6"/>
              <p:cNvSpPr txBox="1">
                <a:spLocks noChangeArrowheads="1"/>
              </p:cNvSpPr>
              <p:nvPr/>
            </p:nvSpPr>
            <p:spPr bwMode="auto">
              <a:xfrm>
                <a:off x="1115616" y="1419622"/>
                <a:ext cx="6696744" cy="2197781"/>
              </a:xfrm>
              <a:prstGeom prst="rect">
                <a:avLst/>
              </a:prstGeom>
              <a:noFill/>
              <a:ln w="9525">
                <a:noFill/>
                <a:miter lim="800000"/>
                <a:headEnd/>
                <a:tailEnd/>
              </a:ln>
            </p:spPr>
            <p:txBody>
              <a:bodyPr wrap="square">
                <a:spAutoFit/>
              </a:bodyPr>
              <a:lstStyle/>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400" b="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Let us define deviation from mean (d</a:t>
                </a:r>
                <a:r>
                  <a:rPr kumimoji="0" lang="en-US" sz="2400" b="0" u="none" strike="noStrike" kern="1200" cap="none" spc="0" normalizeH="0" baseline="-25000" noProof="0" dirty="0">
                    <a:ln>
                      <a:noFill/>
                    </a:ln>
                    <a:solidFill>
                      <a:prstClr val="black"/>
                    </a:solidFill>
                    <a:effectLst/>
                    <a:uLnTx/>
                    <a:uFillTx/>
                    <a:latin typeface="Arial" panose="020B0604020202020204" pitchFamily="34" charset="0"/>
                    <a:cs typeface="Arial" panose="020B0604020202020204" pitchFamily="34" charset="0"/>
                  </a:rPr>
                  <a:t>i</a:t>
                </a:r>
                <a:r>
                  <a:rPr kumimoji="0" lang="en-US" sz="2400" b="0" u="none" strike="noStrike" kern="1200" cap="none" spc="0" normalizeH="0" noProof="0" dirty="0">
                    <a:ln>
                      <a:noFill/>
                    </a:ln>
                    <a:solidFill>
                      <a:prstClr val="black"/>
                    </a:solidFill>
                    <a:effectLst/>
                    <a:uLnTx/>
                    <a:uFillTx/>
                    <a:latin typeface="Arial" panose="020B0604020202020204" pitchFamily="34" charset="0"/>
                    <a:cs typeface="Arial" panose="020B0604020202020204" pitchFamily="34" charset="0"/>
                  </a:rPr>
                  <a:t>) as</a:t>
                </a:r>
              </a:p>
              <a:p>
                <a:pPr lvl="0" algn="ctr">
                  <a:lnSpc>
                    <a:spcPct val="200000"/>
                  </a:lnSpc>
                </a:pPr>
                <a14:m>
                  <m:oMathPara xmlns:m="http://schemas.openxmlformats.org/officeDocument/2006/math">
                    <m:oMathParaPr>
                      <m:jc m:val="centerGroup"/>
                    </m:oMathParaPr>
                    <m:oMath xmlns:m="http://schemas.openxmlformats.org/officeDocument/2006/math">
                      <m:sSub>
                        <m:sSubPr>
                          <m:ctrlPr>
                            <a:rPr kumimoji="0" lang="en-IN" sz="2400" b="0" i="1"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ctrlPr>
                        </m:sSubPr>
                        <m:e>
                          <m:r>
                            <m:rPr>
                              <m:sty m:val="p"/>
                            </m:rPr>
                            <a:rPr kumimoji="0" lang="en-IN" sz="24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d</m:t>
                          </m:r>
                        </m:e>
                        <m:sub>
                          <m:r>
                            <m:rPr>
                              <m:sty m:val="p"/>
                            </m:rPr>
                            <a:rPr kumimoji="0" lang="en-IN" sz="24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i</m:t>
                          </m:r>
                        </m:sub>
                      </m:sSub>
                      <m:r>
                        <a:rPr kumimoji="0" lang="en-IN" sz="24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m:t>
                      </m:r>
                      <m:sSub>
                        <m:sSubPr>
                          <m:ctrlPr>
                            <a:rPr kumimoji="0" lang="en-IN" sz="2400" b="0" i="1"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ctrlPr>
                        </m:sSubPr>
                        <m:e>
                          <m:r>
                            <m:rPr>
                              <m:sty m:val="p"/>
                            </m:rPr>
                            <a:rPr kumimoji="0" lang="en-IN" sz="24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X</m:t>
                          </m:r>
                        </m:e>
                        <m:sub>
                          <m:r>
                            <m:rPr>
                              <m:sty m:val="p"/>
                            </m:rPr>
                            <a:rPr kumimoji="0" lang="en-IN" sz="24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i</m:t>
                          </m:r>
                        </m:sub>
                      </m:sSub>
                      <m:r>
                        <a:rPr kumimoji="0" lang="en-IN" sz="24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m:t>
                      </m:r>
                      <m:acc>
                        <m:accPr>
                          <m:chr m:val="̅"/>
                          <m:ctrlPr>
                            <a:rPr lang="en-US" sz="2400" i="1">
                              <a:solidFill>
                                <a:prstClr val="black"/>
                              </a:solidFill>
                              <a:latin typeface="Cambria Math" panose="02040503050406030204" pitchFamily="18" charset="0"/>
                              <a:cs typeface="Arial" pitchFamily="34" charset="0"/>
                            </a:rPr>
                          </m:ctrlPr>
                        </m:accPr>
                        <m:e>
                          <m:r>
                            <m:rPr>
                              <m:sty m:val="p"/>
                            </m:rPr>
                            <a:rPr lang="en-IN" sz="2400" b="0" i="0" smtClean="0">
                              <a:solidFill>
                                <a:prstClr val="black"/>
                              </a:solidFill>
                              <a:latin typeface="Cambria Math" panose="02040503050406030204" pitchFamily="18" charset="0"/>
                              <a:cs typeface="Arial" pitchFamily="34" charset="0"/>
                            </a:rPr>
                            <m:t>X</m:t>
                          </m:r>
                        </m:e>
                      </m:acc>
                    </m:oMath>
                  </m:oMathPara>
                </a14:m>
                <a:endParaRPr lang="en-IN" sz="2400" dirty="0">
                  <a:solidFill>
                    <a:prstClr val="black"/>
                  </a:solidFill>
                  <a:latin typeface="Cambria Math" panose="02040503050406030204" pitchFamily="18" charset="0"/>
                  <a:cs typeface="Arial" pitchFamily="34" charset="0"/>
                </a:endParaRPr>
              </a:p>
              <a:p>
                <a:pPr lvl="0" algn="ctr">
                  <a:lnSpc>
                    <a:spcPct val="200000"/>
                  </a:lnSpc>
                </a:pPr>
                <a:r>
                  <a:rPr kumimoji="0" lang="en-US" sz="2400" b="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What is </a:t>
                </a:r>
                <a14:m>
                  <m:oMath xmlns:m="http://schemas.openxmlformats.org/officeDocument/2006/math">
                    <m:nary>
                      <m:naryPr>
                        <m:chr m:val="∑"/>
                        <m:ctrlPr>
                          <a:rPr lang="en-IN" sz="2400" i="1">
                            <a:solidFill>
                              <a:prstClr val="black"/>
                            </a:solidFill>
                            <a:latin typeface="Cambria Math" panose="02040503050406030204" pitchFamily="18" charset="0"/>
                            <a:cs typeface="Arial" pitchFamily="34" charset="0"/>
                          </a:rPr>
                        </m:ctrlPr>
                      </m:naryPr>
                      <m:sub>
                        <m:r>
                          <m:rPr>
                            <m:sty m:val="p"/>
                            <m:brk m:alnAt="23"/>
                          </m:rPr>
                          <a:rPr lang="en-IN" sz="2400">
                            <a:solidFill>
                              <a:prstClr val="black"/>
                            </a:solidFill>
                            <a:latin typeface="Cambria Math" panose="02040503050406030204" pitchFamily="18" charset="0"/>
                            <a:cs typeface="Arial" pitchFamily="34" charset="0"/>
                          </a:rPr>
                          <m:t>i</m:t>
                        </m:r>
                        <m:r>
                          <a:rPr lang="en-IN" sz="2400">
                            <a:solidFill>
                              <a:prstClr val="black"/>
                            </a:solidFill>
                            <a:latin typeface="Cambria Math" panose="02040503050406030204" pitchFamily="18" charset="0"/>
                            <a:cs typeface="Arial" pitchFamily="34" charset="0"/>
                          </a:rPr>
                          <m:t>=1</m:t>
                        </m:r>
                      </m:sub>
                      <m:sup>
                        <m:r>
                          <m:rPr>
                            <m:sty m:val="p"/>
                          </m:rPr>
                          <a:rPr lang="en-IN" sz="2400">
                            <a:solidFill>
                              <a:prstClr val="black"/>
                            </a:solidFill>
                            <a:latin typeface="Cambria Math" panose="02040503050406030204" pitchFamily="18" charset="0"/>
                            <a:cs typeface="Arial" pitchFamily="34" charset="0"/>
                          </a:rPr>
                          <m:t>n</m:t>
                        </m:r>
                      </m:sup>
                      <m:e>
                        <m:sSub>
                          <m:sSubPr>
                            <m:ctrlPr>
                              <a:rPr lang="en-IN" sz="2400" i="1">
                                <a:solidFill>
                                  <a:prstClr val="black"/>
                                </a:solidFill>
                                <a:latin typeface="Cambria Math" panose="02040503050406030204" pitchFamily="18" charset="0"/>
                                <a:cs typeface="Arial" pitchFamily="34" charset="0"/>
                              </a:rPr>
                            </m:ctrlPr>
                          </m:sSubPr>
                          <m:e>
                            <m:r>
                              <m:rPr>
                                <m:sty m:val="p"/>
                              </m:rPr>
                              <a:rPr lang="en-IN" sz="2400" b="0" i="0" smtClean="0">
                                <a:solidFill>
                                  <a:prstClr val="black"/>
                                </a:solidFill>
                                <a:latin typeface="Cambria Math" panose="02040503050406030204" pitchFamily="18" charset="0"/>
                                <a:cs typeface="Arial" pitchFamily="34" charset="0"/>
                              </a:rPr>
                              <m:t>d</m:t>
                            </m:r>
                          </m:e>
                          <m:sub>
                            <m:r>
                              <m:rPr>
                                <m:sty m:val="p"/>
                              </m:rPr>
                              <a:rPr lang="en-IN" sz="2400">
                                <a:solidFill>
                                  <a:prstClr val="black"/>
                                </a:solidFill>
                                <a:latin typeface="Cambria Math" panose="02040503050406030204" pitchFamily="18" charset="0"/>
                                <a:cs typeface="Arial" pitchFamily="34" charset="0"/>
                              </a:rPr>
                              <m:t>i</m:t>
                            </m:r>
                          </m:sub>
                        </m:sSub>
                      </m:e>
                    </m:nary>
                  </m:oMath>
                </a14:m>
                <a:r>
                  <a:rPr kumimoji="0" lang="en-US" sz="2400" b="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endParaRPr kumimoji="0" lang="en-IN" sz="2400" b="0" u="none" strike="noStrike" kern="1200" cap="none" spc="0" normalizeH="0" baseline="0" noProof="0" dirty="0">
                  <a:ln>
                    <a:noFill/>
                  </a:ln>
                  <a:solidFill>
                    <a:prstClr val="black"/>
                  </a:solidFill>
                  <a:effectLst/>
                  <a:uLnTx/>
                  <a:uFillTx/>
                  <a:latin typeface="Arial" pitchFamily="34" charset="0"/>
                  <a:cs typeface="Arial" pitchFamily="34" charset="0"/>
                </a:endParaRPr>
              </a:p>
            </p:txBody>
          </p:sp>
        </mc:Choice>
        <mc:Fallback xmlns="">
          <p:sp>
            <p:nvSpPr>
              <p:cNvPr id="63493" name="TextBox 6"/>
              <p:cNvSpPr txBox="1">
                <a:spLocks noRot="1" noChangeAspect="1" noMove="1" noResize="1" noEditPoints="1" noAdjustHandles="1" noChangeArrowheads="1" noChangeShapeType="1" noTextEdit="1"/>
              </p:cNvSpPr>
              <p:nvPr/>
            </p:nvSpPr>
            <p:spPr bwMode="auto">
              <a:xfrm>
                <a:off x="1115616" y="1419622"/>
                <a:ext cx="6696744" cy="2197781"/>
              </a:xfrm>
              <a:prstGeom prst="rect">
                <a:avLst/>
              </a:prstGeom>
              <a:blipFill>
                <a:blip r:embed="rId2"/>
                <a:stretch>
                  <a:fillRect l="-1365" b="-40833"/>
                </a:stretch>
              </a:blipFill>
              <a:ln w="9525">
                <a:noFill/>
                <a:miter lim="800000"/>
                <a:headEnd/>
                <a:tailEnd/>
              </a:ln>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382C7F6-BA65-35E8-E343-7570A1820AD5}"/>
                  </a:ext>
                </a:extLst>
              </p14:cNvPr>
              <p14:cNvContentPartPr/>
              <p14:nvPr/>
            </p14:nvContentPartPr>
            <p14:xfrm>
              <a:off x="611640" y="619560"/>
              <a:ext cx="8442720" cy="4302360"/>
            </p14:xfrm>
          </p:contentPart>
        </mc:Choice>
        <mc:Fallback>
          <p:pic>
            <p:nvPicPr>
              <p:cNvPr id="2" name="Ink 1">
                <a:extLst>
                  <a:ext uri="{FF2B5EF4-FFF2-40B4-BE49-F238E27FC236}">
                    <a16:creationId xmlns:a16="http://schemas.microsoft.com/office/drawing/2014/main" id="{2382C7F6-BA65-35E8-E343-7570A1820AD5}"/>
                  </a:ext>
                </a:extLst>
              </p:cNvPr>
              <p:cNvPicPr/>
              <p:nvPr/>
            </p:nvPicPr>
            <p:blipFill>
              <a:blip r:embed="rId4"/>
              <a:stretch>
                <a:fillRect/>
              </a:stretch>
            </p:blipFill>
            <p:spPr>
              <a:xfrm>
                <a:off x="602280" y="610200"/>
                <a:ext cx="8461440" cy="4321080"/>
              </a:xfrm>
              <a:prstGeom prst="rect">
                <a:avLst/>
              </a:prstGeom>
            </p:spPr>
          </p:pic>
        </mc:Fallback>
      </mc:AlternateContent>
    </p:spTree>
    <p:extLst>
      <p:ext uri="{BB962C8B-B14F-4D97-AF65-F5344CB8AC3E}">
        <p14:creationId xmlns:p14="http://schemas.microsoft.com/office/powerpoint/2010/main" val="2956602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251520" y="34201"/>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Sum of Deviations from</a:t>
            </a:r>
            <a:r>
              <a:rPr kumimoji="0" lang="en-US" sz="3200" b="1" i="0" u="none" strike="noStrike" kern="1200" cap="none" spc="0" normalizeH="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 the Mean</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xmlns:a14="http://schemas.microsoft.com/office/drawing/2010/main">
        <mc:Choice Requires="a14">
          <p:sp>
            <p:nvSpPr>
              <p:cNvPr id="63493" name="TextBox 6"/>
              <p:cNvSpPr txBox="1">
                <a:spLocks noChangeArrowheads="1"/>
              </p:cNvSpPr>
              <p:nvPr/>
            </p:nvSpPr>
            <p:spPr bwMode="auto">
              <a:xfrm>
                <a:off x="107504" y="483518"/>
                <a:ext cx="7992888" cy="4608826"/>
              </a:xfrm>
              <a:prstGeom prst="rect">
                <a:avLst/>
              </a:prstGeom>
              <a:noFill/>
              <a:ln w="9525">
                <a:noFill/>
                <a:miter lim="800000"/>
                <a:headEnd/>
                <a:tailEnd/>
              </a:ln>
            </p:spPr>
            <p:txBody>
              <a:bodyPr wrap="square">
                <a:spAutoFit/>
              </a:bodyPr>
              <a:lstStyle/>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000" b="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Let us define deviation from mean (d</a:t>
                </a:r>
                <a:r>
                  <a:rPr kumimoji="0" lang="en-US" sz="2000" b="0" u="none" strike="noStrike" kern="1200" cap="none" spc="0" normalizeH="0" baseline="-25000" noProof="0" dirty="0">
                    <a:ln>
                      <a:noFill/>
                    </a:ln>
                    <a:solidFill>
                      <a:prstClr val="black"/>
                    </a:solidFill>
                    <a:effectLst/>
                    <a:uLnTx/>
                    <a:uFillTx/>
                    <a:latin typeface="Arial" panose="020B0604020202020204" pitchFamily="34" charset="0"/>
                    <a:cs typeface="Arial" panose="020B0604020202020204" pitchFamily="34" charset="0"/>
                  </a:rPr>
                  <a:t>i</a:t>
                </a:r>
                <a:r>
                  <a:rPr kumimoji="0" lang="en-US" sz="2000" b="0" u="none" strike="noStrike" kern="1200" cap="none" spc="0" normalizeH="0" noProof="0" dirty="0">
                    <a:ln>
                      <a:noFill/>
                    </a:ln>
                    <a:solidFill>
                      <a:prstClr val="black"/>
                    </a:solidFill>
                    <a:effectLst/>
                    <a:uLnTx/>
                    <a:uFillTx/>
                    <a:latin typeface="Arial" panose="020B0604020202020204" pitchFamily="34" charset="0"/>
                    <a:cs typeface="Arial" panose="020B0604020202020204" pitchFamily="34" charset="0"/>
                  </a:rPr>
                  <a:t>) as</a:t>
                </a:r>
              </a:p>
              <a:p>
                <a:pPr lvl="0" algn="ctr">
                  <a:lnSpc>
                    <a:spcPct val="150000"/>
                  </a:lnSpc>
                </a:pPr>
                <a14:m>
                  <m:oMathPara xmlns:m="http://schemas.openxmlformats.org/officeDocument/2006/math">
                    <m:oMathParaPr>
                      <m:jc m:val="centerGroup"/>
                    </m:oMathParaPr>
                    <m:oMath xmlns:m="http://schemas.openxmlformats.org/officeDocument/2006/math">
                      <m:sSub>
                        <m:sSubPr>
                          <m:ctrlPr>
                            <a:rPr kumimoji="0" lang="en-IN" sz="2000" b="0" i="1"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ctrlPr>
                        </m:sSubPr>
                        <m:e>
                          <m:r>
                            <m:rPr>
                              <m:sty m:val="p"/>
                            </m:rPr>
                            <a:rPr kumimoji="0" lang="en-IN" sz="20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d</m:t>
                          </m:r>
                        </m:e>
                        <m:sub>
                          <m:r>
                            <m:rPr>
                              <m:sty m:val="p"/>
                            </m:rPr>
                            <a:rPr kumimoji="0" lang="en-IN" sz="20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i</m:t>
                          </m:r>
                        </m:sub>
                      </m:sSub>
                      <m:r>
                        <a:rPr kumimoji="0" lang="en-IN" sz="20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m:t>
                      </m:r>
                      <m:sSub>
                        <m:sSubPr>
                          <m:ctrlPr>
                            <a:rPr kumimoji="0" lang="en-IN" sz="2000" b="0" i="1"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ctrlPr>
                        </m:sSubPr>
                        <m:e>
                          <m:r>
                            <m:rPr>
                              <m:sty m:val="p"/>
                            </m:rPr>
                            <a:rPr kumimoji="0" lang="en-IN" sz="20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X</m:t>
                          </m:r>
                        </m:e>
                        <m:sub>
                          <m:r>
                            <m:rPr>
                              <m:sty m:val="p"/>
                            </m:rPr>
                            <a:rPr kumimoji="0" lang="en-IN" sz="20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i</m:t>
                          </m:r>
                        </m:sub>
                      </m:sSub>
                      <m:r>
                        <a:rPr kumimoji="0" lang="en-IN" sz="2000" b="0" i="0" u="none" strike="noStrike" kern="1200" cap="none" spc="0" normalizeH="0" noProof="0" smtClean="0">
                          <a:ln>
                            <a:noFill/>
                          </a:ln>
                          <a:solidFill>
                            <a:prstClr val="black"/>
                          </a:solidFill>
                          <a:effectLst/>
                          <a:uLnTx/>
                          <a:uFillTx/>
                          <a:latin typeface="Cambria Math" panose="02040503050406030204" pitchFamily="18" charset="0"/>
                          <a:cs typeface="Arial" pitchFamily="34" charset="0"/>
                        </a:rPr>
                        <m:t>−</m:t>
                      </m:r>
                      <m:acc>
                        <m:accPr>
                          <m:chr m:val="̅"/>
                          <m:ctrlPr>
                            <a:rPr lang="en-US" sz="2000" i="1">
                              <a:solidFill>
                                <a:prstClr val="black"/>
                              </a:solidFill>
                              <a:latin typeface="Cambria Math" panose="02040503050406030204" pitchFamily="18" charset="0"/>
                              <a:cs typeface="Arial" pitchFamily="34" charset="0"/>
                            </a:rPr>
                          </m:ctrlPr>
                        </m:accPr>
                        <m:e>
                          <m:r>
                            <m:rPr>
                              <m:sty m:val="p"/>
                            </m:rPr>
                            <a:rPr lang="en-IN" sz="2000" b="0" i="0" smtClean="0">
                              <a:solidFill>
                                <a:prstClr val="black"/>
                              </a:solidFill>
                              <a:latin typeface="Cambria Math" panose="02040503050406030204" pitchFamily="18" charset="0"/>
                              <a:cs typeface="Arial" pitchFamily="34" charset="0"/>
                            </a:rPr>
                            <m:t>X</m:t>
                          </m:r>
                        </m:e>
                      </m:acc>
                    </m:oMath>
                  </m:oMathPara>
                </a14:m>
                <a:endParaRPr lang="en-IN" sz="2000" dirty="0">
                  <a:solidFill>
                    <a:prstClr val="black"/>
                  </a:solidFill>
                  <a:latin typeface="Cambria Math" panose="02040503050406030204" pitchFamily="18" charset="0"/>
                  <a:cs typeface="Arial" pitchFamily="34" charset="0"/>
                </a:endParaRPr>
              </a:p>
              <a:p>
                <a:pPr lvl="0" algn="ctr">
                  <a:lnSpc>
                    <a:spcPct val="150000"/>
                  </a:lnSpc>
                </a:pPr>
                <a14:m>
                  <m:oMathPara xmlns:m="http://schemas.openxmlformats.org/officeDocument/2006/math">
                    <m:oMathParaPr>
                      <m:jc m:val="centerGroup"/>
                    </m:oMathParaPr>
                    <m:oMath xmlns:m="http://schemas.openxmlformats.org/officeDocument/2006/math">
                      <m:nary>
                        <m:naryPr>
                          <m:chr m:val="∑"/>
                          <m:ctrlPr>
                            <a:rPr lang="en-IN" sz="2000" i="1">
                              <a:solidFill>
                                <a:prstClr val="black"/>
                              </a:solidFill>
                              <a:latin typeface="Cambria Math" panose="02040503050406030204" pitchFamily="18" charset="0"/>
                              <a:cs typeface="Arial" pitchFamily="34" charset="0"/>
                            </a:rPr>
                          </m:ctrlPr>
                        </m:naryPr>
                        <m:sub>
                          <m:r>
                            <m:rPr>
                              <m:sty m:val="p"/>
                              <m:brk m:alnAt="23"/>
                            </m:rPr>
                            <a:rPr lang="en-IN" sz="2000">
                              <a:solidFill>
                                <a:prstClr val="black"/>
                              </a:solidFill>
                              <a:latin typeface="Cambria Math" panose="02040503050406030204" pitchFamily="18" charset="0"/>
                              <a:cs typeface="Arial" pitchFamily="34" charset="0"/>
                            </a:rPr>
                            <m:t>i</m:t>
                          </m:r>
                          <m:r>
                            <a:rPr lang="en-IN" sz="2000">
                              <a:solidFill>
                                <a:prstClr val="black"/>
                              </a:solidFill>
                              <a:latin typeface="Cambria Math" panose="02040503050406030204" pitchFamily="18" charset="0"/>
                              <a:cs typeface="Arial" pitchFamily="34" charset="0"/>
                            </a:rPr>
                            <m:t>=1</m:t>
                          </m:r>
                        </m:sub>
                        <m:sup>
                          <m:r>
                            <m:rPr>
                              <m:sty m:val="p"/>
                            </m:rPr>
                            <a:rPr lang="en-IN" sz="2000">
                              <a:solidFill>
                                <a:prstClr val="black"/>
                              </a:solidFill>
                              <a:latin typeface="Cambria Math" panose="02040503050406030204" pitchFamily="18" charset="0"/>
                              <a:cs typeface="Arial" pitchFamily="34" charset="0"/>
                            </a:rPr>
                            <m:t>n</m:t>
                          </m:r>
                        </m:sup>
                        <m:e>
                          <m:sSub>
                            <m:sSubPr>
                              <m:ctrlPr>
                                <a:rPr lang="en-IN" sz="2000" i="1">
                                  <a:solidFill>
                                    <a:prstClr val="black"/>
                                  </a:solidFill>
                                  <a:latin typeface="Cambria Math" panose="02040503050406030204" pitchFamily="18" charset="0"/>
                                  <a:cs typeface="Arial" pitchFamily="34" charset="0"/>
                                </a:rPr>
                              </m:ctrlPr>
                            </m:sSubPr>
                            <m:e>
                              <m:r>
                                <m:rPr>
                                  <m:sty m:val="p"/>
                                </m:rPr>
                                <a:rPr lang="en-IN" sz="2000" b="0" i="0" smtClean="0">
                                  <a:solidFill>
                                    <a:prstClr val="black"/>
                                  </a:solidFill>
                                  <a:latin typeface="Cambria Math" panose="02040503050406030204" pitchFamily="18" charset="0"/>
                                  <a:cs typeface="Arial" pitchFamily="34" charset="0"/>
                                </a:rPr>
                                <m:t>d</m:t>
                              </m:r>
                            </m:e>
                            <m:sub>
                              <m:r>
                                <m:rPr>
                                  <m:sty m:val="p"/>
                                </m:rPr>
                                <a:rPr lang="en-IN" sz="2000">
                                  <a:solidFill>
                                    <a:prstClr val="black"/>
                                  </a:solidFill>
                                  <a:latin typeface="Cambria Math" panose="02040503050406030204" pitchFamily="18" charset="0"/>
                                  <a:cs typeface="Arial" pitchFamily="34" charset="0"/>
                                </a:rPr>
                                <m:t>i</m:t>
                              </m:r>
                            </m:sub>
                          </m:sSub>
                        </m:e>
                      </m:nary>
                      <m:r>
                        <a:rPr lang="en-IN" sz="2000" b="0" i="1" smtClean="0">
                          <a:solidFill>
                            <a:prstClr val="black"/>
                          </a:solidFill>
                          <a:latin typeface="Cambria Math" panose="02040503050406030204" pitchFamily="18" charset="0"/>
                          <a:cs typeface="Arial" pitchFamily="34" charset="0"/>
                        </a:rPr>
                        <m:t>=</m:t>
                      </m:r>
                      <m:nary>
                        <m:naryPr>
                          <m:chr m:val="∑"/>
                          <m:ctrlPr>
                            <a:rPr lang="en-IN" sz="2000" i="1">
                              <a:solidFill>
                                <a:prstClr val="black"/>
                              </a:solidFill>
                              <a:latin typeface="Cambria Math" panose="02040503050406030204" pitchFamily="18" charset="0"/>
                              <a:cs typeface="Arial" pitchFamily="34" charset="0"/>
                            </a:rPr>
                          </m:ctrlPr>
                        </m:naryPr>
                        <m:sub>
                          <m:r>
                            <m:rPr>
                              <m:sty m:val="p"/>
                              <m:brk m:alnAt="23"/>
                            </m:rPr>
                            <a:rPr lang="en-IN" sz="2000">
                              <a:solidFill>
                                <a:prstClr val="black"/>
                              </a:solidFill>
                              <a:latin typeface="Cambria Math" panose="02040503050406030204" pitchFamily="18" charset="0"/>
                              <a:cs typeface="Arial" pitchFamily="34" charset="0"/>
                            </a:rPr>
                            <m:t>i</m:t>
                          </m:r>
                          <m:r>
                            <a:rPr lang="en-IN" sz="2000">
                              <a:solidFill>
                                <a:prstClr val="black"/>
                              </a:solidFill>
                              <a:latin typeface="Cambria Math" panose="02040503050406030204" pitchFamily="18" charset="0"/>
                              <a:cs typeface="Arial" pitchFamily="34" charset="0"/>
                            </a:rPr>
                            <m:t>=1</m:t>
                          </m:r>
                        </m:sub>
                        <m:sup>
                          <m:r>
                            <m:rPr>
                              <m:sty m:val="p"/>
                            </m:rPr>
                            <a:rPr lang="en-IN" sz="2000">
                              <a:solidFill>
                                <a:prstClr val="black"/>
                              </a:solidFill>
                              <a:latin typeface="Cambria Math" panose="02040503050406030204" pitchFamily="18" charset="0"/>
                              <a:cs typeface="Arial" pitchFamily="34" charset="0"/>
                            </a:rPr>
                            <m:t>n</m:t>
                          </m:r>
                        </m:sup>
                        <m:e>
                          <m:sSub>
                            <m:sSubPr>
                              <m:ctrlPr>
                                <a:rPr lang="en-IN" sz="2000" i="1">
                                  <a:solidFill>
                                    <a:prstClr val="black"/>
                                  </a:solidFill>
                                  <a:latin typeface="Cambria Math" panose="02040503050406030204" pitchFamily="18" charset="0"/>
                                  <a:cs typeface="Arial" pitchFamily="34" charset="0"/>
                                </a:rPr>
                              </m:ctrlPr>
                            </m:sSubPr>
                            <m:e>
                              <m:r>
                                <m:rPr>
                                  <m:sty m:val="p"/>
                                </m:rPr>
                                <a:rPr lang="en-IN" sz="2000" b="0" i="0" smtClean="0">
                                  <a:solidFill>
                                    <a:prstClr val="black"/>
                                  </a:solidFill>
                                  <a:latin typeface="Cambria Math" panose="02040503050406030204" pitchFamily="18" charset="0"/>
                                  <a:cs typeface="Arial" pitchFamily="34" charset="0"/>
                                </a:rPr>
                                <m:t>X</m:t>
                              </m:r>
                            </m:e>
                            <m:sub>
                              <m:r>
                                <m:rPr>
                                  <m:sty m:val="p"/>
                                </m:rPr>
                                <a:rPr lang="en-IN" sz="2000">
                                  <a:solidFill>
                                    <a:prstClr val="black"/>
                                  </a:solidFill>
                                  <a:latin typeface="Cambria Math" panose="02040503050406030204" pitchFamily="18" charset="0"/>
                                  <a:cs typeface="Arial" pitchFamily="34" charset="0"/>
                                </a:rPr>
                                <m:t>i</m:t>
                              </m:r>
                            </m:sub>
                          </m:sSub>
                        </m:e>
                      </m:nary>
                      <m:r>
                        <a:rPr lang="en-IN" sz="2000" b="0" i="0" smtClean="0">
                          <a:solidFill>
                            <a:prstClr val="black"/>
                          </a:solidFill>
                          <a:latin typeface="Cambria Math" panose="02040503050406030204" pitchFamily="18" charset="0"/>
                          <a:cs typeface="Arial" pitchFamily="34" charset="0"/>
                        </a:rPr>
                        <m:t>−</m:t>
                      </m:r>
                      <m:nary>
                        <m:naryPr>
                          <m:chr m:val="∑"/>
                          <m:ctrlPr>
                            <a:rPr lang="en-IN" sz="2000" i="1">
                              <a:solidFill>
                                <a:prstClr val="black"/>
                              </a:solidFill>
                              <a:latin typeface="Cambria Math" panose="02040503050406030204" pitchFamily="18" charset="0"/>
                              <a:cs typeface="Arial" pitchFamily="34" charset="0"/>
                            </a:rPr>
                          </m:ctrlPr>
                        </m:naryPr>
                        <m:sub>
                          <m:r>
                            <m:rPr>
                              <m:sty m:val="p"/>
                              <m:brk m:alnAt="23"/>
                            </m:rPr>
                            <a:rPr lang="en-IN" sz="2000">
                              <a:solidFill>
                                <a:prstClr val="black"/>
                              </a:solidFill>
                              <a:latin typeface="Cambria Math" panose="02040503050406030204" pitchFamily="18" charset="0"/>
                              <a:cs typeface="Arial" pitchFamily="34" charset="0"/>
                            </a:rPr>
                            <m:t>i</m:t>
                          </m:r>
                          <m:r>
                            <a:rPr lang="en-IN" sz="2000">
                              <a:solidFill>
                                <a:prstClr val="black"/>
                              </a:solidFill>
                              <a:latin typeface="Cambria Math" panose="02040503050406030204" pitchFamily="18" charset="0"/>
                              <a:cs typeface="Arial" pitchFamily="34" charset="0"/>
                            </a:rPr>
                            <m:t>=1</m:t>
                          </m:r>
                        </m:sub>
                        <m:sup>
                          <m:r>
                            <m:rPr>
                              <m:sty m:val="p"/>
                            </m:rPr>
                            <a:rPr lang="en-IN" sz="2000">
                              <a:solidFill>
                                <a:prstClr val="black"/>
                              </a:solidFill>
                              <a:latin typeface="Cambria Math" panose="02040503050406030204" pitchFamily="18" charset="0"/>
                              <a:cs typeface="Arial" pitchFamily="34" charset="0"/>
                            </a:rPr>
                            <m:t>n</m:t>
                          </m:r>
                        </m:sup>
                        <m:e>
                          <m:acc>
                            <m:accPr>
                              <m:chr m:val="̅"/>
                              <m:ctrlPr>
                                <a:rPr lang="en-US" sz="2000" i="1">
                                  <a:solidFill>
                                    <a:prstClr val="black"/>
                                  </a:solidFill>
                                  <a:latin typeface="Cambria Math" panose="02040503050406030204" pitchFamily="18" charset="0"/>
                                  <a:cs typeface="Arial" pitchFamily="34" charset="0"/>
                                </a:rPr>
                              </m:ctrlPr>
                            </m:accPr>
                            <m:e>
                              <m:r>
                                <m:rPr>
                                  <m:sty m:val="p"/>
                                </m:rPr>
                                <a:rPr lang="en-IN" sz="2000" b="0" i="0" smtClean="0">
                                  <a:solidFill>
                                    <a:prstClr val="black"/>
                                  </a:solidFill>
                                  <a:latin typeface="Cambria Math" panose="02040503050406030204" pitchFamily="18" charset="0"/>
                                  <a:cs typeface="Arial" pitchFamily="34" charset="0"/>
                                </a:rPr>
                                <m:t>X</m:t>
                              </m:r>
                            </m:e>
                          </m:acc>
                        </m:e>
                      </m:nary>
                    </m:oMath>
                  </m:oMathPara>
                </a14:m>
                <a:endParaRPr kumimoji="0" lang="en-IN" sz="2000" b="0" u="none" strike="noStrike" kern="1200" cap="none" spc="0" normalizeH="0" baseline="0" noProof="0" dirty="0">
                  <a:ln>
                    <a:noFill/>
                  </a:ln>
                  <a:solidFill>
                    <a:prstClr val="black"/>
                  </a:solidFill>
                  <a:effectLst/>
                  <a:uLnTx/>
                  <a:uFillTx/>
                  <a:latin typeface="Arial" pitchFamily="34" charset="0"/>
                  <a:cs typeface="Arial" pitchFamily="34" charset="0"/>
                </a:endParaRPr>
              </a:p>
              <a:p>
                <a:pPr lvl="0" algn="ctr">
                  <a:lnSpc>
                    <a:spcPct val="150000"/>
                  </a:lnSpc>
                </a:pPr>
                <a:endParaRPr kumimoji="0" lang="en-IN" sz="2000" b="0" u="none" strike="noStrike" kern="1200" cap="none" spc="0" normalizeH="0" baseline="0" noProof="0" dirty="0">
                  <a:ln>
                    <a:noFill/>
                  </a:ln>
                  <a:solidFill>
                    <a:prstClr val="black"/>
                  </a:solidFill>
                  <a:effectLst/>
                  <a:uLnTx/>
                  <a:uFillTx/>
                  <a:latin typeface="Arial" pitchFamily="34" charset="0"/>
                  <a:cs typeface="Arial" pitchFamily="34" charset="0"/>
                </a:endParaRPr>
              </a:p>
              <a:p>
                <a:pPr lvl="0" algn="ctr">
                  <a:lnSpc>
                    <a:spcPct val="150000"/>
                  </a:lnSpc>
                </a:pPr>
                <a14:m>
                  <m:oMathPara xmlns:m="http://schemas.openxmlformats.org/officeDocument/2006/math">
                    <m:oMathParaPr>
                      <m:jc m:val="centerGroup"/>
                    </m:oMathParaPr>
                    <m:oMath xmlns:m="http://schemas.openxmlformats.org/officeDocument/2006/math">
                      <m:nary>
                        <m:naryPr>
                          <m:chr m:val="∑"/>
                          <m:ctrlPr>
                            <a:rPr lang="en-IN" sz="2000" i="1">
                              <a:solidFill>
                                <a:prstClr val="black"/>
                              </a:solidFill>
                              <a:latin typeface="Cambria Math" panose="02040503050406030204" pitchFamily="18" charset="0"/>
                              <a:cs typeface="Arial" pitchFamily="34" charset="0"/>
                            </a:rPr>
                          </m:ctrlPr>
                        </m:naryPr>
                        <m:sub>
                          <m:r>
                            <m:rPr>
                              <m:sty m:val="p"/>
                              <m:brk m:alnAt="23"/>
                            </m:rPr>
                            <a:rPr lang="en-IN" sz="2000" i="0">
                              <a:solidFill>
                                <a:prstClr val="black"/>
                              </a:solidFill>
                              <a:latin typeface="Cambria Math" panose="02040503050406030204" pitchFamily="18" charset="0"/>
                              <a:cs typeface="Arial" pitchFamily="34" charset="0"/>
                            </a:rPr>
                            <m:t>i</m:t>
                          </m:r>
                          <m:r>
                            <a:rPr lang="en-IN" sz="2000" i="0">
                              <a:solidFill>
                                <a:prstClr val="black"/>
                              </a:solidFill>
                              <a:latin typeface="Cambria Math" panose="02040503050406030204" pitchFamily="18" charset="0"/>
                              <a:cs typeface="Arial" pitchFamily="34" charset="0"/>
                            </a:rPr>
                            <m:t>=1</m:t>
                          </m:r>
                        </m:sub>
                        <m:sup>
                          <m:r>
                            <m:rPr>
                              <m:sty m:val="p"/>
                            </m:rPr>
                            <a:rPr lang="en-IN" sz="2000" i="0">
                              <a:solidFill>
                                <a:prstClr val="black"/>
                              </a:solidFill>
                              <a:latin typeface="Cambria Math" panose="02040503050406030204" pitchFamily="18" charset="0"/>
                              <a:cs typeface="Arial" pitchFamily="34" charset="0"/>
                            </a:rPr>
                            <m:t>n</m:t>
                          </m:r>
                        </m:sup>
                        <m:e>
                          <m:sSub>
                            <m:sSubPr>
                              <m:ctrlPr>
                                <a:rPr lang="en-IN" sz="2000" i="1">
                                  <a:solidFill>
                                    <a:prstClr val="black"/>
                                  </a:solidFill>
                                  <a:latin typeface="Cambria Math" panose="02040503050406030204" pitchFamily="18" charset="0"/>
                                  <a:cs typeface="Arial" pitchFamily="34" charset="0"/>
                                </a:rPr>
                              </m:ctrlPr>
                            </m:sSubPr>
                            <m:e>
                              <m:r>
                                <m:rPr>
                                  <m:sty m:val="p"/>
                                </m:rPr>
                                <a:rPr lang="en-IN" sz="2000" i="0">
                                  <a:solidFill>
                                    <a:prstClr val="black"/>
                                  </a:solidFill>
                                  <a:latin typeface="Cambria Math" panose="02040503050406030204" pitchFamily="18" charset="0"/>
                                  <a:cs typeface="Arial" pitchFamily="34" charset="0"/>
                                </a:rPr>
                                <m:t>d</m:t>
                              </m:r>
                            </m:e>
                            <m:sub>
                              <m:r>
                                <m:rPr>
                                  <m:sty m:val="p"/>
                                </m:rPr>
                                <a:rPr lang="en-IN" sz="2000" i="0">
                                  <a:solidFill>
                                    <a:prstClr val="black"/>
                                  </a:solidFill>
                                  <a:latin typeface="Cambria Math" panose="02040503050406030204" pitchFamily="18" charset="0"/>
                                  <a:cs typeface="Arial" pitchFamily="34" charset="0"/>
                                </a:rPr>
                                <m:t>i</m:t>
                              </m:r>
                            </m:sub>
                          </m:sSub>
                        </m:e>
                      </m:nary>
                      <m:r>
                        <a:rPr lang="en-IN" sz="2000" i="0">
                          <a:solidFill>
                            <a:prstClr val="black"/>
                          </a:solidFill>
                          <a:latin typeface="Cambria Math" panose="02040503050406030204" pitchFamily="18" charset="0"/>
                          <a:cs typeface="Arial" pitchFamily="34" charset="0"/>
                        </a:rPr>
                        <m:t>=</m:t>
                      </m:r>
                      <m:r>
                        <m:rPr>
                          <m:sty m:val="p"/>
                        </m:rPr>
                        <a:rPr lang="en-IN" sz="2000" b="0" i="0" smtClean="0">
                          <a:solidFill>
                            <a:prstClr val="black"/>
                          </a:solidFill>
                          <a:latin typeface="Cambria Math" panose="02040503050406030204" pitchFamily="18" charset="0"/>
                          <a:cs typeface="Arial" pitchFamily="34" charset="0"/>
                        </a:rPr>
                        <m:t>n</m:t>
                      </m:r>
                      <m:acc>
                        <m:accPr>
                          <m:chr m:val="̅"/>
                          <m:ctrlPr>
                            <a:rPr lang="en-US" sz="2000" i="1">
                              <a:solidFill>
                                <a:prstClr val="black"/>
                              </a:solidFill>
                              <a:latin typeface="Cambria Math" panose="02040503050406030204" pitchFamily="18" charset="0"/>
                              <a:cs typeface="Arial" pitchFamily="34" charset="0"/>
                            </a:rPr>
                          </m:ctrlPr>
                        </m:accPr>
                        <m:e>
                          <m:r>
                            <m:rPr>
                              <m:sty m:val="p"/>
                            </m:rPr>
                            <a:rPr lang="en-IN" sz="2000" b="0" i="0" smtClean="0">
                              <a:solidFill>
                                <a:prstClr val="black"/>
                              </a:solidFill>
                              <a:latin typeface="Cambria Math" panose="02040503050406030204" pitchFamily="18" charset="0"/>
                              <a:cs typeface="Arial" pitchFamily="34" charset="0"/>
                            </a:rPr>
                            <m:t>X</m:t>
                          </m:r>
                        </m:e>
                      </m:acc>
                      <m:r>
                        <a:rPr lang="en-IN" sz="2000" i="0">
                          <a:solidFill>
                            <a:prstClr val="black"/>
                          </a:solidFill>
                          <a:latin typeface="Cambria Math" panose="02040503050406030204" pitchFamily="18" charset="0"/>
                          <a:cs typeface="Arial" pitchFamily="34" charset="0"/>
                        </a:rPr>
                        <m:t>−</m:t>
                      </m:r>
                      <m:r>
                        <m:rPr>
                          <m:sty m:val="p"/>
                        </m:rPr>
                        <a:rPr lang="en-IN" sz="2000" i="0">
                          <a:solidFill>
                            <a:prstClr val="black"/>
                          </a:solidFill>
                          <a:latin typeface="Cambria Math" panose="02040503050406030204" pitchFamily="18" charset="0"/>
                          <a:cs typeface="Arial" pitchFamily="34" charset="0"/>
                        </a:rPr>
                        <m:t>n</m:t>
                      </m:r>
                      <m:acc>
                        <m:accPr>
                          <m:chr m:val="̅"/>
                          <m:ctrlPr>
                            <a:rPr lang="en-US" sz="2000" i="1">
                              <a:solidFill>
                                <a:prstClr val="black"/>
                              </a:solidFill>
                              <a:latin typeface="Cambria Math" panose="02040503050406030204" pitchFamily="18" charset="0"/>
                              <a:cs typeface="Arial" pitchFamily="34" charset="0"/>
                            </a:rPr>
                          </m:ctrlPr>
                        </m:accPr>
                        <m:e>
                          <m:r>
                            <m:rPr>
                              <m:sty m:val="p"/>
                            </m:rPr>
                            <a:rPr lang="en-IN" sz="2000" b="0" i="0" smtClean="0">
                              <a:solidFill>
                                <a:prstClr val="black"/>
                              </a:solidFill>
                              <a:latin typeface="Cambria Math" panose="02040503050406030204" pitchFamily="18" charset="0"/>
                              <a:cs typeface="Arial" pitchFamily="34" charset="0"/>
                            </a:rPr>
                            <m:t>X</m:t>
                          </m:r>
                        </m:e>
                      </m:acc>
                      <m:r>
                        <a:rPr lang="en-IN" sz="2000" b="0" i="0" smtClean="0">
                          <a:solidFill>
                            <a:prstClr val="black"/>
                          </a:solidFill>
                          <a:latin typeface="Cambria Math" panose="02040503050406030204" pitchFamily="18" charset="0"/>
                          <a:cs typeface="Arial" pitchFamily="34" charset="0"/>
                        </a:rPr>
                        <m:t>=0</m:t>
                      </m:r>
                    </m:oMath>
                  </m:oMathPara>
                </a14:m>
                <a:endParaRPr lang="en-IN" sz="2000" b="0" dirty="0">
                  <a:solidFill>
                    <a:prstClr val="black"/>
                  </a:solidFill>
                  <a:latin typeface="Arial" pitchFamily="34" charset="0"/>
                  <a:cs typeface="Arial" pitchFamily="34" charset="0"/>
                </a:endParaRPr>
              </a:p>
              <a:p>
                <a:pPr lvl="0" algn="just">
                  <a:lnSpc>
                    <a:spcPct val="150000"/>
                  </a:lnSpc>
                </a:pPr>
                <a:r>
                  <a:rPr kumimoji="0" lang="en-IN" sz="2000" b="0" u="none" strike="noStrike" kern="1200" cap="none" spc="0" normalizeH="0" baseline="0" noProof="0" dirty="0">
                    <a:ln>
                      <a:noFill/>
                    </a:ln>
                    <a:solidFill>
                      <a:prstClr val="black"/>
                    </a:solidFill>
                    <a:effectLst/>
                    <a:uLnTx/>
                    <a:uFillTx/>
                    <a:latin typeface="Arial" pitchFamily="34" charset="0"/>
                    <a:cs typeface="Arial" pitchFamily="34" charset="0"/>
                  </a:rPr>
                  <a:t>Hence, sum of deviations equals zero.</a:t>
                </a:r>
              </a:p>
            </p:txBody>
          </p:sp>
        </mc:Choice>
        <mc:Fallback xmlns="">
          <p:sp>
            <p:nvSpPr>
              <p:cNvPr id="63493" name="TextBox 6"/>
              <p:cNvSpPr txBox="1">
                <a:spLocks noRot="1" noChangeAspect="1" noMove="1" noResize="1" noEditPoints="1" noAdjustHandles="1" noChangeArrowheads="1" noChangeShapeType="1" noTextEdit="1"/>
              </p:cNvSpPr>
              <p:nvPr/>
            </p:nvSpPr>
            <p:spPr bwMode="auto">
              <a:xfrm>
                <a:off x="107504" y="483518"/>
                <a:ext cx="7992888" cy="4608826"/>
              </a:xfrm>
              <a:prstGeom prst="rect">
                <a:avLst/>
              </a:prstGeom>
              <a:blipFill>
                <a:blip r:embed="rId2"/>
                <a:stretch>
                  <a:fillRect l="-839" b="-265"/>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7020272" y="2571827"/>
                <a:ext cx="1462643" cy="6931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000" i="1" smtClean="0">
                              <a:solidFill>
                                <a:prstClr val="black"/>
                              </a:solidFill>
                              <a:latin typeface="Cambria Math" panose="02040503050406030204" pitchFamily="18" charset="0"/>
                              <a:cs typeface="Arial" pitchFamily="34" charset="0"/>
                            </a:rPr>
                          </m:ctrlPr>
                        </m:accPr>
                        <m:e>
                          <m:r>
                            <m:rPr>
                              <m:sty m:val="p"/>
                            </m:rPr>
                            <a:rPr lang="en-IN" sz="2000">
                              <a:solidFill>
                                <a:prstClr val="black"/>
                              </a:solidFill>
                              <a:latin typeface="Cambria Math" panose="02040503050406030204" pitchFamily="18" charset="0"/>
                              <a:cs typeface="Arial" pitchFamily="34" charset="0"/>
                            </a:rPr>
                            <m:t>x</m:t>
                          </m:r>
                        </m:e>
                      </m:acc>
                      <m:r>
                        <a:rPr lang="en-IN" sz="2000">
                          <a:solidFill>
                            <a:prstClr val="black"/>
                          </a:solidFill>
                          <a:latin typeface="Cambria Math" panose="02040503050406030204" pitchFamily="18" charset="0"/>
                          <a:cs typeface="Arial" pitchFamily="34" charset="0"/>
                        </a:rPr>
                        <m:t>=</m:t>
                      </m:r>
                      <m:f>
                        <m:fPr>
                          <m:ctrlPr>
                            <a:rPr lang="en-IN" sz="2000" i="1">
                              <a:solidFill>
                                <a:prstClr val="black"/>
                              </a:solidFill>
                              <a:latin typeface="Cambria Math" panose="02040503050406030204" pitchFamily="18" charset="0"/>
                              <a:cs typeface="Arial" pitchFamily="34" charset="0"/>
                            </a:rPr>
                          </m:ctrlPr>
                        </m:fPr>
                        <m:num>
                          <m:nary>
                            <m:naryPr>
                              <m:chr m:val="∑"/>
                              <m:ctrlPr>
                                <a:rPr lang="en-IN" sz="2000" i="1">
                                  <a:solidFill>
                                    <a:prstClr val="black"/>
                                  </a:solidFill>
                                  <a:latin typeface="Cambria Math" panose="02040503050406030204" pitchFamily="18" charset="0"/>
                                  <a:cs typeface="Arial" pitchFamily="34" charset="0"/>
                                </a:rPr>
                              </m:ctrlPr>
                            </m:naryPr>
                            <m:sub>
                              <m:r>
                                <m:rPr>
                                  <m:sty m:val="p"/>
                                  <m:brk m:alnAt="23"/>
                                </m:rPr>
                                <a:rPr lang="en-IN" sz="2000">
                                  <a:solidFill>
                                    <a:prstClr val="black"/>
                                  </a:solidFill>
                                  <a:latin typeface="Cambria Math" panose="02040503050406030204" pitchFamily="18" charset="0"/>
                                  <a:cs typeface="Arial" pitchFamily="34" charset="0"/>
                                </a:rPr>
                                <m:t>i</m:t>
                              </m:r>
                              <m:r>
                                <a:rPr lang="en-IN" sz="2000">
                                  <a:solidFill>
                                    <a:prstClr val="black"/>
                                  </a:solidFill>
                                  <a:latin typeface="Cambria Math" panose="02040503050406030204" pitchFamily="18" charset="0"/>
                                  <a:cs typeface="Arial" pitchFamily="34" charset="0"/>
                                </a:rPr>
                                <m:t>=1</m:t>
                              </m:r>
                            </m:sub>
                            <m:sup>
                              <m:r>
                                <m:rPr>
                                  <m:sty m:val="p"/>
                                </m:rPr>
                                <a:rPr lang="en-IN" sz="2000">
                                  <a:solidFill>
                                    <a:prstClr val="black"/>
                                  </a:solidFill>
                                  <a:latin typeface="Cambria Math" panose="02040503050406030204" pitchFamily="18" charset="0"/>
                                  <a:cs typeface="Arial" pitchFamily="34" charset="0"/>
                                </a:rPr>
                                <m:t>n</m:t>
                              </m:r>
                            </m:sup>
                            <m:e>
                              <m:sSub>
                                <m:sSubPr>
                                  <m:ctrlPr>
                                    <a:rPr lang="en-IN" sz="2000" b="0" i="1" smtClean="0">
                                      <a:solidFill>
                                        <a:prstClr val="black"/>
                                      </a:solidFill>
                                      <a:latin typeface="Cambria Math" panose="02040503050406030204" pitchFamily="18" charset="0"/>
                                      <a:cs typeface="Arial" pitchFamily="34" charset="0"/>
                                    </a:rPr>
                                  </m:ctrlPr>
                                </m:sSubPr>
                                <m:e>
                                  <m:r>
                                    <m:rPr>
                                      <m:sty m:val="p"/>
                                    </m:rPr>
                                    <a:rPr lang="en-IN" sz="2000" b="0" i="0" smtClean="0">
                                      <a:solidFill>
                                        <a:prstClr val="black"/>
                                      </a:solidFill>
                                      <a:latin typeface="Cambria Math" panose="02040503050406030204" pitchFamily="18" charset="0"/>
                                      <a:cs typeface="Arial" pitchFamily="34" charset="0"/>
                                    </a:rPr>
                                    <m:t>X</m:t>
                                  </m:r>
                                </m:e>
                                <m:sub>
                                  <m:r>
                                    <m:rPr>
                                      <m:sty m:val="p"/>
                                    </m:rPr>
                                    <a:rPr lang="en-IN" sz="2000" b="0" i="0" smtClean="0">
                                      <a:solidFill>
                                        <a:prstClr val="black"/>
                                      </a:solidFill>
                                      <a:latin typeface="Cambria Math" panose="02040503050406030204" pitchFamily="18" charset="0"/>
                                      <a:cs typeface="Arial" pitchFamily="34" charset="0"/>
                                    </a:rPr>
                                    <m:t>i</m:t>
                                  </m:r>
                                </m:sub>
                              </m:sSub>
                            </m:e>
                          </m:nary>
                        </m:num>
                        <m:den>
                          <m:r>
                            <m:rPr>
                              <m:sty m:val="p"/>
                            </m:rPr>
                            <a:rPr lang="en-IN" sz="2000">
                              <a:solidFill>
                                <a:prstClr val="black"/>
                              </a:solidFill>
                              <a:latin typeface="Cambria Math" panose="02040503050406030204" pitchFamily="18" charset="0"/>
                              <a:cs typeface="Arial" pitchFamily="34" charset="0"/>
                            </a:rPr>
                            <m:t>n</m:t>
                          </m:r>
                        </m:den>
                      </m:f>
                    </m:oMath>
                  </m:oMathPara>
                </a14:m>
                <a:endParaRPr lang="en-IN" sz="2000" dirty="0"/>
              </a:p>
            </p:txBody>
          </p:sp>
        </mc:Choice>
        <mc:Fallback xmlns="">
          <p:sp>
            <p:nvSpPr>
              <p:cNvPr id="3" name="Rectangle 2"/>
              <p:cNvSpPr>
                <a:spLocks noRot="1" noChangeAspect="1" noMove="1" noResize="1" noEditPoints="1" noAdjustHandles="1" noChangeArrowheads="1" noChangeShapeType="1" noTextEdit="1"/>
              </p:cNvSpPr>
              <p:nvPr/>
            </p:nvSpPr>
            <p:spPr>
              <a:xfrm>
                <a:off x="7020272" y="2571827"/>
                <a:ext cx="1462643" cy="69313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C9AC9A6-0F73-90FD-1662-EFED9DAEA1BE}"/>
                  </a:ext>
                </a:extLst>
              </p14:cNvPr>
              <p14:cNvContentPartPr/>
              <p14:nvPr/>
            </p14:nvContentPartPr>
            <p14:xfrm>
              <a:off x="3874320" y="2527200"/>
              <a:ext cx="4640400" cy="1988280"/>
            </p14:xfrm>
          </p:contentPart>
        </mc:Choice>
        <mc:Fallback>
          <p:pic>
            <p:nvPicPr>
              <p:cNvPr id="2" name="Ink 1">
                <a:extLst>
                  <a:ext uri="{FF2B5EF4-FFF2-40B4-BE49-F238E27FC236}">
                    <a16:creationId xmlns:a16="http://schemas.microsoft.com/office/drawing/2014/main" id="{0C9AC9A6-0F73-90FD-1662-EFED9DAEA1BE}"/>
                  </a:ext>
                </a:extLst>
              </p:cNvPr>
              <p:cNvPicPr/>
              <p:nvPr/>
            </p:nvPicPr>
            <p:blipFill>
              <a:blip r:embed="rId5"/>
              <a:stretch>
                <a:fillRect/>
              </a:stretch>
            </p:blipFill>
            <p:spPr>
              <a:xfrm>
                <a:off x="3864960" y="2517840"/>
                <a:ext cx="4659120" cy="2007000"/>
              </a:xfrm>
              <a:prstGeom prst="rect">
                <a:avLst/>
              </a:prstGeom>
            </p:spPr>
          </p:pic>
        </mc:Fallback>
      </mc:AlternateContent>
    </p:spTree>
    <p:extLst>
      <p:ext uri="{BB962C8B-B14F-4D97-AF65-F5344CB8AC3E}">
        <p14:creationId xmlns:p14="http://schemas.microsoft.com/office/powerpoint/2010/main" val="2081136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251520" y="34201"/>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Sum of Deviations from</a:t>
            </a:r>
            <a:r>
              <a:rPr kumimoji="0" lang="en-US" sz="3200" b="1" i="0" u="none" strike="noStrike" kern="1200" cap="none" spc="0" normalizeH="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 the Mean</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xmlns:a14="http://schemas.microsoft.com/office/drawing/2010/main">
        <mc:Choice Requires="a14">
          <p:sp>
            <p:nvSpPr>
              <p:cNvPr id="63493" name="TextBox 6"/>
              <p:cNvSpPr txBox="1">
                <a:spLocks noChangeArrowheads="1"/>
              </p:cNvSpPr>
              <p:nvPr/>
            </p:nvSpPr>
            <p:spPr bwMode="auto">
              <a:xfrm>
                <a:off x="251520" y="653905"/>
                <a:ext cx="8640960" cy="4274183"/>
              </a:xfrm>
              <a:prstGeom prst="rect">
                <a:avLst/>
              </a:prstGeom>
              <a:noFill/>
              <a:ln w="9525">
                <a:noFill/>
                <a:miter lim="800000"/>
                <a:headEnd/>
                <a:tailEnd/>
              </a:ln>
            </p:spPr>
            <p:txBody>
              <a:bodyPr wrap="square">
                <a:spAutoFit/>
              </a:bodyPr>
              <a:lstStyle/>
              <a:p>
                <a:pPr lvl="0" algn="just">
                  <a:lnSpc>
                    <a:spcPct val="200000"/>
                  </a:lnSpc>
                </a:pPr>
                <a:r>
                  <a:rPr kumimoji="0" lang="en-IN" sz="2000" b="0" u="none" strike="noStrike" kern="1200" cap="none" spc="0" normalizeH="0" baseline="0" noProof="0" dirty="0">
                    <a:ln>
                      <a:noFill/>
                    </a:ln>
                    <a:solidFill>
                      <a:prstClr val="black"/>
                    </a:solidFill>
                    <a:effectLst/>
                    <a:uLnTx/>
                    <a:uFillTx/>
                    <a:latin typeface="Arial" pitchFamily="34" charset="0"/>
                    <a:cs typeface="Arial" pitchFamily="34" charset="0"/>
                  </a:rPr>
                  <a:t>Hence, sum of deviations equals zero</a:t>
                </a:r>
                <a:endParaRPr lang="en-IN" sz="2000" dirty="0">
                  <a:solidFill>
                    <a:prstClr val="black"/>
                  </a:solidFill>
                  <a:latin typeface="Arial" pitchFamily="34" charset="0"/>
                  <a:cs typeface="Arial" pitchFamily="34" charset="0"/>
                </a:endParaRPr>
              </a:p>
              <a:p>
                <a:pPr lvl="0" algn="ctr">
                  <a:lnSpc>
                    <a:spcPct val="150000"/>
                  </a:lnSpc>
                </a:pPr>
                <a14:m>
                  <m:oMathPara xmlns:m="http://schemas.openxmlformats.org/officeDocument/2006/math">
                    <m:oMathParaPr>
                      <m:jc m:val="centerGroup"/>
                    </m:oMathParaPr>
                    <m:oMath xmlns:m="http://schemas.openxmlformats.org/officeDocument/2006/math">
                      <m:nary>
                        <m:naryPr>
                          <m:chr m:val="∑"/>
                          <m:ctrlPr>
                            <a:rPr lang="en-IN" sz="2000" i="1">
                              <a:solidFill>
                                <a:prstClr val="black"/>
                              </a:solidFill>
                              <a:latin typeface="Cambria Math" panose="02040503050406030204" pitchFamily="18" charset="0"/>
                              <a:cs typeface="Arial" pitchFamily="34" charset="0"/>
                            </a:rPr>
                          </m:ctrlPr>
                        </m:naryPr>
                        <m:sub>
                          <m:r>
                            <m:rPr>
                              <m:sty m:val="p"/>
                              <m:brk m:alnAt="23"/>
                            </m:rPr>
                            <a:rPr lang="en-IN" sz="2000">
                              <a:solidFill>
                                <a:prstClr val="black"/>
                              </a:solidFill>
                              <a:latin typeface="Cambria Math" panose="02040503050406030204" pitchFamily="18" charset="0"/>
                              <a:cs typeface="Arial" pitchFamily="34" charset="0"/>
                            </a:rPr>
                            <m:t>i</m:t>
                          </m:r>
                          <m:r>
                            <a:rPr lang="en-IN" sz="2000">
                              <a:solidFill>
                                <a:prstClr val="black"/>
                              </a:solidFill>
                              <a:latin typeface="Cambria Math" panose="02040503050406030204" pitchFamily="18" charset="0"/>
                              <a:cs typeface="Arial" pitchFamily="34" charset="0"/>
                            </a:rPr>
                            <m:t>=1</m:t>
                          </m:r>
                        </m:sub>
                        <m:sup>
                          <m:r>
                            <m:rPr>
                              <m:sty m:val="p"/>
                            </m:rPr>
                            <a:rPr lang="en-IN" sz="2000">
                              <a:solidFill>
                                <a:prstClr val="black"/>
                              </a:solidFill>
                              <a:latin typeface="Cambria Math" panose="02040503050406030204" pitchFamily="18" charset="0"/>
                              <a:cs typeface="Arial" pitchFamily="34" charset="0"/>
                            </a:rPr>
                            <m:t>n</m:t>
                          </m:r>
                        </m:sup>
                        <m:e>
                          <m:sSub>
                            <m:sSubPr>
                              <m:ctrlPr>
                                <a:rPr lang="en-IN" sz="2000" i="1">
                                  <a:solidFill>
                                    <a:prstClr val="black"/>
                                  </a:solidFill>
                                  <a:latin typeface="Cambria Math" panose="02040503050406030204" pitchFamily="18" charset="0"/>
                                  <a:cs typeface="Arial" pitchFamily="34" charset="0"/>
                                </a:rPr>
                              </m:ctrlPr>
                            </m:sSubPr>
                            <m:e>
                              <m:r>
                                <m:rPr>
                                  <m:sty m:val="p"/>
                                </m:rPr>
                                <a:rPr lang="en-IN" sz="2000">
                                  <a:solidFill>
                                    <a:prstClr val="black"/>
                                  </a:solidFill>
                                  <a:latin typeface="Cambria Math" panose="02040503050406030204" pitchFamily="18" charset="0"/>
                                  <a:cs typeface="Arial" pitchFamily="34" charset="0"/>
                                </a:rPr>
                                <m:t>d</m:t>
                              </m:r>
                            </m:e>
                            <m:sub>
                              <m:r>
                                <m:rPr>
                                  <m:sty m:val="p"/>
                                </m:rPr>
                                <a:rPr lang="en-IN" sz="2000">
                                  <a:solidFill>
                                    <a:prstClr val="black"/>
                                  </a:solidFill>
                                  <a:latin typeface="Cambria Math" panose="02040503050406030204" pitchFamily="18" charset="0"/>
                                  <a:cs typeface="Arial" pitchFamily="34" charset="0"/>
                                </a:rPr>
                                <m:t>i</m:t>
                              </m:r>
                            </m:sub>
                          </m:sSub>
                        </m:e>
                      </m:nary>
                      <m:r>
                        <a:rPr lang="en-IN" sz="2000" b="0" i="1" smtClean="0">
                          <a:solidFill>
                            <a:prstClr val="black"/>
                          </a:solidFill>
                          <a:latin typeface="Cambria Math" panose="02040503050406030204" pitchFamily="18" charset="0"/>
                          <a:cs typeface="Arial" pitchFamily="34" charset="0"/>
                        </a:rPr>
                        <m:t>=0</m:t>
                      </m:r>
                    </m:oMath>
                  </m:oMathPara>
                </a14:m>
                <a:endParaRPr lang="en-IN" sz="2000" b="0" dirty="0">
                  <a:solidFill>
                    <a:prstClr val="black"/>
                  </a:solidFill>
                  <a:latin typeface="Arial" pitchFamily="34" charset="0"/>
                  <a:cs typeface="Arial" pitchFamily="34"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IN" sz="2000" b="0" i="1" smtClean="0">
                              <a:solidFill>
                                <a:prstClr val="black"/>
                              </a:solidFill>
                              <a:latin typeface="Cambria Math" panose="02040503050406030204" pitchFamily="18" charset="0"/>
                              <a:cs typeface="Arial" pitchFamily="34" charset="0"/>
                            </a:rPr>
                          </m:ctrlPr>
                        </m:sSubPr>
                        <m:e>
                          <m:r>
                            <m:rPr>
                              <m:sty m:val="p"/>
                            </m:rPr>
                            <a:rPr lang="en-IN" sz="2000" b="0" i="0" smtClean="0">
                              <a:solidFill>
                                <a:prstClr val="black"/>
                              </a:solidFill>
                              <a:latin typeface="Cambria Math" panose="02040503050406030204" pitchFamily="18" charset="0"/>
                              <a:cs typeface="Arial" pitchFamily="34" charset="0"/>
                            </a:rPr>
                            <m:t>d</m:t>
                          </m:r>
                        </m:e>
                        <m:sub>
                          <m:r>
                            <a:rPr lang="en-IN" sz="2000" b="0" i="0" smtClean="0">
                              <a:solidFill>
                                <a:prstClr val="black"/>
                              </a:solidFill>
                              <a:latin typeface="Cambria Math" panose="02040503050406030204" pitchFamily="18" charset="0"/>
                              <a:cs typeface="Arial" pitchFamily="34" charset="0"/>
                            </a:rPr>
                            <m:t>1</m:t>
                          </m:r>
                        </m:sub>
                      </m:sSub>
                      <m:r>
                        <a:rPr lang="en-IN" sz="2000" b="0" i="0" smtClean="0">
                          <a:solidFill>
                            <a:prstClr val="black"/>
                          </a:solidFill>
                          <a:latin typeface="Cambria Math" panose="02040503050406030204" pitchFamily="18" charset="0"/>
                          <a:cs typeface="Arial" pitchFamily="34" charset="0"/>
                        </a:rPr>
                        <m:t>+</m:t>
                      </m:r>
                      <m:sSub>
                        <m:sSubPr>
                          <m:ctrlPr>
                            <a:rPr lang="en-IN" sz="2000" b="0" i="1" smtClean="0">
                              <a:solidFill>
                                <a:prstClr val="black"/>
                              </a:solidFill>
                              <a:latin typeface="Cambria Math" panose="02040503050406030204" pitchFamily="18" charset="0"/>
                              <a:cs typeface="Arial" pitchFamily="34" charset="0"/>
                            </a:rPr>
                          </m:ctrlPr>
                        </m:sSubPr>
                        <m:e>
                          <m:r>
                            <m:rPr>
                              <m:sty m:val="p"/>
                            </m:rPr>
                            <a:rPr lang="en-IN" sz="2000" b="0" i="0" smtClean="0">
                              <a:solidFill>
                                <a:prstClr val="black"/>
                              </a:solidFill>
                              <a:latin typeface="Cambria Math" panose="02040503050406030204" pitchFamily="18" charset="0"/>
                              <a:cs typeface="Arial" pitchFamily="34" charset="0"/>
                            </a:rPr>
                            <m:t>d</m:t>
                          </m:r>
                        </m:e>
                        <m:sub>
                          <m:r>
                            <a:rPr lang="en-IN" sz="2000" b="0" i="0" smtClean="0">
                              <a:solidFill>
                                <a:prstClr val="black"/>
                              </a:solidFill>
                              <a:latin typeface="Cambria Math" panose="02040503050406030204" pitchFamily="18" charset="0"/>
                              <a:cs typeface="Arial" pitchFamily="34" charset="0"/>
                            </a:rPr>
                            <m:t>2</m:t>
                          </m:r>
                        </m:sub>
                      </m:sSub>
                      <m:r>
                        <a:rPr lang="en-IN" sz="2000" b="0" i="0" smtClean="0">
                          <a:solidFill>
                            <a:prstClr val="black"/>
                          </a:solidFill>
                          <a:latin typeface="Cambria Math" panose="02040503050406030204" pitchFamily="18" charset="0"/>
                          <a:cs typeface="Arial" pitchFamily="34" charset="0"/>
                        </a:rPr>
                        <m:t>+ …+</m:t>
                      </m:r>
                      <m:sSub>
                        <m:sSubPr>
                          <m:ctrlPr>
                            <a:rPr lang="en-IN" sz="2000" b="0" i="1" smtClean="0">
                              <a:solidFill>
                                <a:srgbClr val="C00000"/>
                              </a:solidFill>
                              <a:latin typeface="Cambria Math" panose="02040503050406030204" pitchFamily="18" charset="0"/>
                              <a:cs typeface="Arial" pitchFamily="34" charset="0"/>
                            </a:rPr>
                          </m:ctrlPr>
                        </m:sSubPr>
                        <m:e>
                          <m:r>
                            <m:rPr>
                              <m:sty m:val="p"/>
                            </m:rPr>
                            <a:rPr lang="en-IN" sz="2000" b="0" i="0" smtClean="0">
                              <a:solidFill>
                                <a:srgbClr val="C00000"/>
                              </a:solidFill>
                              <a:latin typeface="Cambria Math" panose="02040503050406030204" pitchFamily="18" charset="0"/>
                              <a:cs typeface="Arial" pitchFamily="34" charset="0"/>
                            </a:rPr>
                            <m:t>d</m:t>
                          </m:r>
                        </m:e>
                        <m:sub>
                          <m:r>
                            <m:rPr>
                              <m:sty m:val="p"/>
                            </m:rPr>
                            <a:rPr lang="en-IN" sz="2000" b="0" i="0" smtClean="0">
                              <a:solidFill>
                                <a:srgbClr val="C00000"/>
                              </a:solidFill>
                              <a:latin typeface="Cambria Math" panose="02040503050406030204" pitchFamily="18" charset="0"/>
                              <a:cs typeface="Arial" pitchFamily="34" charset="0"/>
                            </a:rPr>
                            <m:t>i</m:t>
                          </m:r>
                        </m:sub>
                      </m:sSub>
                      <m:r>
                        <a:rPr lang="en-IN" sz="2000" b="0" i="0" smtClean="0">
                          <a:solidFill>
                            <a:prstClr val="black"/>
                          </a:solidFill>
                          <a:latin typeface="Cambria Math" panose="02040503050406030204" pitchFamily="18" charset="0"/>
                          <a:cs typeface="Arial" pitchFamily="34" charset="0"/>
                        </a:rPr>
                        <m:t>+…+</m:t>
                      </m:r>
                      <m:sSub>
                        <m:sSubPr>
                          <m:ctrlPr>
                            <a:rPr lang="en-IN" sz="2000" b="0" i="1" smtClean="0">
                              <a:solidFill>
                                <a:prstClr val="black"/>
                              </a:solidFill>
                              <a:latin typeface="Cambria Math" panose="02040503050406030204" pitchFamily="18" charset="0"/>
                              <a:cs typeface="Arial" pitchFamily="34" charset="0"/>
                            </a:rPr>
                          </m:ctrlPr>
                        </m:sSubPr>
                        <m:e>
                          <m:r>
                            <m:rPr>
                              <m:sty m:val="p"/>
                            </m:rPr>
                            <a:rPr lang="en-IN" sz="2000" b="0" i="0" smtClean="0">
                              <a:solidFill>
                                <a:prstClr val="black"/>
                              </a:solidFill>
                              <a:latin typeface="Cambria Math" panose="02040503050406030204" pitchFamily="18" charset="0"/>
                              <a:cs typeface="Arial" pitchFamily="34" charset="0"/>
                            </a:rPr>
                            <m:t>d</m:t>
                          </m:r>
                        </m:e>
                        <m:sub>
                          <m:r>
                            <m:rPr>
                              <m:sty m:val="p"/>
                            </m:rPr>
                            <a:rPr lang="en-IN" sz="2000" b="0" i="0" smtClean="0">
                              <a:solidFill>
                                <a:prstClr val="black"/>
                              </a:solidFill>
                              <a:latin typeface="Cambria Math" panose="02040503050406030204" pitchFamily="18" charset="0"/>
                              <a:cs typeface="Arial" pitchFamily="34" charset="0"/>
                            </a:rPr>
                            <m:t>n</m:t>
                          </m:r>
                        </m:sub>
                      </m:sSub>
                      <m:r>
                        <a:rPr lang="en-IN" sz="2000" i="0">
                          <a:solidFill>
                            <a:prstClr val="black"/>
                          </a:solidFill>
                          <a:latin typeface="Cambria Math" panose="02040503050406030204" pitchFamily="18" charset="0"/>
                          <a:cs typeface="Arial" pitchFamily="34" charset="0"/>
                        </a:rPr>
                        <m:t>=0</m:t>
                      </m:r>
                    </m:oMath>
                  </m:oMathPara>
                </a14:m>
                <a:endParaRPr lang="en-IN" sz="2000" dirty="0">
                  <a:solidFill>
                    <a:prstClr val="black"/>
                  </a:solidFill>
                  <a:latin typeface="Arial" pitchFamily="34" charset="0"/>
                  <a:cs typeface="Arial" pitchFamily="34" charset="0"/>
                </a:endParaRPr>
              </a:p>
              <a:p>
                <a:pPr algn="just">
                  <a:lnSpc>
                    <a:spcPct val="200000"/>
                  </a:lnSpc>
                </a:pPr>
                <a:r>
                  <a:rPr lang="en-IN" sz="2000" dirty="0">
                    <a:solidFill>
                      <a:prstClr val="black"/>
                    </a:solidFill>
                    <a:latin typeface="Arial" pitchFamily="34" charset="0"/>
                    <a:cs typeface="Arial" pitchFamily="34" charset="0"/>
                  </a:rPr>
                  <a:t>Here there are only n-1 independent deviations as the </a:t>
                </a:r>
                <a:r>
                  <a:rPr lang="en-IN" sz="2000" dirty="0" err="1">
                    <a:solidFill>
                      <a:prstClr val="black"/>
                    </a:solidFill>
                    <a:latin typeface="Arial" pitchFamily="34" charset="0"/>
                    <a:cs typeface="Arial" pitchFamily="34" charset="0"/>
                  </a:rPr>
                  <a:t>i</a:t>
                </a:r>
                <a:r>
                  <a:rPr lang="en-IN" sz="2000" baseline="30000" dirty="0" err="1">
                    <a:solidFill>
                      <a:prstClr val="black"/>
                    </a:solidFill>
                    <a:latin typeface="Arial" pitchFamily="34" charset="0"/>
                    <a:cs typeface="Arial" pitchFamily="34" charset="0"/>
                  </a:rPr>
                  <a:t>th</a:t>
                </a:r>
                <a:r>
                  <a:rPr lang="en-IN" sz="2000" dirty="0">
                    <a:solidFill>
                      <a:prstClr val="black"/>
                    </a:solidFill>
                    <a:latin typeface="Arial" pitchFamily="34" charset="0"/>
                    <a:cs typeface="Arial" pitchFamily="34" charset="0"/>
                  </a:rPr>
                  <a:t> deviation d</a:t>
                </a:r>
                <a:r>
                  <a:rPr lang="en-IN" sz="2000" baseline="-25000" dirty="0">
                    <a:solidFill>
                      <a:prstClr val="black"/>
                    </a:solidFill>
                    <a:latin typeface="Arial" pitchFamily="34" charset="0"/>
                    <a:cs typeface="Arial" pitchFamily="34" charset="0"/>
                  </a:rPr>
                  <a:t>i</a:t>
                </a:r>
                <a:r>
                  <a:rPr lang="en-IN" sz="2000" dirty="0">
                    <a:solidFill>
                      <a:prstClr val="black"/>
                    </a:solidFill>
                    <a:latin typeface="Arial" pitchFamily="34" charset="0"/>
                    <a:cs typeface="Arial" pitchFamily="34" charset="0"/>
                  </a:rPr>
                  <a:t>  may be found as follows</a:t>
                </a:r>
              </a:p>
              <a:p>
                <a:pPr algn="ctr">
                  <a:lnSpc>
                    <a:spcPct val="200000"/>
                  </a:lnSpc>
                </a:pPr>
                <a14:m>
                  <m:oMathPara xmlns:m="http://schemas.openxmlformats.org/officeDocument/2006/math">
                    <m:oMathParaPr>
                      <m:jc m:val="centerGroup"/>
                    </m:oMathParaPr>
                    <m:oMath xmlns:m="http://schemas.openxmlformats.org/officeDocument/2006/math">
                      <m:sSub>
                        <m:sSubPr>
                          <m:ctrlPr>
                            <a:rPr lang="en-IN" sz="2000" i="1">
                              <a:solidFill>
                                <a:prstClr val="black"/>
                              </a:solidFill>
                              <a:latin typeface="Cambria Math" panose="02040503050406030204" pitchFamily="18" charset="0"/>
                              <a:cs typeface="Arial" pitchFamily="34" charset="0"/>
                            </a:rPr>
                          </m:ctrlPr>
                        </m:sSubPr>
                        <m:e>
                          <m:sSub>
                            <m:sSubPr>
                              <m:ctrlPr>
                                <a:rPr lang="en-IN" sz="2000" i="1">
                                  <a:solidFill>
                                    <a:srgbClr val="C00000"/>
                                  </a:solidFill>
                                  <a:latin typeface="Cambria Math" panose="02040503050406030204" pitchFamily="18" charset="0"/>
                                  <a:cs typeface="Arial" pitchFamily="34" charset="0"/>
                                </a:rPr>
                              </m:ctrlPr>
                            </m:sSubPr>
                            <m:e>
                              <m:r>
                                <m:rPr>
                                  <m:sty m:val="p"/>
                                </m:rPr>
                                <a:rPr lang="en-IN" sz="2000">
                                  <a:solidFill>
                                    <a:srgbClr val="C00000"/>
                                  </a:solidFill>
                                  <a:latin typeface="Cambria Math" panose="02040503050406030204" pitchFamily="18" charset="0"/>
                                  <a:cs typeface="Arial" pitchFamily="34" charset="0"/>
                                </a:rPr>
                                <m:t>d</m:t>
                              </m:r>
                            </m:e>
                            <m:sub>
                              <m:r>
                                <m:rPr>
                                  <m:sty m:val="p"/>
                                </m:rPr>
                                <a:rPr lang="en-IN" sz="2000">
                                  <a:solidFill>
                                    <a:srgbClr val="C00000"/>
                                  </a:solidFill>
                                  <a:latin typeface="Cambria Math" panose="02040503050406030204" pitchFamily="18" charset="0"/>
                                  <a:cs typeface="Arial" pitchFamily="34" charset="0"/>
                                </a:rPr>
                                <m:t>i</m:t>
                              </m:r>
                            </m:sub>
                          </m:sSub>
                          <m:r>
                            <a:rPr lang="en-IN" sz="2000" b="0" i="0" smtClean="0">
                              <a:solidFill>
                                <a:srgbClr val="C00000"/>
                              </a:solidFill>
                              <a:latin typeface="Cambria Math" panose="02040503050406030204" pitchFamily="18" charset="0"/>
                              <a:cs typeface="Arial" pitchFamily="34" charset="0"/>
                            </a:rPr>
                            <m:t>=</m:t>
                          </m:r>
                          <m:r>
                            <a:rPr lang="en-IN" sz="2000" b="0" i="0" smtClean="0">
                              <a:solidFill>
                                <a:schemeClr val="bg1"/>
                              </a:solidFill>
                              <a:latin typeface="Cambria Math" panose="02040503050406030204" pitchFamily="18" charset="0"/>
                              <a:cs typeface="Arial" pitchFamily="34" charset="0"/>
                            </a:rPr>
                            <m:t>−(</m:t>
                          </m:r>
                          <m:r>
                            <m:rPr>
                              <m:sty m:val="p"/>
                            </m:rPr>
                            <a:rPr lang="en-IN" sz="2000">
                              <a:solidFill>
                                <a:schemeClr val="bg1"/>
                              </a:solidFill>
                              <a:latin typeface="Cambria Math" panose="02040503050406030204" pitchFamily="18" charset="0"/>
                              <a:cs typeface="Arial" pitchFamily="34" charset="0"/>
                            </a:rPr>
                            <m:t>d</m:t>
                          </m:r>
                        </m:e>
                        <m:sub>
                          <m:r>
                            <a:rPr lang="en-IN" sz="2000">
                              <a:solidFill>
                                <a:prstClr val="black"/>
                              </a:solidFill>
                              <a:latin typeface="Cambria Math" panose="02040503050406030204" pitchFamily="18" charset="0"/>
                              <a:cs typeface="Arial" pitchFamily="34" charset="0"/>
                            </a:rPr>
                            <m:t>1</m:t>
                          </m:r>
                        </m:sub>
                      </m:sSub>
                      <m:r>
                        <a:rPr lang="en-IN" sz="2000">
                          <a:solidFill>
                            <a:prstClr val="black"/>
                          </a:solidFill>
                          <a:latin typeface="Cambria Math" panose="02040503050406030204" pitchFamily="18" charset="0"/>
                          <a:cs typeface="Arial" pitchFamily="34" charset="0"/>
                        </a:rPr>
                        <m:t>+</m:t>
                      </m:r>
                      <m:sSub>
                        <m:sSubPr>
                          <m:ctrlPr>
                            <a:rPr lang="en-IN" sz="2000" i="1">
                              <a:solidFill>
                                <a:prstClr val="black"/>
                              </a:solidFill>
                              <a:latin typeface="Cambria Math" panose="02040503050406030204" pitchFamily="18" charset="0"/>
                              <a:cs typeface="Arial" pitchFamily="34" charset="0"/>
                            </a:rPr>
                          </m:ctrlPr>
                        </m:sSubPr>
                        <m:e>
                          <m:r>
                            <m:rPr>
                              <m:sty m:val="p"/>
                            </m:rPr>
                            <a:rPr lang="en-IN" sz="2000">
                              <a:solidFill>
                                <a:prstClr val="black"/>
                              </a:solidFill>
                              <a:latin typeface="Cambria Math" panose="02040503050406030204" pitchFamily="18" charset="0"/>
                              <a:cs typeface="Arial" pitchFamily="34" charset="0"/>
                            </a:rPr>
                            <m:t>d</m:t>
                          </m:r>
                        </m:e>
                        <m:sub>
                          <m:r>
                            <a:rPr lang="en-IN" sz="2000">
                              <a:solidFill>
                                <a:prstClr val="black"/>
                              </a:solidFill>
                              <a:latin typeface="Cambria Math" panose="02040503050406030204" pitchFamily="18" charset="0"/>
                              <a:cs typeface="Arial" pitchFamily="34" charset="0"/>
                            </a:rPr>
                            <m:t>2</m:t>
                          </m:r>
                        </m:sub>
                      </m:sSub>
                      <m:r>
                        <a:rPr lang="en-IN" sz="2000">
                          <a:solidFill>
                            <a:prstClr val="black"/>
                          </a:solidFill>
                          <a:latin typeface="Cambria Math" panose="02040503050406030204" pitchFamily="18" charset="0"/>
                          <a:cs typeface="Arial" pitchFamily="34" charset="0"/>
                        </a:rPr>
                        <m:t>+</m:t>
                      </m:r>
                      <m:sSub>
                        <m:sSubPr>
                          <m:ctrlPr>
                            <a:rPr lang="en-IN" sz="2000" b="0" i="1" smtClean="0">
                              <a:solidFill>
                                <a:srgbClr val="C00000"/>
                              </a:solidFill>
                              <a:latin typeface="Cambria Math" panose="02040503050406030204" pitchFamily="18" charset="0"/>
                              <a:cs typeface="Arial" pitchFamily="34" charset="0"/>
                            </a:rPr>
                          </m:ctrlPr>
                        </m:sSubPr>
                        <m:e>
                          <m:r>
                            <m:rPr>
                              <m:sty m:val="p"/>
                            </m:rPr>
                            <a:rPr lang="en-IN" sz="2000" b="0" i="0" smtClean="0">
                              <a:solidFill>
                                <a:srgbClr val="C00000"/>
                              </a:solidFill>
                              <a:latin typeface="Cambria Math" panose="02040503050406030204" pitchFamily="18" charset="0"/>
                              <a:cs typeface="Arial" pitchFamily="34" charset="0"/>
                            </a:rPr>
                            <m:t>d</m:t>
                          </m:r>
                        </m:e>
                        <m:sub>
                          <m:r>
                            <m:rPr>
                              <m:sty m:val="p"/>
                            </m:rPr>
                            <a:rPr lang="en-IN" sz="2000" b="0" i="0" smtClean="0">
                              <a:solidFill>
                                <a:srgbClr val="C00000"/>
                              </a:solidFill>
                              <a:latin typeface="Cambria Math" panose="02040503050406030204" pitchFamily="18" charset="0"/>
                              <a:cs typeface="Arial" pitchFamily="34" charset="0"/>
                            </a:rPr>
                            <m:t>i</m:t>
                          </m:r>
                          <m:r>
                            <a:rPr lang="en-IN" sz="2000" b="0" i="0" smtClean="0">
                              <a:solidFill>
                                <a:srgbClr val="C00000"/>
                              </a:solidFill>
                              <a:latin typeface="Cambria Math" panose="02040503050406030204" pitchFamily="18" charset="0"/>
                              <a:cs typeface="Arial" pitchFamily="34" charset="0"/>
                            </a:rPr>
                            <m:t>−1</m:t>
                          </m:r>
                        </m:sub>
                      </m:sSub>
                      <m:r>
                        <a:rPr lang="en-IN" sz="2000" b="0" i="0" smtClean="0">
                          <a:solidFill>
                            <a:srgbClr val="C00000"/>
                          </a:solidFill>
                          <a:latin typeface="Cambria Math" panose="02040503050406030204" pitchFamily="18" charset="0"/>
                          <a:cs typeface="Arial" pitchFamily="34" charset="0"/>
                        </a:rPr>
                        <m:t>+</m:t>
                      </m:r>
                      <m:sSub>
                        <m:sSubPr>
                          <m:ctrlPr>
                            <a:rPr lang="en-IN" sz="2000" b="0" i="1" smtClean="0">
                              <a:solidFill>
                                <a:srgbClr val="C00000"/>
                              </a:solidFill>
                              <a:latin typeface="Cambria Math" panose="02040503050406030204" pitchFamily="18" charset="0"/>
                              <a:cs typeface="Arial" pitchFamily="34" charset="0"/>
                            </a:rPr>
                          </m:ctrlPr>
                        </m:sSubPr>
                        <m:e>
                          <m:r>
                            <m:rPr>
                              <m:sty m:val="p"/>
                            </m:rPr>
                            <a:rPr lang="en-IN" sz="2000" b="0" i="0" smtClean="0">
                              <a:solidFill>
                                <a:srgbClr val="C00000"/>
                              </a:solidFill>
                              <a:latin typeface="Cambria Math" panose="02040503050406030204" pitchFamily="18" charset="0"/>
                              <a:cs typeface="Arial" pitchFamily="34" charset="0"/>
                            </a:rPr>
                            <m:t>d</m:t>
                          </m:r>
                        </m:e>
                        <m:sub>
                          <m:r>
                            <m:rPr>
                              <m:sty m:val="p"/>
                            </m:rPr>
                            <a:rPr lang="en-IN" sz="2000" b="0" i="0" smtClean="0">
                              <a:solidFill>
                                <a:srgbClr val="C00000"/>
                              </a:solidFill>
                              <a:latin typeface="Cambria Math" panose="02040503050406030204" pitchFamily="18" charset="0"/>
                              <a:cs typeface="Arial" pitchFamily="34" charset="0"/>
                            </a:rPr>
                            <m:t>i</m:t>
                          </m:r>
                          <m:r>
                            <a:rPr lang="en-IN" sz="2000" b="0" i="0" smtClean="0">
                              <a:solidFill>
                                <a:srgbClr val="C00000"/>
                              </a:solidFill>
                              <a:latin typeface="Cambria Math" panose="02040503050406030204" pitchFamily="18" charset="0"/>
                              <a:cs typeface="Arial" pitchFamily="34" charset="0"/>
                            </a:rPr>
                            <m:t>+1</m:t>
                          </m:r>
                        </m:sub>
                      </m:sSub>
                      <m:r>
                        <a:rPr lang="en-IN" sz="2000" b="0" i="0" smtClean="0">
                          <a:solidFill>
                            <a:srgbClr val="C00000"/>
                          </a:solidFill>
                          <a:latin typeface="Cambria Math" panose="02040503050406030204" pitchFamily="18" charset="0"/>
                          <a:cs typeface="Arial" pitchFamily="34" charset="0"/>
                        </a:rPr>
                        <m:t>+</m:t>
                      </m:r>
                      <m:r>
                        <a:rPr lang="en-IN" sz="2000">
                          <a:solidFill>
                            <a:prstClr val="black"/>
                          </a:solidFill>
                          <a:latin typeface="Cambria Math" panose="02040503050406030204" pitchFamily="18" charset="0"/>
                          <a:cs typeface="Arial" pitchFamily="34" charset="0"/>
                        </a:rPr>
                        <m:t>…+</m:t>
                      </m:r>
                      <m:sSub>
                        <m:sSubPr>
                          <m:ctrlPr>
                            <a:rPr lang="en-IN" sz="2000" i="1">
                              <a:solidFill>
                                <a:prstClr val="black"/>
                              </a:solidFill>
                              <a:latin typeface="Cambria Math" panose="02040503050406030204" pitchFamily="18" charset="0"/>
                              <a:cs typeface="Arial" pitchFamily="34" charset="0"/>
                            </a:rPr>
                          </m:ctrlPr>
                        </m:sSubPr>
                        <m:e>
                          <m:r>
                            <m:rPr>
                              <m:sty m:val="p"/>
                            </m:rPr>
                            <a:rPr lang="en-IN" sz="2000">
                              <a:solidFill>
                                <a:prstClr val="black"/>
                              </a:solidFill>
                              <a:latin typeface="Cambria Math" panose="02040503050406030204" pitchFamily="18" charset="0"/>
                              <a:cs typeface="Arial" pitchFamily="34" charset="0"/>
                            </a:rPr>
                            <m:t>d</m:t>
                          </m:r>
                        </m:e>
                        <m:sub>
                          <m:r>
                            <m:rPr>
                              <m:sty m:val="p"/>
                            </m:rPr>
                            <a:rPr lang="en-IN" sz="2000">
                              <a:solidFill>
                                <a:prstClr val="black"/>
                              </a:solidFill>
                              <a:latin typeface="Cambria Math" panose="02040503050406030204" pitchFamily="18" charset="0"/>
                              <a:cs typeface="Arial" pitchFamily="34" charset="0"/>
                            </a:rPr>
                            <m:t>n</m:t>
                          </m:r>
                        </m:sub>
                      </m:sSub>
                      <m:r>
                        <a:rPr lang="en-IN" sz="2000" b="0" i="1" smtClean="0">
                          <a:solidFill>
                            <a:prstClr val="black"/>
                          </a:solidFill>
                          <a:latin typeface="Cambria Math" panose="02040503050406030204" pitchFamily="18" charset="0"/>
                          <a:cs typeface="Arial" pitchFamily="34" charset="0"/>
                        </a:rPr>
                        <m:t>)</m:t>
                      </m:r>
                    </m:oMath>
                  </m:oMathPara>
                </a14:m>
                <a:endParaRPr kumimoji="0" lang="en-IN" sz="2000" b="0" u="none" strike="noStrike" kern="1200" cap="none" spc="0" normalizeH="0" baseline="0" noProof="0" dirty="0">
                  <a:ln>
                    <a:noFill/>
                  </a:ln>
                  <a:solidFill>
                    <a:prstClr val="black"/>
                  </a:solidFill>
                  <a:effectLst/>
                  <a:uLnTx/>
                  <a:uFillTx/>
                  <a:latin typeface="Arial" pitchFamily="34" charset="0"/>
                  <a:cs typeface="Arial" pitchFamily="34" charset="0"/>
                </a:endParaRPr>
              </a:p>
            </p:txBody>
          </p:sp>
        </mc:Choice>
        <mc:Fallback xmlns="">
          <p:sp>
            <p:nvSpPr>
              <p:cNvPr id="63493" name="TextBox 6"/>
              <p:cNvSpPr txBox="1">
                <a:spLocks noRot="1" noChangeAspect="1" noMove="1" noResize="1" noEditPoints="1" noAdjustHandles="1" noChangeArrowheads="1" noChangeShapeType="1" noTextEdit="1"/>
              </p:cNvSpPr>
              <p:nvPr/>
            </p:nvSpPr>
            <p:spPr bwMode="auto">
              <a:xfrm>
                <a:off x="251520" y="653905"/>
                <a:ext cx="8640960" cy="4274183"/>
              </a:xfrm>
              <a:prstGeom prst="rect">
                <a:avLst/>
              </a:prstGeom>
              <a:blipFill>
                <a:blip r:embed="rId2"/>
                <a:stretch>
                  <a:fillRect l="-705" r="-705"/>
                </a:stretch>
              </a:blipFill>
              <a:ln w="9525">
                <a:noFill/>
                <a:miter lim="800000"/>
                <a:headEnd/>
                <a:tailEnd/>
              </a:ln>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3A9EE3B8-EA48-745D-FF91-90697796FC09}"/>
                  </a:ext>
                </a:extLst>
              </p14:cNvPr>
              <p14:cNvContentPartPr/>
              <p14:nvPr/>
            </p14:nvContentPartPr>
            <p14:xfrm>
              <a:off x="2896200" y="2933280"/>
              <a:ext cx="2871360" cy="349560"/>
            </p14:xfrm>
          </p:contentPart>
        </mc:Choice>
        <mc:Fallback>
          <p:pic>
            <p:nvPicPr>
              <p:cNvPr id="2" name="Ink 1">
                <a:extLst>
                  <a:ext uri="{FF2B5EF4-FFF2-40B4-BE49-F238E27FC236}">
                    <a16:creationId xmlns:a16="http://schemas.microsoft.com/office/drawing/2014/main" id="{3A9EE3B8-EA48-745D-FF91-90697796FC09}"/>
                  </a:ext>
                </a:extLst>
              </p:cNvPr>
              <p:cNvPicPr/>
              <p:nvPr/>
            </p:nvPicPr>
            <p:blipFill>
              <a:blip r:embed="rId4"/>
              <a:stretch>
                <a:fillRect/>
              </a:stretch>
            </p:blipFill>
            <p:spPr>
              <a:xfrm>
                <a:off x="2886840" y="2923920"/>
                <a:ext cx="2890080" cy="368280"/>
              </a:xfrm>
              <a:prstGeom prst="rect">
                <a:avLst/>
              </a:prstGeom>
            </p:spPr>
          </p:pic>
        </mc:Fallback>
      </mc:AlternateContent>
    </p:spTree>
    <p:extLst>
      <p:ext uri="{BB962C8B-B14F-4D97-AF65-F5344CB8AC3E}">
        <p14:creationId xmlns:p14="http://schemas.microsoft.com/office/powerpoint/2010/main" val="1429530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251520" y="34201"/>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Sample Standard Deviation S</a:t>
            </a:r>
            <a:r>
              <a:rPr kumimoji="0" lang="en-US" sz="3200" b="1" i="0" u="none" strike="noStrike" kern="1200" cap="none" spc="0" normalizeH="0" baseline="3000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2</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xmlns:a14="http://schemas.microsoft.com/office/drawing/2010/main">
        <mc:Choice Requires="a14">
          <p:sp>
            <p:nvSpPr>
              <p:cNvPr id="63493" name="TextBox 6"/>
              <p:cNvSpPr txBox="1">
                <a:spLocks noChangeArrowheads="1"/>
              </p:cNvSpPr>
              <p:nvPr/>
            </p:nvSpPr>
            <p:spPr bwMode="auto">
              <a:xfrm>
                <a:off x="755576" y="555526"/>
                <a:ext cx="8342995" cy="4177682"/>
              </a:xfrm>
              <a:prstGeom prst="rect">
                <a:avLst/>
              </a:prstGeom>
              <a:noFill/>
              <a:ln w="9525">
                <a:noFill/>
                <a:miter lim="800000"/>
                <a:headEnd/>
                <a:tailEnd/>
              </a:ln>
            </p:spPr>
            <p:txBody>
              <a:bodyPr wrap="square">
                <a:spAutoFit/>
              </a:bodyPr>
              <a:lstStyle/>
              <a:p>
                <a:pPr lvl="0" algn="just">
                  <a:lnSpc>
                    <a:spcPct val="200000"/>
                  </a:lnSpc>
                </a:pPr>
                <a:r>
                  <a:rPr kumimoji="0" lang="en-IN" sz="2200" b="0" u="none" strike="noStrike" kern="1200" cap="none" spc="0" normalizeH="0" baseline="0" noProof="0" dirty="0">
                    <a:ln>
                      <a:noFill/>
                    </a:ln>
                    <a:solidFill>
                      <a:prstClr val="black"/>
                    </a:solidFill>
                    <a:effectLst/>
                    <a:uLnTx/>
                    <a:uFillTx/>
                    <a:latin typeface="Arial" pitchFamily="34" charset="0"/>
                    <a:cs typeface="Arial" pitchFamily="34" charset="0"/>
                  </a:rPr>
                  <a:t>Hence, the standard</a:t>
                </a:r>
                <a:r>
                  <a:rPr kumimoji="0" lang="en-IN" sz="2200" b="0" u="none" strike="noStrike" kern="1200" cap="none" spc="0" normalizeH="0" noProof="0" dirty="0">
                    <a:ln>
                      <a:noFill/>
                    </a:ln>
                    <a:solidFill>
                      <a:prstClr val="black"/>
                    </a:solidFill>
                    <a:effectLst/>
                    <a:uLnTx/>
                    <a:uFillTx/>
                    <a:latin typeface="Arial" pitchFamily="34" charset="0"/>
                    <a:cs typeface="Arial" pitchFamily="34" charset="0"/>
                  </a:rPr>
                  <a:t> deviation of the sample is defined as </a:t>
                </a:r>
                <a:endParaRPr lang="en-IN" sz="2200" dirty="0">
                  <a:solidFill>
                    <a:prstClr val="black"/>
                  </a:solidFill>
                  <a:latin typeface="Arial" pitchFamily="34" charset="0"/>
                  <a:cs typeface="Arial" pitchFamily="34" charset="0"/>
                </a:endParaRPr>
              </a:p>
              <a:p>
                <a:pPr lvl="0" algn="ctr">
                  <a:lnSpc>
                    <a:spcPct val="200000"/>
                  </a:lnSpc>
                </a:pPr>
                <a14:m>
                  <m:oMathPara xmlns:m="http://schemas.openxmlformats.org/officeDocument/2006/math">
                    <m:oMathParaPr>
                      <m:jc m:val="centerGroup"/>
                    </m:oMathParaPr>
                    <m:oMath xmlns:m="http://schemas.openxmlformats.org/officeDocument/2006/math">
                      <m:sSup>
                        <m:sSupPr>
                          <m:ctrlPr>
                            <a:rPr lang="en-IN" sz="2200" b="0" i="1" smtClean="0">
                              <a:solidFill>
                                <a:prstClr val="black"/>
                              </a:solidFill>
                              <a:latin typeface="Cambria Math" panose="02040503050406030204" pitchFamily="18" charset="0"/>
                              <a:cs typeface="Arial" pitchFamily="34" charset="0"/>
                            </a:rPr>
                          </m:ctrlPr>
                        </m:sSupPr>
                        <m:e>
                          <m:r>
                            <m:rPr>
                              <m:sty m:val="p"/>
                            </m:rPr>
                            <a:rPr lang="en-IN" sz="2200" b="0" i="0" smtClean="0">
                              <a:solidFill>
                                <a:prstClr val="black"/>
                              </a:solidFill>
                              <a:latin typeface="Cambria Math" panose="02040503050406030204" pitchFamily="18" charset="0"/>
                              <a:cs typeface="Arial" pitchFamily="34" charset="0"/>
                            </a:rPr>
                            <m:t>S</m:t>
                          </m:r>
                        </m:e>
                        <m:sup>
                          <m:r>
                            <a:rPr lang="en-IN" sz="2200" b="0" i="0" smtClean="0">
                              <a:solidFill>
                                <a:prstClr val="black"/>
                              </a:solidFill>
                              <a:latin typeface="Cambria Math" panose="02040503050406030204" pitchFamily="18" charset="0"/>
                              <a:cs typeface="Arial" pitchFamily="34" charset="0"/>
                            </a:rPr>
                            <m:t>2</m:t>
                          </m:r>
                        </m:sup>
                      </m:sSup>
                      <m:r>
                        <a:rPr lang="en-IN" sz="2200" b="0" i="0" smtClean="0">
                          <a:solidFill>
                            <a:prstClr val="black"/>
                          </a:solidFill>
                          <a:latin typeface="Cambria Math" panose="02040503050406030204" pitchFamily="18" charset="0"/>
                          <a:cs typeface="Arial" pitchFamily="34" charset="0"/>
                        </a:rPr>
                        <m:t>=</m:t>
                      </m:r>
                      <m:f>
                        <m:fPr>
                          <m:ctrlPr>
                            <a:rPr lang="en-IN" sz="2200" i="1">
                              <a:solidFill>
                                <a:prstClr val="black"/>
                              </a:solidFill>
                              <a:latin typeface="Cambria Math" panose="02040503050406030204" pitchFamily="18" charset="0"/>
                              <a:cs typeface="Arial" pitchFamily="34" charset="0"/>
                            </a:rPr>
                          </m:ctrlPr>
                        </m:fPr>
                        <m:num>
                          <m:nary>
                            <m:naryPr>
                              <m:chr m:val="∑"/>
                              <m:ctrlPr>
                                <a:rPr lang="en-IN" sz="2200" i="1">
                                  <a:solidFill>
                                    <a:prstClr val="black"/>
                                  </a:solidFill>
                                  <a:latin typeface="Cambria Math" panose="02040503050406030204" pitchFamily="18" charset="0"/>
                                  <a:cs typeface="Arial" pitchFamily="34" charset="0"/>
                                </a:rPr>
                              </m:ctrlPr>
                            </m:naryPr>
                            <m:sub>
                              <m:r>
                                <m:rPr>
                                  <m:sty m:val="p"/>
                                  <m:brk m:alnAt="23"/>
                                </m:rPr>
                                <a:rPr lang="en-IN" sz="2200">
                                  <a:solidFill>
                                    <a:prstClr val="black"/>
                                  </a:solidFill>
                                  <a:latin typeface="Cambria Math" panose="02040503050406030204" pitchFamily="18" charset="0"/>
                                  <a:cs typeface="Arial" pitchFamily="34" charset="0"/>
                                </a:rPr>
                                <m:t>i</m:t>
                              </m:r>
                              <m:r>
                                <a:rPr lang="en-IN" sz="2200">
                                  <a:solidFill>
                                    <a:prstClr val="black"/>
                                  </a:solidFill>
                                  <a:latin typeface="Cambria Math" panose="02040503050406030204" pitchFamily="18" charset="0"/>
                                  <a:cs typeface="Arial" pitchFamily="34" charset="0"/>
                                </a:rPr>
                                <m:t>=1</m:t>
                              </m:r>
                            </m:sub>
                            <m:sup>
                              <m:r>
                                <m:rPr>
                                  <m:sty m:val="p"/>
                                </m:rPr>
                                <a:rPr lang="en-IN" sz="2200">
                                  <a:solidFill>
                                    <a:prstClr val="black"/>
                                  </a:solidFill>
                                  <a:latin typeface="Cambria Math" panose="02040503050406030204" pitchFamily="18" charset="0"/>
                                  <a:cs typeface="Arial" pitchFamily="34" charset="0"/>
                                </a:rPr>
                                <m:t>n</m:t>
                              </m:r>
                            </m:sup>
                            <m:e>
                              <m:sSubSup>
                                <m:sSubSupPr>
                                  <m:ctrlPr>
                                    <a:rPr lang="en-IN" sz="2200" b="0" i="1" smtClean="0">
                                      <a:solidFill>
                                        <a:srgbClr val="C00000"/>
                                      </a:solidFill>
                                      <a:latin typeface="Cambria Math" panose="02040503050406030204" pitchFamily="18" charset="0"/>
                                      <a:cs typeface="Arial" pitchFamily="34" charset="0"/>
                                    </a:rPr>
                                  </m:ctrlPr>
                                </m:sSubSupPr>
                                <m:e>
                                  <m:r>
                                    <m:rPr>
                                      <m:sty m:val="p"/>
                                    </m:rPr>
                                    <a:rPr lang="en-IN" sz="2200" b="0" i="0" smtClean="0">
                                      <a:solidFill>
                                        <a:srgbClr val="C00000"/>
                                      </a:solidFill>
                                      <a:latin typeface="Cambria Math" panose="02040503050406030204" pitchFamily="18" charset="0"/>
                                      <a:cs typeface="Arial" pitchFamily="34" charset="0"/>
                                    </a:rPr>
                                    <m:t>d</m:t>
                                  </m:r>
                                </m:e>
                                <m:sub>
                                  <m:r>
                                    <m:rPr>
                                      <m:sty m:val="p"/>
                                    </m:rPr>
                                    <a:rPr lang="en-IN" sz="2200" b="0" i="0" smtClean="0">
                                      <a:solidFill>
                                        <a:srgbClr val="C00000"/>
                                      </a:solidFill>
                                      <a:latin typeface="Cambria Math" panose="02040503050406030204" pitchFamily="18" charset="0"/>
                                      <a:cs typeface="Arial" pitchFamily="34" charset="0"/>
                                    </a:rPr>
                                    <m:t>i</m:t>
                                  </m:r>
                                </m:sub>
                                <m:sup>
                                  <m:r>
                                    <a:rPr lang="en-IN" sz="2200" i="0">
                                      <a:solidFill>
                                        <a:srgbClr val="C00000"/>
                                      </a:solidFill>
                                      <a:latin typeface="Cambria Math" panose="02040503050406030204" pitchFamily="18" charset="0"/>
                                      <a:cs typeface="Arial" pitchFamily="34" charset="0"/>
                                    </a:rPr>
                                    <m:t>2</m:t>
                                  </m:r>
                                </m:sup>
                              </m:sSubSup>
                            </m:e>
                          </m:nary>
                        </m:num>
                        <m:den>
                          <m:r>
                            <m:rPr>
                              <m:sty m:val="p"/>
                            </m:rPr>
                            <a:rPr lang="en-IN" sz="2200" smtClean="0">
                              <a:solidFill>
                                <a:srgbClr val="0000FF"/>
                              </a:solidFill>
                              <a:latin typeface="Cambria Math" panose="02040503050406030204" pitchFamily="18" charset="0"/>
                              <a:cs typeface="Arial" pitchFamily="34" charset="0"/>
                            </a:rPr>
                            <m:t>n</m:t>
                          </m:r>
                          <m:r>
                            <a:rPr lang="en-IN" sz="2200" smtClean="0">
                              <a:solidFill>
                                <a:srgbClr val="0000FF"/>
                              </a:solidFill>
                              <a:latin typeface="Cambria Math" panose="02040503050406030204" pitchFamily="18" charset="0"/>
                              <a:cs typeface="Arial" pitchFamily="34" charset="0"/>
                            </a:rPr>
                            <m:t>−1</m:t>
                          </m:r>
                        </m:den>
                      </m:f>
                      <m:r>
                        <a:rPr lang="en-IN" sz="2200" b="0" i="0" smtClean="0">
                          <a:solidFill>
                            <a:prstClr val="black"/>
                          </a:solidFill>
                          <a:latin typeface="Cambria Math" panose="02040503050406030204" pitchFamily="18" charset="0"/>
                          <a:cs typeface="Arial" pitchFamily="34" charset="0"/>
                        </a:rPr>
                        <m:t>=</m:t>
                      </m:r>
                      <m:f>
                        <m:fPr>
                          <m:ctrlPr>
                            <a:rPr lang="en-IN" sz="2200" b="0" i="1" smtClean="0">
                              <a:solidFill>
                                <a:prstClr val="black"/>
                              </a:solidFill>
                              <a:latin typeface="Cambria Math" panose="02040503050406030204" pitchFamily="18" charset="0"/>
                              <a:cs typeface="Arial" pitchFamily="34" charset="0"/>
                            </a:rPr>
                          </m:ctrlPr>
                        </m:fPr>
                        <m:num>
                          <m:nary>
                            <m:naryPr>
                              <m:chr m:val="∑"/>
                              <m:ctrlPr>
                                <a:rPr lang="en-IN" sz="2200" i="1">
                                  <a:solidFill>
                                    <a:prstClr val="black"/>
                                  </a:solidFill>
                                  <a:latin typeface="Cambria Math" panose="02040503050406030204" pitchFamily="18" charset="0"/>
                                  <a:cs typeface="Arial" pitchFamily="34" charset="0"/>
                                </a:rPr>
                              </m:ctrlPr>
                            </m:naryPr>
                            <m:sub>
                              <m:r>
                                <m:rPr>
                                  <m:sty m:val="p"/>
                                  <m:brk m:alnAt="23"/>
                                </m:rPr>
                                <a:rPr lang="en-IN" sz="2200" i="0">
                                  <a:solidFill>
                                    <a:prstClr val="black"/>
                                  </a:solidFill>
                                  <a:latin typeface="Cambria Math" panose="02040503050406030204" pitchFamily="18" charset="0"/>
                                  <a:cs typeface="Arial" pitchFamily="34" charset="0"/>
                                </a:rPr>
                                <m:t>i</m:t>
                              </m:r>
                              <m:r>
                                <a:rPr lang="en-IN" sz="2200" i="0">
                                  <a:solidFill>
                                    <a:prstClr val="black"/>
                                  </a:solidFill>
                                  <a:latin typeface="Cambria Math" panose="02040503050406030204" pitchFamily="18" charset="0"/>
                                  <a:cs typeface="Arial" pitchFamily="34" charset="0"/>
                                </a:rPr>
                                <m:t>=1</m:t>
                              </m:r>
                            </m:sub>
                            <m:sup>
                              <m:r>
                                <m:rPr>
                                  <m:sty m:val="p"/>
                                </m:rPr>
                                <a:rPr lang="en-IN" sz="2200" i="0">
                                  <a:solidFill>
                                    <a:prstClr val="black"/>
                                  </a:solidFill>
                                  <a:latin typeface="Cambria Math" panose="02040503050406030204" pitchFamily="18" charset="0"/>
                                  <a:cs typeface="Arial" pitchFamily="34" charset="0"/>
                                </a:rPr>
                                <m:t>n</m:t>
                              </m:r>
                            </m:sup>
                            <m:e>
                              <m:sSup>
                                <m:sSupPr>
                                  <m:ctrlPr>
                                    <a:rPr lang="en-IN" sz="2200" i="1" smtClean="0">
                                      <a:solidFill>
                                        <a:srgbClr val="C00000"/>
                                      </a:solidFill>
                                      <a:latin typeface="Cambria Math" panose="02040503050406030204" pitchFamily="18" charset="0"/>
                                      <a:cs typeface="Arial" pitchFamily="34" charset="0"/>
                                    </a:rPr>
                                  </m:ctrlPr>
                                </m:sSupPr>
                                <m:e>
                                  <m:d>
                                    <m:dPr>
                                      <m:ctrlPr>
                                        <a:rPr lang="en-IN" sz="2200" i="1">
                                          <a:solidFill>
                                            <a:srgbClr val="C00000"/>
                                          </a:solidFill>
                                          <a:latin typeface="Cambria Math" panose="02040503050406030204" pitchFamily="18" charset="0"/>
                                          <a:cs typeface="Arial" pitchFamily="34" charset="0"/>
                                        </a:rPr>
                                      </m:ctrlPr>
                                    </m:dPr>
                                    <m:e>
                                      <m:sSub>
                                        <m:sSubPr>
                                          <m:ctrlPr>
                                            <a:rPr lang="en-IN" sz="2200" i="1">
                                              <a:solidFill>
                                                <a:srgbClr val="C00000"/>
                                              </a:solidFill>
                                              <a:latin typeface="Cambria Math" panose="02040503050406030204" pitchFamily="18" charset="0"/>
                                              <a:cs typeface="Arial" pitchFamily="34" charset="0"/>
                                            </a:rPr>
                                          </m:ctrlPr>
                                        </m:sSubPr>
                                        <m:e>
                                          <m:r>
                                            <m:rPr>
                                              <m:sty m:val="p"/>
                                            </m:rPr>
                                            <a:rPr lang="en-IN" sz="2200" b="0" i="0" smtClean="0">
                                              <a:solidFill>
                                                <a:srgbClr val="C00000"/>
                                              </a:solidFill>
                                              <a:latin typeface="Cambria Math" panose="02040503050406030204" pitchFamily="18" charset="0"/>
                                              <a:cs typeface="Arial" pitchFamily="34" charset="0"/>
                                            </a:rPr>
                                            <m:t>X</m:t>
                                          </m:r>
                                        </m:e>
                                        <m:sub>
                                          <m:r>
                                            <m:rPr>
                                              <m:sty m:val="p"/>
                                            </m:rPr>
                                            <a:rPr lang="en-IN" sz="2200" i="0">
                                              <a:solidFill>
                                                <a:srgbClr val="C00000"/>
                                              </a:solidFill>
                                              <a:latin typeface="Cambria Math" panose="02040503050406030204" pitchFamily="18" charset="0"/>
                                              <a:cs typeface="Arial" pitchFamily="34" charset="0"/>
                                            </a:rPr>
                                            <m:t>i</m:t>
                                          </m:r>
                                        </m:sub>
                                      </m:sSub>
                                      <m:r>
                                        <a:rPr lang="en-IN" sz="2200" i="0">
                                          <a:solidFill>
                                            <a:srgbClr val="C00000"/>
                                          </a:solidFill>
                                          <a:latin typeface="Cambria Math" panose="02040503050406030204" pitchFamily="18" charset="0"/>
                                          <a:cs typeface="Arial" pitchFamily="34" charset="0"/>
                                        </a:rPr>
                                        <m:t>−</m:t>
                                      </m:r>
                                      <m:acc>
                                        <m:accPr>
                                          <m:chr m:val="̅"/>
                                          <m:ctrlPr>
                                            <a:rPr lang="en-US" sz="2200" i="1">
                                              <a:solidFill>
                                                <a:srgbClr val="C00000"/>
                                              </a:solidFill>
                                              <a:latin typeface="Cambria Math" panose="02040503050406030204" pitchFamily="18" charset="0"/>
                                              <a:cs typeface="Arial" pitchFamily="34" charset="0"/>
                                            </a:rPr>
                                          </m:ctrlPr>
                                        </m:accPr>
                                        <m:e>
                                          <m:r>
                                            <m:rPr>
                                              <m:sty m:val="p"/>
                                            </m:rPr>
                                            <a:rPr lang="en-IN" sz="2200" b="0" i="0" smtClean="0">
                                              <a:solidFill>
                                                <a:srgbClr val="C00000"/>
                                              </a:solidFill>
                                              <a:latin typeface="Cambria Math" panose="02040503050406030204" pitchFamily="18" charset="0"/>
                                              <a:cs typeface="Arial" pitchFamily="34" charset="0"/>
                                            </a:rPr>
                                            <m:t>X</m:t>
                                          </m:r>
                                        </m:e>
                                      </m:acc>
                                    </m:e>
                                  </m:d>
                                </m:e>
                                <m:sup>
                                  <m:r>
                                    <a:rPr lang="en-IN" sz="2200" i="0">
                                      <a:solidFill>
                                        <a:srgbClr val="C00000"/>
                                      </a:solidFill>
                                      <a:latin typeface="Cambria Math" panose="02040503050406030204" pitchFamily="18" charset="0"/>
                                      <a:cs typeface="Arial" pitchFamily="34" charset="0"/>
                                    </a:rPr>
                                    <m:t>2</m:t>
                                  </m:r>
                                </m:sup>
                              </m:sSup>
                            </m:e>
                          </m:nary>
                        </m:num>
                        <m:den>
                          <m:r>
                            <m:rPr>
                              <m:sty m:val="p"/>
                            </m:rPr>
                            <a:rPr lang="en-IN" sz="2200" b="0" i="0" smtClean="0">
                              <a:solidFill>
                                <a:srgbClr val="0000FF"/>
                              </a:solidFill>
                              <a:latin typeface="Cambria Math" panose="02040503050406030204" pitchFamily="18" charset="0"/>
                              <a:cs typeface="Arial" pitchFamily="34" charset="0"/>
                            </a:rPr>
                            <m:t>n</m:t>
                          </m:r>
                          <m:r>
                            <a:rPr lang="en-IN" sz="2200" b="0" i="0" smtClean="0">
                              <a:solidFill>
                                <a:srgbClr val="0000FF"/>
                              </a:solidFill>
                              <a:latin typeface="Cambria Math" panose="02040503050406030204" pitchFamily="18" charset="0"/>
                              <a:cs typeface="Arial" pitchFamily="34" charset="0"/>
                            </a:rPr>
                            <m:t>−1</m:t>
                          </m:r>
                        </m:den>
                      </m:f>
                    </m:oMath>
                  </m:oMathPara>
                </a14:m>
                <a:endParaRPr lang="en-IN" sz="2200" b="0" dirty="0">
                  <a:solidFill>
                    <a:prstClr val="black"/>
                  </a:solidFill>
                  <a:latin typeface="Arial" pitchFamily="34" charset="0"/>
                  <a:cs typeface="Arial" pitchFamily="34" charset="0"/>
                </a:endParaRPr>
              </a:p>
              <a:p>
                <a:pPr algn="just">
                  <a:lnSpc>
                    <a:spcPct val="200000"/>
                  </a:lnSpc>
                </a:pPr>
                <a:r>
                  <a:rPr lang="en-IN" sz="2200" dirty="0">
                    <a:solidFill>
                      <a:prstClr val="black"/>
                    </a:solidFill>
                    <a:latin typeface="Arial" pitchFamily="34" charset="0"/>
                    <a:cs typeface="Arial" pitchFamily="34" charset="0"/>
                  </a:rPr>
                  <a:t>S</a:t>
                </a:r>
                <a:r>
                  <a:rPr lang="en-IN" sz="2200" baseline="30000" dirty="0">
                    <a:solidFill>
                      <a:prstClr val="black"/>
                    </a:solidFill>
                    <a:latin typeface="Arial" pitchFamily="34" charset="0"/>
                    <a:cs typeface="Arial" pitchFamily="34" charset="0"/>
                  </a:rPr>
                  <a:t>2</a:t>
                </a:r>
                <a:r>
                  <a:rPr lang="en-IN" sz="2200" dirty="0">
                    <a:solidFill>
                      <a:prstClr val="black"/>
                    </a:solidFill>
                    <a:latin typeface="Arial" pitchFamily="34" charset="0"/>
                    <a:cs typeface="Arial" pitchFamily="34" charset="0"/>
                  </a:rPr>
                  <a:t> is based upon using the sample mean in its definition which in turn is based on only </a:t>
                </a:r>
                <a:r>
                  <a:rPr lang="en-IN" sz="2200" dirty="0">
                    <a:solidFill>
                      <a:srgbClr val="0000FF"/>
                    </a:solidFill>
                    <a:latin typeface="Arial" pitchFamily="34" charset="0"/>
                    <a:cs typeface="Arial" pitchFamily="34" charset="0"/>
                  </a:rPr>
                  <a:t>n-1</a:t>
                </a:r>
                <a:r>
                  <a:rPr lang="en-IN" sz="2200" dirty="0">
                    <a:solidFill>
                      <a:prstClr val="black"/>
                    </a:solidFill>
                    <a:latin typeface="Arial" pitchFamily="34" charset="0"/>
                    <a:cs typeface="Arial" pitchFamily="34" charset="0"/>
                  </a:rPr>
                  <a:t> independent </a:t>
                </a:r>
                <a:r>
                  <a:rPr lang="en-IN" sz="2200" dirty="0">
                    <a:solidFill>
                      <a:srgbClr val="C00000"/>
                    </a:solidFill>
                    <a:latin typeface="Arial" pitchFamily="34" charset="0"/>
                    <a:cs typeface="Arial" pitchFamily="34" charset="0"/>
                  </a:rPr>
                  <a:t>deviations from the sample mean.  </a:t>
                </a:r>
              </a:p>
            </p:txBody>
          </p:sp>
        </mc:Choice>
        <mc:Fallback xmlns="">
          <p:sp>
            <p:nvSpPr>
              <p:cNvPr id="63493" name="TextBox 6"/>
              <p:cNvSpPr txBox="1">
                <a:spLocks noRot="1" noChangeAspect="1" noMove="1" noResize="1" noEditPoints="1" noAdjustHandles="1" noChangeArrowheads="1" noChangeShapeType="1" noTextEdit="1"/>
              </p:cNvSpPr>
              <p:nvPr/>
            </p:nvSpPr>
            <p:spPr bwMode="auto">
              <a:xfrm>
                <a:off x="755576" y="555526"/>
                <a:ext cx="8342995" cy="4177682"/>
              </a:xfrm>
              <a:prstGeom prst="rect">
                <a:avLst/>
              </a:prstGeom>
              <a:blipFill>
                <a:blip r:embed="rId2"/>
                <a:stretch>
                  <a:fillRect l="-950" r="-950"/>
                </a:stretch>
              </a:blipFill>
              <a:ln w="9525">
                <a:noFill/>
                <a:miter lim="800000"/>
                <a:headEnd/>
                <a:tailEnd/>
              </a:ln>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D802B42-9009-C10C-F216-91A5320178A6}"/>
                  </a:ext>
                </a:extLst>
              </p14:cNvPr>
              <p14:cNvContentPartPr/>
              <p14:nvPr/>
            </p14:nvContentPartPr>
            <p14:xfrm>
              <a:off x="1501200" y="939240"/>
              <a:ext cx="7560360" cy="1899000"/>
            </p14:xfrm>
          </p:contentPart>
        </mc:Choice>
        <mc:Fallback>
          <p:pic>
            <p:nvPicPr>
              <p:cNvPr id="2" name="Ink 1">
                <a:extLst>
                  <a:ext uri="{FF2B5EF4-FFF2-40B4-BE49-F238E27FC236}">
                    <a16:creationId xmlns:a16="http://schemas.microsoft.com/office/drawing/2014/main" id="{4D802B42-9009-C10C-F216-91A5320178A6}"/>
                  </a:ext>
                </a:extLst>
              </p:cNvPr>
              <p:cNvPicPr/>
              <p:nvPr/>
            </p:nvPicPr>
            <p:blipFill>
              <a:blip r:embed="rId4"/>
              <a:stretch>
                <a:fillRect/>
              </a:stretch>
            </p:blipFill>
            <p:spPr>
              <a:xfrm>
                <a:off x="1491840" y="929880"/>
                <a:ext cx="7579080" cy="1917720"/>
              </a:xfrm>
              <a:prstGeom prst="rect">
                <a:avLst/>
              </a:prstGeom>
            </p:spPr>
          </p:pic>
        </mc:Fallback>
      </mc:AlternateContent>
    </p:spTree>
    <p:extLst>
      <p:ext uri="{BB962C8B-B14F-4D97-AF65-F5344CB8AC3E}">
        <p14:creationId xmlns:p14="http://schemas.microsoft.com/office/powerpoint/2010/main" val="2411225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323528" y="51470"/>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Sample Standard Deviation S</a:t>
            </a:r>
            <a:r>
              <a:rPr kumimoji="0" lang="en-US" sz="3200" b="1" i="0" u="none" strike="noStrike" kern="1200" cap="none" spc="0" normalizeH="0" baseline="3000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2</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xmlns:a14="http://schemas.microsoft.com/office/drawing/2010/main">
        <mc:Choice Requires="a14">
          <p:sp>
            <p:nvSpPr>
              <p:cNvPr id="63493" name="TextBox 6"/>
              <p:cNvSpPr txBox="1">
                <a:spLocks noChangeArrowheads="1"/>
              </p:cNvSpPr>
              <p:nvPr/>
            </p:nvSpPr>
            <p:spPr bwMode="auto">
              <a:xfrm>
                <a:off x="467544" y="771550"/>
                <a:ext cx="8095524" cy="4272452"/>
              </a:xfrm>
              <a:prstGeom prst="rect">
                <a:avLst/>
              </a:prstGeom>
              <a:noFill/>
              <a:ln w="9525">
                <a:noFill/>
                <a:miter lim="800000"/>
                <a:headEnd/>
                <a:tailEnd/>
              </a:ln>
            </p:spPr>
            <p:txBody>
              <a:bodyPr wrap="square">
                <a:spAutoFit/>
              </a:bodyPr>
              <a:lstStyle/>
              <a:p>
                <a:pPr lvl="0" algn="ctr">
                  <a:lnSpc>
                    <a:spcPct val="200000"/>
                  </a:lnSpc>
                </a:pPr>
                <a14:m>
                  <m:oMathPara xmlns:m="http://schemas.openxmlformats.org/officeDocument/2006/math">
                    <m:oMathParaPr>
                      <m:jc m:val="centerGroup"/>
                    </m:oMathParaPr>
                    <m:oMath xmlns:m="http://schemas.openxmlformats.org/officeDocument/2006/math">
                      <m:sSup>
                        <m:sSupPr>
                          <m:ctrlPr>
                            <a:rPr lang="en-IN" sz="2200" b="0" i="1" smtClean="0">
                              <a:solidFill>
                                <a:prstClr val="black"/>
                              </a:solidFill>
                              <a:latin typeface="Cambria Math" panose="02040503050406030204" pitchFamily="18" charset="0"/>
                              <a:cs typeface="Arial" pitchFamily="34" charset="0"/>
                            </a:rPr>
                          </m:ctrlPr>
                        </m:sSupPr>
                        <m:e>
                          <m:r>
                            <m:rPr>
                              <m:sty m:val="p"/>
                            </m:rPr>
                            <a:rPr lang="en-IN" sz="2200" b="0" i="0" smtClean="0">
                              <a:solidFill>
                                <a:prstClr val="black"/>
                              </a:solidFill>
                              <a:latin typeface="Cambria Math" panose="02040503050406030204" pitchFamily="18" charset="0"/>
                              <a:cs typeface="Arial" pitchFamily="34" charset="0"/>
                            </a:rPr>
                            <m:t>S</m:t>
                          </m:r>
                        </m:e>
                        <m:sup>
                          <m:r>
                            <a:rPr lang="en-IN" sz="2200" b="0" i="0" smtClean="0">
                              <a:solidFill>
                                <a:prstClr val="black"/>
                              </a:solidFill>
                              <a:latin typeface="Cambria Math" panose="02040503050406030204" pitchFamily="18" charset="0"/>
                              <a:cs typeface="Arial" pitchFamily="34" charset="0"/>
                            </a:rPr>
                            <m:t>2</m:t>
                          </m:r>
                        </m:sup>
                      </m:sSup>
                      <m:r>
                        <a:rPr lang="en-IN" sz="2200" b="0" i="0" smtClean="0">
                          <a:solidFill>
                            <a:prstClr val="black"/>
                          </a:solidFill>
                          <a:latin typeface="Cambria Math" panose="02040503050406030204" pitchFamily="18" charset="0"/>
                          <a:cs typeface="Arial" pitchFamily="34" charset="0"/>
                        </a:rPr>
                        <m:t>=</m:t>
                      </m:r>
                      <m:f>
                        <m:fPr>
                          <m:ctrlPr>
                            <a:rPr lang="en-IN" sz="2200" i="1">
                              <a:solidFill>
                                <a:prstClr val="black"/>
                              </a:solidFill>
                              <a:latin typeface="Cambria Math" panose="02040503050406030204" pitchFamily="18" charset="0"/>
                              <a:cs typeface="Arial" pitchFamily="34" charset="0"/>
                            </a:rPr>
                          </m:ctrlPr>
                        </m:fPr>
                        <m:num>
                          <m:nary>
                            <m:naryPr>
                              <m:chr m:val="∑"/>
                              <m:ctrlPr>
                                <a:rPr lang="en-IN" sz="2200" i="1">
                                  <a:solidFill>
                                    <a:prstClr val="black"/>
                                  </a:solidFill>
                                  <a:latin typeface="Cambria Math" panose="02040503050406030204" pitchFamily="18" charset="0"/>
                                  <a:cs typeface="Arial" pitchFamily="34" charset="0"/>
                                </a:rPr>
                              </m:ctrlPr>
                            </m:naryPr>
                            <m:sub>
                              <m:r>
                                <m:rPr>
                                  <m:sty m:val="p"/>
                                  <m:brk m:alnAt="23"/>
                                </m:rPr>
                                <a:rPr lang="en-IN" sz="2200">
                                  <a:solidFill>
                                    <a:prstClr val="black"/>
                                  </a:solidFill>
                                  <a:latin typeface="Cambria Math" panose="02040503050406030204" pitchFamily="18" charset="0"/>
                                  <a:cs typeface="Arial" pitchFamily="34" charset="0"/>
                                </a:rPr>
                                <m:t>i</m:t>
                              </m:r>
                              <m:r>
                                <a:rPr lang="en-IN" sz="2200">
                                  <a:solidFill>
                                    <a:prstClr val="black"/>
                                  </a:solidFill>
                                  <a:latin typeface="Cambria Math" panose="02040503050406030204" pitchFamily="18" charset="0"/>
                                  <a:cs typeface="Arial" pitchFamily="34" charset="0"/>
                                </a:rPr>
                                <m:t>=1</m:t>
                              </m:r>
                            </m:sub>
                            <m:sup>
                              <m:r>
                                <m:rPr>
                                  <m:sty m:val="p"/>
                                </m:rPr>
                                <a:rPr lang="en-IN" sz="2200">
                                  <a:solidFill>
                                    <a:prstClr val="black"/>
                                  </a:solidFill>
                                  <a:latin typeface="Cambria Math" panose="02040503050406030204" pitchFamily="18" charset="0"/>
                                  <a:cs typeface="Arial" pitchFamily="34" charset="0"/>
                                </a:rPr>
                                <m:t>n</m:t>
                              </m:r>
                            </m:sup>
                            <m:e>
                              <m:sSubSup>
                                <m:sSubSupPr>
                                  <m:ctrlPr>
                                    <a:rPr lang="en-IN" sz="2200" b="0" i="1" smtClean="0">
                                      <a:solidFill>
                                        <a:srgbClr val="C00000"/>
                                      </a:solidFill>
                                      <a:latin typeface="Cambria Math" panose="02040503050406030204" pitchFamily="18" charset="0"/>
                                      <a:cs typeface="Arial" pitchFamily="34" charset="0"/>
                                    </a:rPr>
                                  </m:ctrlPr>
                                </m:sSubSupPr>
                                <m:e>
                                  <m:r>
                                    <m:rPr>
                                      <m:sty m:val="p"/>
                                    </m:rPr>
                                    <a:rPr lang="en-IN" sz="2200" b="0" i="0" smtClean="0">
                                      <a:solidFill>
                                        <a:srgbClr val="C00000"/>
                                      </a:solidFill>
                                      <a:latin typeface="Cambria Math" panose="02040503050406030204" pitchFamily="18" charset="0"/>
                                      <a:cs typeface="Arial" pitchFamily="34" charset="0"/>
                                    </a:rPr>
                                    <m:t>d</m:t>
                                  </m:r>
                                </m:e>
                                <m:sub>
                                  <m:r>
                                    <m:rPr>
                                      <m:sty m:val="p"/>
                                    </m:rPr>
                                    <a:rPr lang="en-IN" sz="2200" b="0" i="0" smtClean="0">
                                      <a:solidFill>
                                        <a:srgbClr val="C00000"/>
                                      </a:solidFill>
                                      <a:latin typeface="Cambria Math" panose="02040503050406030204" pitchFamily="18" charset="0"/>
                                      <a:cs typeface="Arial" pitchFamily="34" charset="0"/>
                                    </a:rPr>
                                    <m:t>i</m:t>
                                  </m:r>
                                </m:sub>
                                <m:sup>
                                  <m:r>
                                    <a:rPr lang="en-IN" sz="2200" i="0">
                                      <a:solidFill>
                                        <a:srgbClr val="C00000"/>
                                      </a:solidFill>
                                      <a:latin typeface="Cambria Math" panose="02040503050406030204" pitchFamily="18" charset="0"/>
                                      <a:cs typeface="Arial" pitchFamily="34" charset="0"/>
                                    </a:rPr>
                                    <m:t>2</m:t>
                                  </m:r>
                                </m:sup>
                              </m:sSubSup>
                            </m:e>
                          </m:nary>
                        </m:num>
                        <m:den>
                          <m:r>
                            <m:rPr>
                              <m:sty m:val="p"/>
                            </m:rPr>
                            <a:rPr lang="en-IN" sz="2200" smtClean="0">
                              <a:solidFill>
                                <a:srgbClr val="0000FF"/>
                              </a:solidFill>
                              <a:latin typeface="Cambria Math" panose="02040503050406030204" pitchFamily="18" charset="0"/>
                              <a:cs typeface="Arial" pitchFamily="34" charset="0"/>
                            </a:rPr>
                            <m:t>n</m:t>
                          </m:r>
                          <m:r>
                            <a:rPr lang="en-IN" sz="2200" smtClean="0">
                              <a:solidFill>
                                <a:srgbClr val="0000FF"/>
                              </a:solidFill>
                              <a:latin typeface="Cambria Math" panose="02040503050406030204" pitchFamily="18" charset="0"/>
                              <a:cs typeface="Arial" pitchFamily="34" charset="0"/>
                            </a:rPr>
                            <m:t>−1</m:t>
                          </m:r>
                        </m:den>
                      </m:f>
                      <m:r>
                        <a:rPr lang="en-IN" sz="2200" b="0" i="0" smtClean="0">
                          <a:solidFill>
                            <a:prstClr val="black"/>
                          </a:solidFill>
                          <a:latin typeface="Cambria Math" panose="02040503050406030204" pitchFamily="18" charset="0"/>
                          <a:cs typeface="Arial" pitchFamily="34" charset="0"/>
                        </a:rPr>
                        <m:t>=</m:t>
                      </m:r>
                      <m:f>
                        <m:fPr>
                          <m:ctrlPr>
                            <a:rPr lang="en-IN" sz="2200" b="0" i="1" smtClean="0">
                              <a:solidFill>
                                <a:prstClr val="black"/>
                              </a:solidFill>
                              <a:latin typeface="Cambria Math" panose="02040503050406030204" pitchFamily="18" charset="0"/>
                              <a:cs typeface="Arial" pitchFamily="34" charset="0"/>
                            </a:rPr>
                          </m:ctrlPr>
                        </m:fPr>
                        <m:num>
                          <m:nary>
                            <m:naryPr>
                              <m:chr m:val="∑"/>
                              <m:ctrlPr>
                                <a:rPr lang="en-IN" sz="2200" i="1">
                                  <a:solidFill>
                                    <a:prstClr val="black"/>
                                  </a:solidFill>
                                  <a:latin typeface="Cambria Math" panose="02040503050406030204" pitchFamily="18" charset="0"/>
                                  <a:cs typeface="Arial" pitchFamily="34" charset="0"/>
                                </a:rPr>
                              </m:ctrlPr>
                            </m:naryPr>
                            <m:sub>
                              <m:r>
                                <m:rPr>
                                  <m:sty m:val="p"/>
                                  <m:brk m:alnAt="23"/>
                                </m:rPr>
                                <a:rPr lang="en-IN" sz="2200" i="0">
                                  <a:solidFill>
                                    <a:prstClr val="black"/>
                                  </a:solidFill>
                                  <a:latin typeface="Cambria Math" panose="02040503050406030204" pitchFamily="18" charset="0"/>
                                  <a:cs typeface="Arial" pitchFamily="34" charset="0"/>
                                </a:rPr>
                                <m:t>i</m:t>
                              </m:r>
                              <m:r>
                                <a:rPr lang="en-IN" sz="2200" i="0">
                                  <a:solidFill>
                                    <a:prstClr val="black"/>
                                  </a:solidFill>
                                  <a:latin typeface="Cambria Math" panose="02040503050406030204" pitchFamily="18" charset="0"/>
                                  <a:cs typeface="Arial" pitchFamily="34" charset="0"/>
                                </a:rPr>
                                <m:t>=1</m:t>
                              </m:r>
                            </m:sub>
                            <m:sup>
                              <m:r>
                                <m:rPr>
                                  <m:sty m:val="p"/>
                                </m:rPr>
                                <a:rPr lang="en-IN" sz="2200" i="0">
                                  <a:solidFill>
                                    <a:prstClr val="black"/>
                                  </a:solidFill>
                                  <a:latin typeface="Cambria Math" panose="02040503050406030204" pitchFamily="18" charset="0"/>
                                  <a:cs typeface="Arial" pitchFamily="34" charset="0"/>
                                </a:rPr>
                                <m:t>n</m:t>
                              </m:r>
                            </m:sup>
                            <m:e>
                              <m:sSup>
                                <m:sSupPr>
                                  <m:ctrlPr>
                                    <a:rPr lang="en-IN" sz="2200" i="1" smtClean="0">
                                      <a:solidFill>
                                        <a:srgbClr val="C00000"/>
                                      </a:solidFill>
                                      <a:latin typeface="Cambria Math" panose="02040503050406030204" pitchFamily="18" charset="0"/>
                                      <a:cs typeface="Arial" pitchFamily="34" charset="0"/>
                                    </a:rPr>
                                  </m:ctrlPr>
                                </m:sSupPr>
                                <m:e>
                                  <m:d>
                                    <m:dPr>
                                      <m:ctrlPr>
                                        <a:rPr lang="en-IN" sz="2200" i="1">
                                          <a:solidFill>
                                            <a:srgbClr val="C00000"/>
                                          </a:solidFill>
                                          <a:latin typeface="Cambria Math" panose="02040503050406030204" pitchFamily="18" charset="0"/>
                                          <a:cs typeface="Arial" pitchFamily="34" charset="0"/>
                                        </a:rPr>
                                      </m:ctrlPr>
                                    </m:dPr>
                                    <m:e>
                                      <m:sSub>
                                        <m:sSubPr>
                                          <m:ctrlPr>
                                            <a:rPr lang="en-IN" sz="2200" i="1">
                                              <a:solidFill>
                                                <a:srgbClr val="C00000"/>
                                              </a:solidFill>
                                              <a:latin typeface="Cambria Math" panose="02040503050406030204" pitchFamily="18" charset="0"/>
                                              <a:cs typeface="Arial" pitchFamily="34" charset="0"/>
                                            </a:rPr>
                                          </m:ctrlPr>
                                        </m:sSubPr>
                                        <m:e>
                                          <m:r>
                                            <m:rPr>
                                              <m:sty m:val="p"/>
                                            </m:rPr>
                                            <a:rPr lang="en-IN" sz="2200" b="0" i="0" smtClean="0">
                                              <a:solidFill>
                                                <a:srgbClr val="C00000"/>
                                              </a:solidFill>
                                              <a:latin typeface="Cambria Math" panose="02040503050406030204" pitchFamily="18" charset="0"/>
                                              <a:cs typeface="Arial" pitchFamily="34" charset="0"/>
                                            </a:rPr>
                                            <m:t>X</m:t>
                                          </m:r>
                                        </m:e>
                                        <m:sub>
                                          <m:r>
                                            <m:rPr>
                                              <m:sty m:val="p"/>
                                            </m:rPr>
                                            <a:rPr lang="en-IN" sz="2200" i="0">
                                              <a:solidFill>
                                                <a:srgbClr val="C00000"/>
                                              </a:solidFill>
                                              <a:latin typeface="Cambria Math" panose="02040503050406030204" pitchFamily="18" charset="0"/>
                                              <a:cs typeface="Arial" pitchFamily="34" charset="0"/>
                                            </a:rPr>
                                            <m:t>i</m:t>
                                          </m:r>
                                        </m:sub>
                                      </m:sSub>
                                      <m:r>
                                        <a:rPr lang="en-IN" sz="2200" i="0">
                                          <a:solidFill>
                                            <a:srgbClr val="C00000"/>
                                          </a:solidFill>
                                          <a:latin typeface="Cambria Math" panose="02040503050406030204" pitchFamily="18" charset="0"/>
                                          <a:cs typeface="Arial" pitchFamily="34" charset="0"/>
                                        </a:rPr>
                                        <m:t>−</m:t>
                                      </m:r>
                                      <m:acc>
                                        <m:accPr>
                                          <m:chr m:val="̅"/>
                                          <m:ctrlPr>
                                            <a:rPr lang="en-US" sz="2200" i="1">
                                              <a:solidFill>
                                                <a:srgbClr val="C00000"/>
                                              </a:solidFill>
                                              <a:latin typeface="Cambria Math" panose="02040503050406030204" pitchFamily="18" charset="0"/>
                                              <a:cs typeface="Arial" pitchFamily="34" charset="0"/>
                                            </a:rPr>
                                          </m:ctrlPr>
                                        </m:accPr>
                                        <m:e>
                                          <m:r>
                                            <m:rPr>
                                              <m:sty m:val="p"/>
                                            </m:rPr>
                                            <a:rPr lang="en-IN" sz="2200" b="0" i="0" smtClean="0">
                                              <a:solidFill>
                                                <a:srgbClr val="C00000"/>
                                              </a:solidFill>
                                              <a:latin typeface="Cambria Math" panose="02040503050406030204" pitchFamily="18" charset="0"/>
                                              <a:cs typeface="Arial" pitchFamily="34" charset="0"/>
                                            </a:rPr>
                                            <m:t>X</m:t>
                                          </m:r>
                                        </m:e>
                                      </m:acc>
                                    </m:e>
                                  </m:d>
                                </m:e>
                                <m:sup>
                                  <m:r>
                                    <a:rPr lang="en-IN" sz="2200" i="0">
                                      <a:solidFill>
                                        <a:srgbClr val="C00000"/>
                                      </a:solidFill>
                                      <a:latin typeface="Cambria Math" panose="02040503050406030204" pitchFamily="18" charset="0"/>
                                      <a:cs typeface="Arial" pitchFamily="34" charset="0"/>
                                    </a:rPr>
                                    <m:t>2</m:t>
                                  </m:r>
                                </m:sup>
                              </m:sSup>
                            </m:e>
                          </m:nary>
                        </m:num>
                        <m:den>
                          <m:r>
                            <m:rPr>
                              <m:sty m:val="p"/>
                            </m:rPr>
                            <a:rPr lang="en-IN" sz="2200" b="0" i="0" smtClean="0">
                              <a:solidFill>
                                <a:srgbClr val="0000FF"/>
                              </a:solidFill>
                              <a:latin typeface="Cambria Math" panose="02040503050406030204" pitchFamily="18" charset="0"/>
                              <a:cs typeface="Arial" pitchFamily="34" charset="0"/>
                            </a:rPr>
                            <m:t>n</m:t>
                          </m:r>
                          <m:r>
                            <a:rPr lang="en-IN" sz="2200" b="0" i="0" smtClean="0">
                              <a:solidFill>
                                <a:srgbClr val="0000FF"/>
                              </a:solidFill>
                              <a:latin typeface="Cambria Math" panose="02040503050406030204" pitchFamily="18" charset="0"/>
                              <a:cs typeface="Arial" pitchFamily="34" charset="0"/>
                            </a:rPr>
                            <m:t>−1</m:t>
                          </m:r>
                        </m:den>
                      </m:f>
                    </m:oMath>
                  </m:oMathPara>
                </a14:m>
                <a:endParaRPr lang="en-IN" sz="2200" b="0" dirty="0">
                  <a:solidFill>
                    <a:prstClr val="black"/>
                  </a:solidFill>
                  <a:latin typeface="Arial" pitchFamily="34" charset="0"/>
                  <a:cs typeface="Arial" pitchFamily="34" charset="0"/>
                </a:endParaRPr>
              </a:p>
              <a:p>
                <a:pPr marL="342900" indent="-342900" algn="just">
                  <a:lnSpc>
                    <a:spcPct val="200000"/>
                  </a:lnSpc>
                  <a:buClr>
                    <a:srgbClr val="0000FF"/>
                  </a:buClr>
                  <a:buFont typeface="Wingdings" panose="05000000000000000000" pitchFamily="2" charset="2"/>
                  <a:buChar char="v"/>
                </a:pPr>
                <a:r>
                  <a:rPr lang="en-IN" sz="2200" dirty="0">
                    <a:solidFill>
                      <a:prstClr val="black"/>
                    </a:solidFill>
                    <a:latin typeface="Arial" pitchFamily="34" charset="0"/>
                    <a:cs typeface="Arial" pitchFamily="34" charset="0"/>
                  </a:rPr>
                  <a:t>The sum of squares of the deviations from the mean </a:t>
                </a:r>
                <a14:m>
                  <m:oMath xmlns:m="http://schemas.openxmlformats.org/officeDocument/2006/math">
                    <m:nary>
                      <m:naryPr>
                        <m:chr m:val="∑"/>
                        <m:ctrlPr>
                          <a:rPr lang="en-IN" sz="2200" i="1">
                            <a:solidFill>
                              <a:prstClr val="black"/>
                            </a:solidFill>
                            <a:latin typeface="Cambria Math" panose="02040503050406030204" pitchFamily="18" charset="0"/>
                            <a:cs typeface="Arial" pitchFamily="34" charset="0"/>
                          </a:rPr>
                        </m:ctrlPr>
                      </m:naryPr>
                      <m:sub>
                        <m:r>
                          <m:rPr>
                            <m:sty m:val="p"/>
                            <m:brk m:alnAt="23"/>
                          </m:rPr>
                          <a:rPr lang="en-IN" sz="2200">
                            <a:solidFill>
                              <a:prstClr val="black"/>
                            </a:solidFill>
                            <a:latin typeface="Cambria Math" panose="02040503050406030204" pitchFamily="18" charset="0"/>
                            <a:cs typeface="Arial" pitchFamily="34" charset="0"/>
                          </a:rPr>
                          <m:t>i</m:t>
                        </m:r>
                        <m:r>
                          <a:rPr lang="en-IN" sz="2200">
                            <a:solidFill>
                              <a:prstClr val="black"/>
                            </a:solidFill>
                            <a:latin typeface="Cambria Math" panose="02040503050406030204" pitchFamily="18" charset="0"/>
                            <a:cs typeface="Arial" pitchFamily="34" charset="0"/>
                          </a:rPr>
                          <m:t>=1</m:t>
                        </m:r>
                      </m:sub>
                      <m:sup>
                        <m:r>
                          <m:rPr>
                            <m:sty m:val="p"/>
                          </m:rPr>
                          <a:rPr lang="en-IN" sz="2200">
                            <a:solidFill>
                              <a:prstClr val="black"/>
                            </a:solidFill>
                            <a:latin typeface="Cambria Math" panose="02040503050406030204" pitchFamily="18" charset="0"/>
                            <a:cs typeface="Arial" pitchFamily="34" charset="0"/>
                          </a:rPr>
                          <m:t>n</m:t>
                        </m:r>
                      </m:sup>
                      <m:e>
                        <m:sSubSup>
                          <m:sSubSupPr>
                            <m:ctrlPr>
                              <a:rPr lang="en-IN" sz="2200" i="1">
                                <a:solidFill>
                                  <a:srgbClr val="C00000"/>
                                </a:solidFill>
                                <a:latin typeface="Cambria Math" panose="02040503050406030204" pitchFamily="18" charset="0"/>
                                <a:cs typeface="Arial" pitchFamily="34" charset="0"/>
                              </a:rPr>
                            </m:ctrlPr>
                          </m:sSubSupPr>
                          <m:e>
                            <m:r>
                              <m:rPr>
                                <m:sty m:val="p"/>
                              </m:rPr>
                              <a:rPr lang="en-IN" sz="2200">
                                <a:solidFill>
                                  <a:srgbClr val="C00000"/>
                                </a:solidFill>
                                <a:latin typeface="Cambria Math" panose="02040503050406030204" pitchFamily="18" charset="0"/>
                                <a:cs typeface="Arial" pitchFamily="34" charset="0"/>
                              </a:rPr>
                              <m:t>d</m:t>
                            </m:r>
                          </m:e>
                          <m:sub>
                            <m:r>
                              <m:rPr>
                                <m:sty m:val="p"/>
                              </m:rPr>
                              <a:rPr lang="en-IN" sz="2200">
                                <a:solidFill>
                                  <a:srgbClr val="C00000"/>
                                </a:solidFill>
                                <a:latin typeface="Cambria Math" panose="02040503050406030204" pitchFamily="18" charset="0"/>
                                <a:cs typeface="Arial" pitchFamily="34" charset="0"/>
                              </a:rPr>
                              <m:t>i</m:t>
                            </m:r>
                          </m:sub>
                          <m:sup>
                            <m:r>
                              <a:rPr lang="en-IN" sz="2200">
                                <a:solidFill>
                                  <a:srgbClr val="C00000"/>
                                </a:solidFill>
                                <a:latin typeface="Cambria Math" panose="02040503050406030204" pitchFamily="18" charset="0"/>
                                <a:cs typeface="Arial" pitchFamily="34" charset="0"/>
                              </a:rPr>
                              <m:t>2</m:t>
                            </m:r>
                          </m:sup>
                        </m:sSubSup>
                      </m:e>
                    </m:nary>
                  </m:oMath>
                </a14:m>
                <a:r>
                  <a:rPr lang="en-IN" sz="2200" dirty="0">
                    <a:solidFill>
                      <a:prstClr val="black"/>
                    </a:solidFill>
                    <a:latin typeface="Arial" pitchFamily="34" charset="0"/>
                    <a:cs typeface="Arial" pitchFamily="34" charset="0"/>
                  </a:rPr>
                  <a:t> involves only n-1 independent squared deviations.</a:t>
                </a:r>
              </a:p>
              <a:p>
                <a:pPr marL="342900" lvl="0" indent="-342900" algn="just">
                  <a:lnSpc>
                    <a:spcPct val="200000"/>
                  </a:lnSpc>
                  <a:buClr>
                    <a:srgbClr val="0000FF"/>
                  </a:buClr>
                  <a:buFont typeface="Wingdings" panose="05000000000000000000" pitchFamily="2" charset="2"/>
                  <a:buChar char="v"/>
                </a:pPr>
                <a:r>
                  <a:rPr lang="en-IN" sz="2200" dirty="0">
                    <a:solidFill>
                      <a:prstClr val="black"/>
                    </a:solidFill>
                    <a:latin typeface="Arial" pitchFamily="34" charset="0"/>
                    <a:cs typeface="Arial" pitchFamily="34" charset="0"/>
                  </a:rPr>
                  <a:t>Hence, there are only n-1 degrees of freedom among the n d</a:t>
                </a:r>
                <a:r>
                  <a:rPr lang="en-IN" sz="2200" baseline="-25000" dirty="0">
                    <a:solidFill>
                      <a:prstClr val="black"/>
                    </a:solidFill>
                    <a:latin typeface="Arial" pitchFamily="34" charset="0"/>
                    <a:cs typeface="Arial" pitchFamily="34" charset="0"/>
                  </a:rPr>
                  <a:t>i</a:t>
                </a:r>
                <a:r>
                  <a:rPr lang="en-IN" sz="2200" baseline="30000" dirty="0">
                    <a:solidFill>
                      <a:prstClr val="black"/>
                    </a:solidFill>
                    <a:latin typeface="Arial" pitchFamily="34" charset="0"/>
                    <a:cs typeface="Arial" pitchFamily="34" charset="0"/>
                  </a:rPr>
                  <a:t>2 </a:t>
                </a:r>
                <a:r>
                  <a:rPr lang="en-IN" sz="2200" dirty="0">
                    <a:solidFill>
                      <a:prstClr val="black"/>
                    </a:solidFill>
                    <a:latin typeface="Arial" pitchFamily="34" charset="0"/>
                    <a:cs typeface="Arial" pitchFamily="34" charset="0"/>
                  </a:rPr>
                  <a:t> due to the constraint  </a:t>
                </a:r>
                <a14:m>
                  <m:oMath xmlns:m="http://schemas.openxmlformats.org/officeDocument/2006/math">
                    <m:nary>
                      <m:naryPr>
                        <m:chr m:val="∑"/>
                        <m:ctrlPr>
                          <a:rPr lang="en-IN" sz="2400" i="1">
                            <a:solidFill>
                              <a:prstClr val="black"/>
                            </a:solidFill>
                            <a:latin typeface="Cambria Math" panose="02040503050406030204" pitchFamily="18" charset="0"/>
                            <a:cs typeface="Arial" pitchFamily="34" charset="0"/>
                          </a:rPr>
                        </m:ctrlPr>
                      </m:naryPr>
                      <m:sub>
                        <m:r>
                          <m:rPr>
                            <m:sty m:val="p"/>
                            <m:brk m:alnAt="23"/>
                          </m:rPr>
                          <a:rPr lang="en-IN" sz="2400">
                            <a:solidFill>
                              <a:prstClr val="black"/>
                            </a:solidFill>
                            <a:latin typeface="Cambria Math" panose="02040503050406030204" pitchFamily="18" charset="0"/>
                            <a:cs typeface="Arial" pitchFamily="34" charset="0"/>
                          </a:rPr>
                          <m:t>i</m:t>
                        </m:r>
                        <m:r>
                          <a:rPr lang="en-IN" sz="2400">
                            <a:solidFill>
                              <a:prstClr val="black"/>
                            </a:solidFill>
                            <a:latin typeface="Cambria Math" panose="02040503050406030204" pitchFamily="18" charset="0"/>
                            <a:cs typeface="Arial" pitchFamily="34" charset="0"/>
                          </a:rPr>
                          <m:t>=1</m:t>
                        </m:r>
                      </m:sub>
                      <m:sup>
                        <m:r>
                          <m:rPr>
                            <m:sty m:val="p"/>
                          </m:rPr>
                          <a:rPr lang="en-IN" sz="2400">
                            <a:solidFill>
                              <a:prstClr val="black"/>
                            </a:solidFill>
                            <a:latin typeface="Cambria Math" panose="02040503050406030204" pitchFamily="18" charset="0"/>
                            <a:cs typeface="Arial" pitchFamily="34" charset="0"/>
                          </a:rPr>
                          <m:t>n</m:t>
                        </m:r>
                      </m:sup>
                      <m:e>
                        <m:sSub>
                          <m:sSubPr>
                            <m:ctrlPr>
                              <a:rPr lang="en-IN" sz="2400" i="1">
                                <a:solidFill>
                                  <a:prstClr val="black"/>
                                </a:solidFill>
                                <a:latin typeface="Cambria Math" panose="02040503050406030204" pitchFamily="18" charset="0"/>
                                <a:cs typeface="Arial" pitchFamily="34" charset="0"/>
                              </a:rPr>
                            </m:ctrlPr>
                          </m:sSubPr>
                          <m:e>
                            <m:r>
                              <m:rPr>
                                <m:sty m:val="p"/>
                              </m:rPr>
                              <a:rPr lang="en-IN" sz="2400">
                                <a:solidFill>
                                  <a:prstClr val="black"/>
                                </a:solidFill>
                                <a:latin typeface="Cambria Math" panose="02040503050406030204" pitchFamily="18" charset="0"/>
                                <a:cs typeface="Arial" pitchFamily="34" charset="0"/>
                              </a:rPr>
                              <m:t>d</m:t>
                            </m:r>
                          </m:e>
                          <m:sub>
                            <m:r>
                              <m:rPr>
                                <m:sty m:val="p"/>
                              </m:rPr>
                              <a:rPr lang="en-IN" sz="2400">
                                <a:solidFill>
                                  <a:prstClr val="black"/>
                                </a:solidFill>
                                <a:latin typeface="Cambria Math" panose="02040503050406030204" pitchFamily="18" charset="0"/>
                                <a:cs typeface="Arial" pitchFamily="34" charset="0"/>
                              </a:rPr>
                              <m:t>i</m:t>
                            </m:r>
                          </m:sub>
                        </m:sSub>
                      </m:e>
                    </m:nary>
                    <m:r>
                      <a:rPr lang="en-IN" sz="2400" i="1">
                        <a:solidFill>
                          <a:prstClr val="black"/>
                        </a:solidFill>
                        <a:latin typeface="Cambria Math" panose="02040503050406030204" pitchFamily="18" charset="0"/>
                        <a:cs typeface="Arial" pitchFamily="34" charset="0"/>
                      </a:rPr>
                      <m:t>=0</m:t>
                    </m:r>
                  </m:oMath>
                </a14:m>
                <a:endParaRPr lang="en-IN" sz="2200" dirty="0">
                  <a:solidFill>
                    <a:srgbClr val="C00000"/>
                  </a:solidFill>
                  <a:latin typeface="Arial" pitchFamily="34" charset="0"/>
                  <a:cs typeface="Arial" pitchFamily="34" charset="0"/>
                </a:endParaRPr>
              </a:p>
            </p:txBody>
          </p:sp>
        </mc:Choice>
        <mc:Fallback xmlns="">
          <p:sp>
            <p:nvSpPr>
              <p:cNvPr id="63493" name="TextBox 6"/>
              <p:cNvSpPr txBox="1">
                <a:spLocks noRot="1" noChangeAspect="1" noMove="1" noResize="1" noEditPoints="1" noAdjustHandles="1" noChangeArrowheads="1" noChangeShapeType="1" noTextEdit="1"/>
              </p:cNvSpPr>
              <p:nvPr/>
            </p:nvSpPr>
            <p:spPr bwMode="auto">
              <a:xfrm>
                <a:off x="467544" y="771550"/>
                <a:ext cx="8095524" cy="4272452"/>
              </a:xfrm>
              <a:prstGeom prst="rect">
                <a:avLst/>
              </a:prstGeom>
              <a:blipFill>
                <a:blip r:embed="rId2"/>
                <a:stretch>
                  <a:fillRect l="-828" r="-3614" b="-18000"/>
                </a:stretch>
              </a:blipFill>
              <a:ln w="9525">
                <a:no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1395567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359532" y="-3709"/>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Degrees of Freedom</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mc:Choice xmlns:a14="http://schemas.microsoft.com/office/drawing/2010/main" Requires="a14">
          <p:sp>
            <p:nvSpPr>
              <p:cNvPr id="63493" name="TextBox 6"/>
              <p:cNvSpPr txBox="1">
                <a:spLocks noChangeArrowheads="1"/>
              </p:cNvSpPr>
              <p:nvPr/>
            </p:nvSpPr>
            <p:spPr bwMode="auto">
              <a:xfrm>
                <a:off x="395536" y="483518"/>
                <a:ext cx="8641780" cy="5462906"/>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C00000"/>
                    </a:solidFill>
                    <a:effectLst/>
                    <a:uLnTx/>
                    <a:uFillTx/>
                    <a:latin typeface="Arial" pitchFamily="34" charset="0"/>
                    <a:cs typeface="Arial" pitchFamily="34" charset="0"/>
                  </a:rPr>
                  <a:t>SS</a:t>
                </a:r>
                <a:r>
                  <a:rPr kumimoji="0" lang="en-US" sz="2000" b="0" i="0" u="none" strike="noStrike" kern="1200" cap="none" spc="0" normalizeH="0" baseline="-25000" noProof="0" dirty="0" err="1">
                    <a:ln>
                      <a:noFill/>
                    </a:ln>
                    <a:solidFill>
                      <a:srgbClr val="C00000"/>
                    </a:solidFill>
                    <a:effectLst/>
                    <a:uLnTx/>
                    <a:uFillTx/>
                    <a:latin typeface="Arial" pitchFamily="34" charset="0"/>
                    <a:cs typeface="Arial" pitchFamily="34" charset="0"/>
                  </a:rPr>
                  <a:t>Total</a:t>
                </a:r>
                <a:r>
                  <a:rPr kumimoji="0" lang="en-US" sz="2000" b="0" i="0" u="none" strike="noStrike" kern="1200" cap="none" spc="0" normalizeH="0" baseline="0" noProof="0" dirty="0">
                    <a:ln>
                      <a:noFill/>
                    </a:ln>
                    <a:solidFill>
                      <a:srgbClr val="C00000"/>
                    </a:solidFill>
                    <a:effectLst/>
                    <a:uLnTx/>
                    <a:uFillTx/>
                    <a:latin typeface="Arial" pitchFamily="34" charset="0"/>
                    <a:cs typeface="Arial" pitchFamily="34" charset="0"/>
                  </a:rPr>
                  <a:t> </a:t>
                </a:r>
                <a:r>
                  <a:rPr kumimoji="0" lang="en-US" sz="2000" b="0" i="0" u="none" strike="noStrike" kern="1200" cap="none" spc="0" normalizeH="0" baseline="0" noProof="0" dirty="0">
                    <a:ln>
                      <a:noFill/>
                    </a:ln>
                    <a:solidFill>
                      <a:srgbClr val="002060"/>
                    </a:solidFill>
                    <a:effectLst/>
                    <a:uLnTx/>
                    <a:uFillTx/>
                    <a:latin typeface="Arial" pitchFamily="34" charset="0"/>
                    <a:cs typeface="Arial" pitchFamily="34" charset="0"/>
                  </a:rPr>
                  <a:t>= + </a:t>
                </a:r>
                <a:r>
                  <a:rPr kumimoji="0" lang="en-US" sz="2000" b="0" i="0" u="none" strike="noStrike" kern="1200" cap="none" spc="0" normalizeH="0" baseline="0" noProof="0" dirty="0" err="1">
                    <a:ln>
                      <a:noFill/>
                    </a:ln>
                    <a:solidFill>
                      <a:srgbClr val="0000FF"/>
                    </a:solidFill>
                    <a:effectLst/>
                    <a:uLnTx/>
                    <a:uFillTx/>
                    <a:latin typeface="Arial" pitchFamily="34" charset="0"/>
                    <a:cs typeface="Arial" pitchFamily="34" charset="0"/>
                  </a:rPr>
                  <a:t>SS</a:t>
                </a:r>
                <a:r>
                  <a:rPr kumimoji="0" lang="en-US" sz="2000" b="0" i="0" u="none" strike="noStrike" kern="1200" cap="none" spc="0" normalizeH="0" baseline="-25000" noProof="0" dirty="0" err="1">
                    <a:ln>
                      <a:noFill/>
                    </a:ln>
                    <a:solidFill>
                      <a:srgbClr val="0000FF"/>
                    </a:solidFill>
                    <a:effectLst/>
                    <a:uLnTx/>
                    <a:uFillTx/>
                    <a:latin typeface="Arial" pitchFamily="34" charset="0"/>
                    <a:cs typeface="Arial" pitchFamily="34" charset="0"/>
                  </a:rPr>
                  <a:t>Residual</a:t>
                </a:r>
                <a:r>
                  <a:rPr kumimoji="0" lang="en-US" sz="2000" b="0" i="0" u="none" strike="noStrike" kern="1200" cap="none" spc="0" normalizeH="0" baseline="-25000" noProof="0" dirty="0">
                    <a:ln>
                      <a:noFill/>
                    </a:ln>
                    <a:solidFill>
                      <a:srgbClr val="0000FF"/>
                    </a:solidFill>
                    <a:effectLst/>
                    <a:uLnTx/>
                    <a:uFillTx/>
                    <a:latin typeface="Arial" pitchFamily="34" charset="0"/>
                    <a:cs typeface="Arial" pitchFamily="34" charset="0"/>
                  </a:rPr>
                  <a:t>  </a:t>
                </a:r>
                <a:r>
                  <a:rPr kumimoji="0" lang="en-US" sz="2000" b="0" i="0" u="none" strike="noStrike" kern="1200" cap="none" spc="0" normalizeH="0" noProof="0" dirty="0">
                    <a:ln>
                      <a:noFill/>
                    </a:ln>
                    <a:solidFill>
                      <a:srgbClr val="0000FF"/>
                    </a:solidFill>
                    <a:effectLst/>
                    <a:uLnTx/>
                    <a:uFillTx/>
                    <a:latin typeface="Arial" pitchFamily="34" charset="0"/>
                    <a:cs typeface="Arial" pitchFamily="34" charset="0"/>
                  </a:rPr>
                  <a:t>+ </a:t>
                </a:r>
                <a:r>
                  <a:rPr kumimoji="0" lang="en-US" sz="2000" b="0" i="0" u="none" strike="noStrike" kern="1200" cap="none" spc="0" normalizeH="0" noProof="0" dirty="0" err="1">
                    <a:ln>
                      <a:noFill/>
                    </a:ln>
                    <a:solidFill>
                      <a:srgbClr val="00B0F0"/>
                    </a:solidFill>
                    <a:effectLst/>
                    <a:uLnTx/>
                    <a:uFillTx/>
                    <a:latin typeface="Arial" pitchFamily="34" charset="0"/>
                    <a:cs typeface="Arial" pitchFamily="34" charset="0"/>
                  </a:rPr>
                  <a:t>SS</a:t>
                </a:r>
                <a:r>
                  <a:rPr kumimoji="0" lang="en-US" sz="2000" b="0" i="0" u="none" strike="noStrike" kern="1200" cap="none" spc="0" normalizeH="0" baseline="-25000" noProof="0" dirty="0" err="1">
                    <a:ln>
                      <a:noFill/>
                    </a:ln>
                    <a:solidFill>
                      <a:srgbClr val="00B0F0"/>
                    </a:solidFill>
                    <a:effectLst/>
                    <a:uLnTx/>
                    <a:uFillTx/>
                    <a:latin typeface="Arial" pitchFamily="34" charset="0"/>
                    <a:cs typeface="Arial" pitchFamily="34" charset="0"/>
                  </a:rPr>
                  <a:t>Regression</a:t>
                </a:r>
                <a:endParaRPr kumimoji="0" lang="en-US" sz="2000" b="0" i="0" u="none" strike="noStrike" kern="1200" cap="none" spc="0" normalizeH="0" baseline="-25000" noProof="0" dirty="0">
                  <a:ln>
                    <a:noFill/>
                  </a:ln>
                  <a:solidFill>
                    <a:srgbClr val="00B0F0"/>
                  </a:solidFill>
                  <a:effectLst/>
                  <a:uLnTx/>
                  <a:uFillTx/>
                  <a:latin typeface="Arial" pitchFamily="34" charset="0"/>
                  <a:cs typeface="Arial" pitchFamily="34" charset="0"/>
                </a:endParaRPr>
              </a:p>
              <a:p>
                <a:pPr lvl="0" algn="ctr">
                  <a:lnSpc>
                    <a:spcPct val="200000"/>
                  </a:lnSpc>
                </a:pPr>
                <a14:m>
                  <m:oMathPara xmlns:m="http://schemas.openxmlformats.org/officeDocument/2006/math">
                    <m:oMathParaPr>
                      <m:jc m:val="centerGroup"/>
                    </m:oMathParaPr>
                    <m:oMath xmlns:m="http://schemas.openxmlformats.org/officeDocument/2006/math">
                      <m:nary>
                        <m:naryPr>
                          <m:chr m:val="∑"/>
                          <m:ctrlPr>
                            <a:rPr lang="en-US" sz="2000" i="1">
                              <a:solidFill>
                                <a:prstClr val="black">
                                  <a:lumMod val="95000"/>
                                  <a:lumOff val="5000"/>
                                </a:prstClr>
                              </a:solidFill>
                              <a:latin typeface="Cambria Math" panose="02040503050406030204" pitchFamily="18" charset="0"/>
                              <a:cs typeface="Arial" pitchFamily="34" charset="0"/>
                            </a:rPr>
                          </m:ctrlPr>
                        </m:naryPr>
                        <m:sub>
                          <m:r>
                            <m:rPr>
                              <m:sty m:val="p"/>
                              <m:brk m:alnAt="23"/>
                            </m:rPr>
                            <a:rPr lang="en-IN" sz="2000">
                              <a:solidFill>
                                <a:prstClr val="black">
                                  <a:lumMod val="95000"/>
                                  <a:lumOff val="5000"/>
                                </a:prstClr>
                              </a:solidFill>
                              <a:latin typeface="Cambria Math" panose="02040503050406030204" pitchFamily="18" charset="0"/>
                              <a:cs typeface="Arial" pitchFamily="34" charset="0"/>
                            </a:rPr>
                            <m:t>i</m:t>
                          </m:r>
                          <m:r>
                            <a:rPr lang="en-IN" sz="2000">
                              <a:solidFill>
                                <a:prstClr val="black">
                                  <a:lumMod val="95000"/>
                                  <a:lumOff val="5000"/>
                                </a:prstClr>
                              </a:solidFill>
                              <a:latin typeface="Cambria Math" panose="02040503050406030204" pitchFamily="18" charset="0"/>
                              <a:cs typeface="Arial" pitchFamily="34" charset="0"/>
                            </a:rPr>
                            <m:t>=1</m:t>
                          </m:r>
                        </m:sub>
                        <m:sup>
                          <m:r>
                            <m:rPr>
                              <m:sty m:val="p"/>
                            </m:rPr>
                            <a:rPr lang="en-IN" sz="2000">
                              <a:solidFill>
                                <a:prstClr val="black">
                                  <a:lumMod val="95000"/>
                                  <a:lumOff val="5000"/>
                                </a:prstClr>
                              </a:solidFill>
                              <a:latin typeface="Cambria Math" panose="02040503050406030204" pitchFamily="18" charset="0"/>
                              <a:cs typeface="Arial" pitchFamily="34" charset="0"/>
                            </a:rPr>
                            <m:t>n</m:t>
                          </m:r>
                        </m:sup>
                        <m:e>
                          <m:sSup>
                            <m:sSupPr>
                              <m:ctrlPr>
                                <a:rPr lang="en-IN" sz="2000" i="1">
                                  <a:solidFill>
                                    <a:srgbClr val="C00000"/>
                                  </a:solidFill>
                                  <a:latin typeface="Cambria Math" panose="02040503050406030204" pitchFamily="18" charset="0"/>
                                  <a:cs typeface="Arial" pitchFamily="34" charset="0"/>
                                </a:rPr>
                              </m:ctrlPr>
                            </m:sSupPr>
                            <m:e>
                              <m:d>
                                <m:dPr>
                                  <m:ctrlPr>
                                    <a:rPr lang="en-IN" sz="2000" i="1">
                                      <a:solidFill>
                                        <a:srgbClr val="C00000"/>
                                      </a:solidFill>
                                      <a:latin typeface="Cambria Math" panose="02040503050406030204" pitchFamily="18" charset="0"/>
                                      <a:cs typeface="Arial" pitchFamily="34" charset="0"/>
                                    </a:rPr>
                                  </m:ctrlPr>
                                </m:dPr>
                                <m:e>
                                  <m:sSub>
                                    <m:sSubPr>
                                      <m:ctrlPr>
                                        <a:rPr lang="en-IN" sz="2000" i="1">
                                          <a:solidFill>
                                            <a:srgbClr val="C00000"/>
                                          </a:solidFill>
                                          <a:latin typeface="Cambria Math" panose="02040503050406030204" pitchFamily="18" charset="0"/>
                                          <a:cs typeface="Arial" pitchFamily="34" charset="0"/>
                                        </a:rPr>
                                      </m:ctrlPr>
                                    </m:sSubPr>
                                    <m:e>
                                      <m:r>
                                        <m:rPr>
                                          <m:sty m:val="p"/>
                                        </m:rPr>
                                        <a:rPr lang="en-IN" sz="2000">
                                          <a:solidFill>
                                            <a:srgbClr val="C00000"/>
                                          </a:solidFill>
                                          <a:latin typeface="Cambria Math" panose="02040503050406030204" pitchFamily="18" charset="0"/>
                                          <a:cs typeface="Arial" pitchFamily="34" charset="0"/>
                                        </a:rPr>
                                        <m:t>Y</m:t>
                                      </m:r>
                                    </m:e>
                                    <m:sub>
                                      <m:r>
                                        <m:rPr>
                                          <m:sty m:val="p"/>
                                        </m:rPr>
                                        <a:rPr lang="en-IN" sz="2000">
                                          <a:solidFill>
                                            <a:srgbClr val="C00000"/>
                                          </a:solidFill>
                                          <a:latin typeface="Cambria Math" panose="02040503050406030204" pitchFamily="18" charset="0"/>
                                          <a:cs typeface="Arial" pitchFamily="34" charset="0"/>
                                        </a:rPr>
                                        <m:t>i</m:t>
                                      </m:r>
                                    </m:sub>
                                  </m:sSub>
                                  <m:r>
                                    <a:rPr lang="en-IN" sz="2000">
                                      <a:solidFill>
                                        <a:srgbClr val="C00000"/>
                                      </a:solidFill>
                                      <a:latin typeface="Cambria Math" panose="02040503050406030204" pitchFamily="18" charset="0"/>
                                      <a:cs typeface="Arial" pitchFamily="34" charset="0"/>
                                    </a:rPr>
                                    <m:t>−</m:t>
                                  </m:r>
                                  <m:acc>
                                    <m:accPr>
                                      <m:chr m:val="̅"/>
                                      <m:ctrlPr>
                                        <a:rPr lang="en-IN" sz="2000" i="1">
                                          <a:solidFill>
                                            <a:srgbClr val="C00000"/>
                                          </a:solidFill>
                                          <a:latin typeface="Cambria Math" panose="02040503050406030204" pitchFamily="18" charset="0"/>
                                          <a:cs typeface="Arial" pitchFamily="34" charset="0"/>
                                        </a:rPr>
                                      </m:ctrlPr>
                                    </m:accPr>
                                    <m:e>
                                      <m:r>
                                        <m:rPr>
                                          <m:sty m:val="p"/>
                                        </m:rPr>
                                        <a:rPr lang="en-IN" sz="2000">
                                          <a:solidFill>
                                            <a:srgbClr val="C00000"/>
                                          </a:solidFill>
                                          <a:latin typeface="Cambria Math" panose="02040503050406030204" pitchFamily="18" charset="0"/>
                                          <a:cs typeface="Arial" pitchFamily="34" charset="0"/>
                                        </a:rPr>
                                        <m:t>Y</m:t>
                                      </m:r>
                                    </m:e>
                                  </m:acc>
                                </m:e>
                              </m:d>
                            </m:e>
                            <m:sup>
                              <m:r>
                                <m:rPr>
                                  <m:brk m:alnAt="23"/>
                                </m:rPr>
                                <a:rPr lang="en-IN" sz="2000">
                                  <a:solidFill>
                                    <a:srgbClr val="C00000"/>
                                  </a:solidFill>
                                  <a:latin typeface="Cambria Math" panose="02040503050406030204" pitchFamily="18" charset="0"/>
                                  <a:cs typeface="Arial" pitchFamily="34" charset="0"/>
                                </a:rPr>
                                <m:t>2</m:t>
                              </m:r>
                            </m:sup>
                          </m:sSup>
                          <m:r>
                            <m:rPr>
                              <m:brk m:alnAt="23"/>
                            </m:rPr>
                            <a:rPr lang="en-IN" sz="2000">
                              <a:solidFill>
                                <a:prstClr val="black">
                                  <a:lumMod val="95000"/>
                                  <a:lumOff val="5000"/>
                                </a:prstClr>
                              </a:solidFill>
                              <a:latin typeface="Cambria Math" panose="02040503050406030204" pitchFamily="18" charset="0"/>
                              <a:cs typeface="Arial" pitchFamily="34" charset="0"/>
                            </a:rPr>
                            <m:t>=</m:t>
                          </m:r>
                          <m:nary>
                            <m:naryPr>
                              <m:chr m:val="∑"/>
                              <m:ctrlPr>
                                <a:rPr lang="en-US" sz="2000" i="1">
                                  <a:solidFill>
                                    <a:prstClr val="black">
                                      <a:lumMod val="95000"/>
                                      <a:lumOff val="5000"/>
                                    </a:prstClr>
                                  </a:solidFill>
                                  <a:latin typeface="Cambria Math" panose="02040503050406030204" pitchFamily="18" charset="0"/>
                                  <a:cs typeface="Arial" pitchFamily="34" charset="0"/>
                                </a:rPr>
                              </m:ctrlPr>
                            </m:naryPr>
                            <m:sub>
                              <m:r>
                                <m:rPr>
                                  <m:sty m:val="p"/>
                                  <m:brk m:alnAt="23"/>
                                </m:rPr>
                                <a:rPr lang="en-IN" sz="2000">
                                  <a:solidFill>
                                    <a:prstClr val="black">
                                      <a:lumMod val="95000"/>
                                      <a:lumOff val="5000"/>
                                    </a:prstClr>
                                  </a:solidFill>
                                  <a:latin typeface="Cambria Math" panose="02040503050406030204" pitchFamily="18" charset="0"/>
                                  <a:cs typeface="Arial" pitchFamily="34" charset="0"/>
                                </a:rPr>
                                <m:t>i</m:t>
                              </m:r>
                              <m:r>
                                <a:rPr lang="en-IN" sz="2000">
                                  <a:solidFill>
                                    <a:prstClr val="black">
                                      <a:lumMod val="95000"/>
                                      <a:lumOff val="5000"/>
                                    </a:prstClr>
                                  </a:solidFill>
                                  <a:latin typeface="Cambria Math" panose="02040503050406030204" pitchFamily="18" charset="0"/>
                                  <a:cs typeface="Arial" pitchFamily="34" charset="0"/>
                                </a:rPr>
                                <m:t>=1</m:t>
                              </m:r>
                            </m:sub>
                            <m:sup>
                              <m:r>
                                <m:rPr>
                                  <m:sty m:val="p"/>
                                </m:rPr>
                                <a:rPr lang="en-IN" sz="2000">
                                  <a:solidFill>
                                    <a:prstClr val="black">
                                      <a:lumMod val="95000"/>
                                      <a:lumOff val="5000"/>
                                    </a:prstClr>
                                  </a:solidFill>
                                  <a:latin typeface="Cambria Math" panose="02040503050406030204" pitchFamily="18" charset="0"/>
                                  <a:cs typeface="Arial" pitchFamily="34" charset="0"/>
                                </a:rPr>
                                <m:t>n</m:t>
                              </m:r>
                            </m:sup>
                            <m:e>
                              <m:sSup>
                                <m:sSupPr>
                                  <m:ctrlPr>
                                    <a:rPr lang="en-IN" sz="2000" i="1">
                                      <a:solidFill>
                                        <a:srgbClr val="0000FF"/>
                                      </a:solidFill>
                                      <a:latin typeface="Cambria Math" panose="02040503050406030204" pitchFamily="18" charset="0"/>
                                      <a:cs typeface="Arial" pitchFamily="34" charset="0"/>
                                    </a:rPr>
                                  </m:ctrlPr>
                                </m:sSupPr>
                                <m:e>
                                  <m:d>
                                    <m:dPr>
                                      <m:ctrlPr>
                                        <a:rPr lang="en-IN" sz="2000" i="1">
                                          <a:solidFill>
                                            <a:srgbClr val="0000FF"/>
                                          </a:solidFill>
                                          <a:latin typeface="Cambria Math" panose="02040503050406030204" pitchFamily="18" charset="0"/>
                                          <a:cs typeface="Arial" pitchFamily="34" charset="0"/>
                                        </a:rPr>
                                      </m:ctrlPr>
                                    </m:dPr>
                                    <m:e>
                                      <m:sSub>
                                        <m:sSubPr>
                                          <m:ctrlPr>
                                            <a:rPr lang="en-IN" sz="2000" i="1">
                                              <a:solidFill>
                                                <a:srgbClr val="0000FF"/>
                                              </a:solidFill>
                                              <a:latin typeface="Cambria Math" panose="02040503050406030204" pitchFamily="18" charset="0"/>
                                              <a:cs typeface="Arial" pitchFamily="34" charset="0"/>
                                            </a:rPr>
                                          </m:ctrlPr>
                                        </m:sSubPr>
                                        <m:e>
                                          <m:r>
                                            <m:rPr>
                                              <m:sty m:val="p"/>
                                            </m:rPr>
                                            <a:rPr lang="en-IN" sz="2000">
                                              <a:solidFill>
                                                <a:srgbClr val="0000FF"/>
                                              </a:solidFill>
                                              <a:latin typeface="Cambria Math" panose="02040503050406030204" pitchFamily="18" charset="0"/>
                                              <a:cs typeface="Arial" pitchFamily="34" charset="0"/>
                                            </a:rPr>
                                            <m:t>Y</m:t>
                                          </m:r>
                                        </m:e>
                                        <m:sub>
                                          <m:r>
                                            <m:rPr>
                                              <m:sty m:val="p"/>
                                            </m:rPr>
                                            <a:rPr lang="en-IN" sz="2000">
                                              <a:solidFill>
                                                <a:srgbClr val="0000FF"/>
                                              </a:solidFill>
                                              <a:latin typeface="Cambria Math" panose="02040503050406030204" pitchFamily="18" charset="0"/>
                                              <a:cs typeface="Arial" pitchFamily="34" charset="0"/>
                                            </a:rPr>
                                            <m:t>i</m:t>
                                          </m:r>
                                        </m:sub>
                                      </m:sSub>
                                      <m:r>
                                        <a:rPr lang="en-IN" sz="2000">
                                          <a:solidFill>
                                            <a:srgbClr val="0000FF"/>
                                          </a:solidFill>
                                          <a:latin typeface="Cambria Math" panose="02040503050406030204" pitchFamily="18" charset="0"/>
                                          <a:cs typeface="Arial" pitchFamily="34" charset="0"/>
                                        </a:rPr>
                                        <m:t>−</m:t>
                                      </m:r>
                                      <m:sSub>
                                        <m:sSubPr>
                                          <m:ctrlPr>
                                            <a:rPr lang="en-IN" sz="2000" i="1">
                                              <a:solidFill>
                                                <a:srgbClr val="0000FF"/>
                                              </a:solidFill>
                                              <a:latin typeface="Cambria Math" panose="02040503050406030204" pitchFamily="18" charset="0"/>
                                              <a:cs typeface="Arial" pitchFamily="34" charset="0"/>
                                            </a:rPr>
                                          </m:ctrlPr>
                                        </m:sSubPr>
                                        <m:e>
                                          <m:acc>
                                            <m:accPr>
                                              <m:chr m:val="̂"/>
                                              <m:ctrlPr>
                                                <a:rPr lang="en-IN" sz="2000" i="1">
                                                  <a:solidFill>
                                                    <a:srgbClr val="0000FF"/>
                                                  </a:solidFill>
                                                  <a:latin typeface="Cambria Math" panose="02040503050406030204" pitchFamily="18" charset="0"/>
                                                  <a:cs typeface="Arial" pitchFamily="34" charset="0"/>
                                                </a:rPr>
                                              </m:ctrlPr>
                                            </m:accPr>
                                            <m:e>
                                              <m:r>
                                                <m:rPr>
                                                  <m:sty m:val="p"/>
                                                </m:rPr>
                                                <a:rPr lang="en-IN" sz="2000">
                                                  <a:solidFill>
                                                    <a:srgbClr val="0000FF"/>
                                                  </a:solidFill>
                                                  <a:latin typeface="Cambria Math" panose="02040503050406030204" pitchFamily="18" charset="0"/>
                                                  <a:cs typeface="Arial" pitchFamily="34" charset="0"/>
                                                </a:rPr>
                                                <m:t>Y</m:t>
                                              </m:r>
                                            </m:e>
                                          </m:acc>
                                        </m:e>
                                        <m:sub>
                                          <m:r>
                                            <m:rPr>
                                              <m:sty m:val="p"/>
                                              <m:brk m:alnAt="23"/>
                                            </m:rPr>
                                            <a:rPr lang="en-IN" sz="2000">
                                              <a:solidFill>
                                                <a:srgbClr val="0000FF"/>
                                              </a:solidFill>
                                              <a:latin typeface="Cambria Math" panose="02040503050406030204" pitchFamily="18" charset="0"/>
                                              <a:cs typeface="Arial" pitchFamily="34" charset="0"/>
                                            </a:rPr>
                                            <m:t>i</m:t>
                                          </m:r>
                                        </m:sub>
                                      </m:sSub>
                                    </m:e>
                                  </m:d>
                                </m:e>
                                <m:sup>
                                  <m:r>
                                    <m:rPr>
                                      <m:brk m:alnAt="23"/>
                                    </m:rPr>
                                    <a:rPr lang="en-IN" sz="2000">
                                      <a:solidFill>
                                        <a:srgbClr val="0000FF"/>
                                      </a:solidFill>
                                      <a:latin typeface="Cambria Math" panose="02040503050406030204" pitchFamily="18" charset="0"/>
                                      <a:cs typeface="Arial" pitchFamily="34" charset="0"/>
                                    </a:rPr>
                                    <m:t>2</m:t>
                                  </m:r>
                                </m:sup>
                              </m:sSup>
                              <m:r>
                                <a:rPr lang="en-IN" sz="2000">
                                  <a:solidFill>
                                    <a:prstClr val="black">
                                      <a:lumMod val="95000"/>
                                      <a:lumOff val="5000"/>
                                    </a:prstClr>
                                  </a:solidFill>
                                  <a:latin typeface="Cambria Math" panose="02040503050406030204" pitchFamily="18" charset="0"/>
                                  <a:cs typeface="Arial" pitchFamily="34" charset="0"/>
                                </a:rPr>
                                <m:t>+</m:t>
                              </m:r>
                            </m:e>
                          </m:nary>
                          <m:nary>
                            <m:naryPr>
                              <m:chr m:val="∑"/>
                              <m:ctrlPr>
                                <a:rPr lang="en-US" sz="2000" i="1">
                                  <a:solidFill>
                                    <a:prstClr val="black">
                                      <a:lumMod val="95000"/>
                                      <a:lumOff val="5000"/>
                                    </a:prstClr>
                                  </a:solidFill>
                                  <a:latin typeface="Cambria Math" panose="02040503050406030204" pitchFamily="18" charset="0"/>
                                  <a:cs typeface="Arial" pitchFamily="34" charset="0"/>
                                </a:rPr>
                              </m:ctrlPr>
                            </m:naryPr>
                            <m:sub>
                              <m:r>
                                <m:rPr>
                                  <m:sty m:val="p"/>
                                  <m:brk m:alnAt="23"/>
                                </m:rPr>
                                <a:rPr lang="en-IN" sz="2000">
                                  <a:solidFill>
                                    <a:prstClr val="black">
                                      <a:lumMod val="95000"/>
                                      <a:lumOff val="5000"/>
                                    </a:prstClr>
                                  </a:solidFill>
                                  <a:latin typeface="Cambria Math" panose="02040503050406030204" pitchFamily="18" charset="0"/>
                                  <a:cs typeface="Arial" pitchFamily="34" charset="0"/>
                                </a:rPr>
                                <m:t>i</m:t>
                              </m:r>
                              <m:r>
                                <a:rPr lang="en-IN" sz="2000">
                                  <a:solidFill>
                                    <a:prstClr val="black">
                                      <a:lumMod val="95000"/>
                                      <a:lumOff val="5000"/>
                                    </a:prstClr>
                                  </a:solidFill>
                                  <a:latin typeface="Cambria Math" panose="02040503050406030204" pitchFamily="18" charset="0"/>
                                  <a:cs typeface="Arial" pitchFamily="34" charset="0"/>
                                </a:rPr>
                                <m:t>=1</m:t>
                              </m:r>
                            </m:sub>
                            <m:sup>
                              <m:r>
                                <m:rPr>
                                  <m:sty m:val="p"/>
                                </m:rPr>
                                <a:rPr lang="en-IN" sz="2000">
                                  <a:solidFill>
                                    <a:prstClr val="black">
                                      <a:lumMod val="95000"/>
                                      <a:lumOff val="5000"/>
                                    </a:prstClr>
                                  </a:solidFill>
                                  <a:latin typeface="Cambria Math" panose="02040503050406030204" pitchFamily="18" charset="0"/>
                                  <a:cs typeface="Arial" pitchFamily="34" charset="0"/>
                                </a:rPr>
                                <m:t>n</m:t>
                              </m:r>
                            </m:sup>
                            <m:e>
                              <m:sSup>
                                <m:sSupPr>
                                  <m:ctrlPr>
                                    <a:rPr lang="en-IN" sz="2000" i="1">
                                      <a:solidFill>
                                        <a:srgbClr val="00B0F0"/>
                                      </a:solidFill>
                                      <a:latin typeface="Cambria Math" panose="02040503050406030204" pitchFamily="18" charset="0"/>
                                      <a:cs typeface="Arial" pitchFamily="34" charset="0"/>
                                    </a:rPr>
                                  </m:ctrlPr>
                                </m:sSupPr>
                                <m:e>
                                  <m:d>
                                    <m:dPr>
                                      <m:ctrlPr>
                                        <a:rPr lang="en-IN" sz="2000" i="1">
                                          <a:solidFill>
                                            <a:srgbClr val="00B0F0"/>
                                          </a:solidFill>
                                          <a:latin typeface="Cambria Math" panose="02040503050406030204" pitchFamily="18" charset="0"/>
                                          <a:cs typeface="Arial" pitchFamily="34" charset="0"/>
                                        </a:rPr>
                                      </m:ctrlPr>
                                    </m:dPr>
                                    <m:e>
                                      <m:sSub>
                                        <m:sSubPr>
                                          <m:ctrlPr>
                                            <a:rPr lang="en-IN" sz="2000" i="1">
                                              <a:solidFill>
                                                <a:srgbClr val="00B0F0"/>
                                              </a:solidFill>
                                              <a:latin typeface="Cambria Math" panose="02040503050406030204" pitchFamily="18" charset="0"/>
                                              <a:cs typeface="Arial" pitchFamily="34" charset="0"/>
                                            </a:rPr>
                                          </m:ctrlPr>
                                        </m:sSubPr>
                                        <m:e>
                                          <m:acc>
                                            <m:accPr>
                                              <m:chr m:val="̂"/>
                                              <m:ctrlPr>
                                                <a:rPr lang="en-IN" sz="2000" i="1">
                                                  <a:solidFill>
                                                    <a:srgbClr val="00B0F0"/>
                                                  </a:solidFill>
                                                  <a:latin typeface="Cambria Math" panose="02040503050406030204" pitchFamily="18" charset="0"/>
                                                  <a:cs typeface="Arial" pitchFamily="34" charset="0"/>
                                                </a:rPr>
                                              </m:ctrlPr>
                                            </m:accPr>
                                            <m:e>
                                              <m:r>
                                                <m:rPr>
                                                  <m:sty m:val="p"/>
                                                </m:rPr>
                                                <a:rPr lang="en-IN" sz="2000">
                                                  <a:solidFill>
                                                    <a:srgbClr val="00B0F0"/>
                                                  </a:solidFill>
                                                  <a:latin typeface="Cambria Math" panose="02040503050406030204" pitchFamily="18" charset="0"/>
                                                  <a:cs typeface="Arial" pitchFamily="34" charset="0"/>
                                                </a:rPr>
                                                <m:t>Y</m:t>
                                              </m:r>
                                            </m:e>
                                          </m:acc>
                                        </m:e>
                                        <m:sub>
                                          <m:r>
                                            <m:rPr>
                                              <m:sty m:val="p"/>
                                              <m:brk m:alnAt="23"/>
                                            </m:rPr>
                                            <a:rPr lang="en-IN" sz="2000">
                                              <a:solidFill>
                                                <a:srgbClr val="00B0F0"/>
                                              </a:solidFill>
                                              <a:latin typeface="Cambria Math" panose="02040503050406030204" pitchFamily="18" charset="0"/>
                                              <a:cs typeface="Arial" pitchFamily="34" charset="0"/>
                                            </a:rPr>
                                            <m:t>i</m:t>
                                          </m:r>
                                        </m:sub>
                                      </m:sSub>
                                      <m:r>
                                        <a:rPr lang="en-IN" sz="2000">
                                          <a:solidFill>
                                            <a:srgbClr val="00B0F0"/>
                                          </a:solidFill>
                                          <a:latin typeface="Cambria Math" panose="02040503050406030204" pitchFamily="18" charset="0"/>
                                          <a:cs typeface="Arial" pitchFamily="34" charset="0"/>
                                        </a:rPr>
                                        <m:t>−</m:t>
                                      </m:r>
                                      <m:acc>
                                        <m:accPr>
                                          <m:chr m:val="̅"/>
                                          <m:ctrlPr>
                                            <a:rPr lang="en-IN" sz="2000" i="1">
                                              <a:solidFill>
                                                <a:srgbClr val="00B0F0"/>
                                              </a:solidFill>
                                              <a:latin typeface="Cambria Math" panose="02040503050406030204" pitchFamily="18" charset="0"/>
                                              <a:cs typeface="Arial" pitchFamily="34" charset="0"/>
                                            </a:rPr>
                                          </m:ctrlPr>
                                        </m:accPr>
                                        <m:e>
                                          <m:r>
                                            <m:rPr>
                                              <m:sty m:val="p"/>
                                            </m:rPr>
                                            <a:rPr lang="en-IN" sz="2000">
                                              <a:solidFill>
                                                <a:srgbClr val="00B0F0"/>
                                              </a:solidFill>
                                              <a:latin typeface="Cambria Math" panose="02040503050406030204" pitchFamily="18" charset="0"/>
                                              <a:cs typeface="Arial" pitchFamily="34" charset="0"/>
                                            </a:rPr>
                                            <m:t>Y</m:t>
                                          </m:r>
                                        </m:e>
                                      </m:acc>
                                    </m:e>
                                  </m:d>
                                </m:e>
                                <m:sup>
                                  <m:r>
                                    <m:rPr>
                                      <m:brk m:alnAt="23"/>
                                    </m:rPr>
                                    <a:rPr lang="en-IN" sz="2000">
                                      <a:solidFill>
                                        <a:srgbClr val="00B0F0"/>
                                      </a:solidFill>
                                      <a:latin typeface="Cambria Math" panose="02040503050406030204" pitchFamily="18" charset="0"/>
                                      <a:cs typeface="Arial" pitchFamily="34" charset="0"/>
                                    </a:rPr>
                                    <m:t>2</m:t>
                                  </m:r>
                                </m:sup>
                              </m:sSup>
                            </m:e>
                          </m:nary>
                        </m:e>
                      </m:nary>
                    </m:oMath>
                  </m:oMathPara>
                </a14:m>
                <a:endParaRPr kumimoji="0" lang="en-US" sz="2000" b="0" i="0" u="none" strike="noStrike" kern="1200" cap="none" spc="0" normalizeH="0" baseline="-25000" noProof="0" dirty="0">
                  <a:ln>
                    <a:noFill/>
                  </a:ln>
                  <a:solidFill>
                    <a:srgbClr val="0000FF"/>
                  </a:solidFill>
                  <a:effectLst/>
                  <a:uLnTx/>
                  <a:uFillTx/>
                  <a:latin typeface="Arial" pitchFamily="34" charset="0"/>
                  <a:cs typeface="Arial" pitchFamily="34" charset="0"/>
                </a:endParaRPr>
              </a:p>
              <a:p>
                <a:pPr lvl="0" algn="just">
                  <a:lnSpc>
                    <a:spcPct val="200000"/>
                  </a:lnSpc>
                </a:pPr>
                <a:r>
                  <a:rPr kumimoji="0" lang="en-US" sz="2000" b="0" i="0" u="none" strike="noStrike" kern="1200" cap="none" spc="0" normalizeH="0" baseline="0" noProof="0" dirty="0">
                    <a:ln>
                      <a:noFill/>
                    </a:ln>
                    <a:solidFill>
                      <a:prstClr val="black"/>
                    </a:solidFill>
                    <a:effectLst/>
                    <a:uLnTx/>
                    <a:uFillTx/>
                    <a:latin typeface="Arial" pitchFamily="34" charset="0"/>
                    <a:cs typeface="Arial" pitchFamily="34" charset="0"/>
                  </a:rPr>
                  <a:t>DOF:                             </a:t>
                </a:r>
                <a:r>
                  <a:rPr kumimoji="0" lang="en-US" sz="2000" b="0" i="0" u="none" strike="noStrike" kern="1200" cap="none" spc="0" normalizeH="0" baseline="0" noProof="0" dirty="0">
                    <a:ln>
                      <a:noFill/>
                    </a:ln>
                    <a:solidFill>
                      <a:srgbClr val="C00000"/>
                    </a:solidFill>
                    <a:effectLst/>
                    <a:uLnTx/>
                    <a:uFillTx/>
                    <a:latin typeface="Arial" pitchFamily="34" charset="0"/>
                    <a:cs typeface="Arial" pitchFamily="34" charset="0"/>
                  </a:rPr>
                  <a:t>n-1</a:t>
                </a:r>
                <a:r>
                  <a:rPr kumimoji="0" lang="en-US" sz="2000" b="0" i="0" u="none" strike="noStrike" kern="1200" cap="none" spc="0" normalizeH="0" baseline="0" noProof="0" dirty="0">
                    <a:ln>
                      <a:noFill/>
                    </a:ln>
                    <a:solidFill>
                      <a:prstClr val="black"/>
                    </a:solidFill>
                    <a:effectLst/>
                    <a:uLnTx/>
                    <a:uFillTx/>
                    <a:latin typeface="Arial" pitchFamily="34" charset="0"/>
                    <a:cs typeface="Arial" pitchFamily="34" charset="0"/>
                  </a:rPr>
                  <a:t>                  </a:t>
                </a:r>
                <a:r>
                  <a:rPr lang="en-US" sz="2000" dirty="0">
                    <a:solidFill>
                      <a:srgbClr val="0000FF"/>
                    </a:solidFill>
                    <a:latin typeface="Arial" pitchFamily="34" charset="0"/>
                    <a:cs typeface="Arial" pitchFamily="34" charset="0"/>
                  </a:rPr>
                  <a:t>n-p      +      </a:t>
                </a:r>
                <a:r>
                  <a:rPr kumimoji="0" lang="en-US" sz="2000" b="0" i="0" u="none" strike="noStrike" kern="1200" cap="none" spc="0" normalizeH="0" baseline="0" noProof="0" dirty="0">
                    <a:ln>
                      <a:noFill/>
                    </a:ln>
                    <a:solidFill>
                      <a:srgbClr val="00B0F0"/>
                    </a:solidFill>
                    <a:effectLst/>
                    <a:uLnTx/>
                    <a:uFillTx/>
                    <a:latin typeface="Arial" pitchFamily="34" charset="0"/>
                    <a:cs typeface="Arial" pitchFamily="34" charset="0"/>
                  </a:rPr>
                  <a:t>k (=p-1) </a:t>
                </a:r>
                <a:endParaRPr kumimoji="0" lang="en-US" sz="2000" b="0" i="0" u="none" strike="noStrike" kern="1200" cap="none" spc="0" normalizeH="0" baseline="0" noProof="0" dirty="0">
                  <a:ln>
                    <a:noFill/>
                  </a:ln>
                  <a:solidFill>
                    <a:prstClr val="black"/>
                  </a:solidFill>
                  <a:effectLst/>
                  <a:uLnTx/>
                  <a:uFillTx/>
                  <a:latin typeface="Arial" pitchFamily="34" charset="0"/>
                  <a:cs typeface="Arial" pitchFamily="34" charset="0"/>
                </a:endParaRPr>
              </a:p>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itchFamily="34" charset="0"/>
                    <a:cs typeface="Arial" pitchFamily="34" charset="0"/>
                  </a:rPr>
                  <a:t>The </a:t>
                </a:r>
                <a:r>
                  <a:rPr kumimoji="0" lang="en-US" sz="2000" b="0" i="0" u="none" strike="noStrike" kern="1200" cap="none" spc="0" normalizeH="0" baseline="0" noProof="0" dirty="0" err="1">
                    <a:ln>
                      <a:noFill/>
                    </a:ln>
                    <a:solidFill>
                      <a:prstClr val="black"/>
                    </a:solidFill>
                    <a:effectLst/>
                    <a:uLnTx/>
                    <a:uFillTx/>
                    <a:latin typeface="Arial" pitchFamily="34" charset="0"/>
                    <a:cs typeface="Arial" pitchFamily="34" charset="0"/>
                  </a:rPr>
                  <a:t>SS</a:t>
                </a:r>
                <a:r>
                  <a:rPr kumimoji="0" lang="en-US" sz="2000" b="0" i="0" u="none" strike="noStrike" kern="1200" cap="none" spc="0" normalizeH="0" baseline="-25000" noProof="0" dirty="0" err="1">
                    <a:ln>
                      <a:noFill/>
                    </a:ln>
                    <a:solidFill>
                      <a:prstClr val="black"/>
                    </a:solidFill>
                    <a:effectLst/>
                    <a:uLnTx/>
                    <a:uFillTx/>
                    <a:latin typeface="Arial" pitchFamily="34" charset="0"/>
                    <a:cs typeface="Arial" pitchFamily="34" charset="0"/>
                  </a:rPr>
                  <a:t>Total</a:t>
                </a:r>
                <a:r>
                  <a:rPr kumimoji="0" lang="en-US" sz="2000" b="0" i="0" u="none" strike="noStrike" kern="1200" cap="none" spc="0" normalizeH="0" baseline="0" noProof="0" dirty="0">
                    <a:ln>
                      <a:noFill/>
                    </a:ln>
                    <a:solidFill>
                      <a:prstClr val="black"/>
                    </a:solidFill>
                    <a:effectLst/>
                    <a:uLnTx/>
                    <a:uFillTx/>
                    <a:latin typeface="Arial" pitchFamily="34" charset="0"/>
                    <a:cs typeface="Arial" pitchFamily="34" charset="0"/>
                  </a:rPr>
                  <a:t> has n-1 degrees of freedom </a:t>
                </a:r>
                <a:r>
                  <a:rPr kumimoji="0" lang="en-US" sz="2000" b="0" i="0" u="none" strike="noStrike" kern="1200" cap="none" spc="0" normalizeH="0" baseline="0" noProof="0" dirty="0">
                    <a:ln>
                      <a:noFill/>
                    </a:ln>
                    <a:solidFill>
                      <a:srgbClr val="C00000"/>
                    </a:solidFill>
                    <a:effectLst/>
                    <a:uLnTx/>
                    <a:uFillTx/>
                    <a:latin typeface="Arial" pitchFamily="34" charset="0"/>
                    <a:cs typeface="Arial" pitchFamily="34" charset="0"/>
                  </a:rPr>
                  <a:t>(HOW?)</a:t>
                </a:r>
              </a:p>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itchFamily="34" charset="0"/>
                    <a:cs typeface="Arial" pitchFamily="34" charset="0"/>
                  </a:rPr>
                  <a:t>The </a:t>
                </a:r>
                <a:r>
                  <a:rPr kumimoji="0" lang="en-US" sz="2000" b="0" i="0" u="none" strike="noStrike" kern="1200" cap="none" spc="0" normalizeH="0" baseline="0" noProof="0" dirty="0" err="1">
                    <a:ln>
                      <a:noFill/>
                    </a:ln>
                    <a:solidFill>
                      <a:prstClr val="black"/>
                    </a:solidFill>
                    <a:effectLst/>
                    <a:uLnTx/>
                    <a:uFillTx/>
                    <a:latin typeface="Arial" pitchFamily="34" charset="0"/>
                    <a:cs typeface="Arial" pitchFamily="34" charset="0"/>
                  </a:rPr>
                  <a:t>SS</a:t>
                </a:r>
                <a:r>
                  <a:rPr kumimoji="0" lang="en-US" sz="2000" b="0" i="0" u="none" strike="noStrike" kern="1200" cap="none" spc="0" normalizeH="0" baseline="-25000" noProof="0" dirty="0" err="1">
                    <a:ln>
                      <a:noFill/>
                    </a:ln>
                    <a:solidFill>
                      <a:prstClr val="black"/>
                    </a:solidFill>
                    <a:effectLst/>
                    <a:uLnTx/>
                    <a:uFillTx/>
                    <a:latin typeface="Arial" pitchFamily="34" charset="0"/>
                    <a:cs typeface="Arial" pitchFamily="34" charset="0"/>
                  </a:rPr>
                  <a:t>Regression</a:t>
                </a:r>
                <a:r>
                  <a:rPr kumimoji="0" lang="en-US" sz="2000" b="0" i="0" u="none" strike="noStrike" kern="1200" cap="none" spc="0" normalizeH="0" baseline="0" noProof="0" dirty="0">
                    <a:ln>
                      <a:noFill/>
                    </a:ln>
                    <a:solidFill>
                      <a:prstClr val="black"/>
                    </a:solidFill>
                    <a:effectLst/>
                    <a:uLnTx/>
                    <a:uFillTx/>
                    <a:latin typeface="Arial" pitchFamily="34" charset="0"/>
                    <a:cs typeface="Arial" pitchFamily="34" charset="0"/>
                  </a:rPr>
                  <a:t> has k degrees of freedom where k is related to total number of regression coefficients as</a:t>
                </a:r>
              </a:p>
              <a:p>
                <a:pPr algn="ctr">
                  <a:lnSpc>
                    <a:spcPct val="200000"/>
                  </a:lnSpc>
                </a:pPr>
                <a:r>
                  <a:rPr lang="en-US" sz="2000" dirty="0">
                    <a:solidFill>
                      <a:srgbClr val="002060"/>
                    </a:solidFill>
                    <a:latin typeface="Arial" pitchFamily="34" charset="0"/>
                    <a:cs typeface="Arial" pitchFamily="34" charset="0"/>
                  </a:rPr>
                  <a:t>p=k+1</a:t>
                </a:r>
                <a:endParaRPr kumimoji="0" lang="en-US" sz="2000" b="0" i="0" u="none" strike="noStrike" kern="1200" cap="none" spc="0" normalizeH="0" baseline="0" noProof="0" dirty="0">
                  <a:ln>
                    <a:noFill/>
                  </a:ln>
                  <a:solidFill>
                    <a:prstClr val="black"/>
                  </a:solidFill>
                  <a:effectLst/>
                  <a:uLnTx/>
                  <a:uFillTx/>
                  <a:latin typeface="Arial" pitchFamily="34" charset="0"/>
                  <a:cs typeface="Arial" pitchFamily="34" charset="0"/>
                </a:endParaRPr>
              </a:p>
            </p:txBody>
          </p:sp>
        </mc:Choice>
        <mc:Fallback>
          <p:sp>
            <p:nvSpPr>
              <p:cNvPr id="63493" name="TextBox 6"/>
              <p:cNvSpPr txBox="1">
                <a:spLocks noRot="1" noChangeAspect="1" noMove="1" noResize="1" noEditPoints="1" noAdjustHandles="1" noChangeArrowheads="1" noChangeShapeType="1" noTextEdit="1"/>
              </p:cNvSpPr>
              <p:nvPr/>
            </p:nvSpPr>
            <p:spPr bwMode="auto">
              <a:xfrm>
                <a:off x="395536" y="483518"/>
                <a:ext cx="8641780" cy="5462906"/>
              </a:xfrm>
              <a:prstGeom prst="rect">
                <a:avLst/>
              </a:prstGeom>
              <a:blipFill>
                <a:blip r:embed="rId2"/>
                <a:stretch>
                  <a:fillRect l="-776" r="-776"/>
                </a:stretch>
              </a:blipFill>
              <a:ln w="9525">
                <a:noFill/>
                <a:miter lim="800000"/>
                <a:headEnd/>
                <a:tailEnd/>
              </a:ln>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79C815F-C629-000C-38A1-5CBE91265839}"/>
                  </a:ext>
                </a:extLst>
              </p14:cNvPr>
              <p14:cNvContentPartPr/>
              <p14:nvPr/>
            </p14:nvContentPartPr>
            <p14:xfrm>
              <a:off x="334800" y="214560"/>
              <a:ext cx="8688600" cy="3797640"/>
            </p14:xfrm>
          </p:contentPart>
        </mc:Choice>
        <mc:Fallback>
          <p:pic>
            <p:nvPicPr>
              <p:cNvPr id="2" name="Ink 1">
                <a:extLst>
                  <a:ext uri="{FF2B5EF4-FFF2-40B4-BE49-F238E27FC236}">
                    <a16:creationId xmlns:a16="http://schemas.microsoft.com/office/drawing/2014/main" id="{479C815F-C629-000C-38A1-5CBE91265839}"/>
                  </a:ext>
                </a:extLst>
              </p:cNvPr>
              <p:cNvPicPr/>
              <p:nvPr/>
            </p:nvPicPr>
            <p:blipFill>
              <a:blip r:embed="rId4"/>
              <a:stretch>
                <a:fillRect/>
              </a:stretch>
            </p:blipFill>
            <p:spPr>
              <a:xfrm>
                <a:off x="325440" y="205200"/>
                <a:ext cx="8707320" cy="3816360"/>
              </a:xfrm>
              <a:prstGeom prst="rect">
                <a:avLst/>
              </a:prstGeom>
            </p:spPr>
          </p:pic>
        </mc:Fallback>
      </mc:AlternateContent>
    </p:spTree>
    <p:extLst>
      <p:ext uri="{BB962C8B-B14F-4D97-AF65-F5344CB8AC3E}">
        <p14:creationId xmlns:p14="http://schemas.microsoft.com/office/powerpoint/2010/main" val="1087937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TextBox 3"/>
          <p:cNvSpPr txBox="1">
            <a:spLocks noChangeArrowheads="1"/>
          </p:cNvSpPr>
          <p:nvPr/>
        </p:nvSpPr>
        <p:spPr bwMode="auto">
          <a:xfrm>
            <a:off x="0" y="0"/>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Omitting </a:t>
            </a: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sym typeface="Symbol" panose="05050102010706020507" pitchFamily="18" charset="2"/>
              </a:rPr>
              <a:t></a:t>
            </a:r>
            <a:r>
              <a:rPr kumimoji="0" lang="en-US" sz="3200" b="1" i="0" u="none" strike="noStrike" kern="1200" cap="none" spc="0" normalizeH="0" baseline="-25000" noProof="0" dirty="0">
                <a:ln>
                  <a:noFill/>
                </a:ln>
                <a:solidFill>
                  <a:srgbClr val="0070C0"/>
                </a:solidFill>
                <a:effectLst>
                  <a:outerShdw blurRad="38100" dist="38100" dir="2700000" algn="tl">
                    <a:srgbClr val="000000">
                      <a:alpha val="43137"/>
                    </a:srgbClr>
                  </a:outerShdw>
                </a:effectLst>
                <a:uLnTx/>
                <a:uFillTx/>
                <a:latin typeface="Airal"/>
                <a:ea typeface="+mn-ea"/>
                <a:cs typeface="+mn-cs"/>
                <a:sym typeface="Symbol" panose="05050102010706020507" pitchFamily="18" charset="2"/>
              </a:rPr>
              <a:t>o</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p:sp>
        <p:nvSpPr>
          <p:cNvPr id="63493" name="TextBox 6"/>
          <p:cNvSpPr txBox="1">
            <a:spLocks noChangeArrowheads="1"/>
          </p:cNvSpPr>
          <p:nvPr/>
        </p:nvSpPr>
        <p:spPr bwMode="auto">
          <a:xfrm>
            <a:off x="396454" y="771550"/>
            <a:ext cx="7920880" cy="3046988"/>
          </a:xfrm>
          <a:prstGeom prst="rect">
            <a:avLst/>
          </a:prstGeom>
          <a:noFill/>
          <a:ln w="9525">
            <a:noFill/>
            <a:miter lim="800000"/>
            <a:headEnd/>
            <a:tailEnd/>
          </a:ln>
        </p:spPr>
        <p:txBody>
          <a:bodyPr wrap="square">
            <a:spAutoFit/>
          </a:bodyPr>
          <a:lstStyle/>
          <a:p>
            <a:pPr marL="342900" lvl="0" indent="-342900" algn="just">
              <a:lnSpc>
                <a:spcPct val="200000"/>
              </a:lnSpc>
              <a:buClr>
                <a:srgbClr val="0000FF"/>
              </a:buClr>
              <a:buFont typeface="Wingdings" panose="05000000000000000000" pitchFamily="2" charset="2"/>
              <a:buChar char="v"/>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Hence, it may</a:t>
            </a:r>
            <a:r>
              <a:rPr kumimoji="0" lang="en-US" sz="2400" b="0" i="0" u="none" strike="noStrike" kern="1200" cap="none" spc="0" normalizeH="0" noProof="0" dirty="0">
                <a:ln>
                  <a:noFill/>
                </a:ln>
                <a:solidFill>
                  <a:prstClr val="black">
                    <a:lumMod val="95000"/>
                    <a:lumOff val="5000"/>
                  </a:prstClr>
                </a:solidFill>
                <a:effectLst/>
                <a:uLnTx/>
                <a:uFillTx/>
                <a:latin typeface="Arial" pitchFamily="34" charset="0"/>
                <a:ea typeface="+mn-ea"/>
                <a:cs typeface="Arial" pitchFamily="34" charset="0"/>
              </a:rPr>
              <a:t> be seen that the parameter </a:t>
            </a:r>
            <a:r>
              <a:rPr kumimoji="0" lang="en-US" sz="2400" b="0" i="0" u="none" strike="noStrike" kern="1200" cap="none" spc="0" normalizeH="0" noProof="0" dirty="0">
                <a:ln>
                  <a:noFill/>
                </a:ln>
                <a:solidFill>
                  <a:prstClr val="black">
                    <a:lumMod val="95000"/>
                    <a:lumOff val="5000"/>
                  </a:prstClr>
                </a:solidFill>
                <a:effectLst/>
                <a:uLnTx/>
                <a:uFillTx/>
                <a:latin typeface="Arial" pitchFamily="34" charset="0"/>
                <a:ea typeface="+mn-ea"/>
                <a:cs typeface="Arial" pitchFamily="34" charset="0"/>
                <a:sym typeface="Symbol" panose="05050102010706020507" pitchFamily="18" charset="2"/>
              </a:rPr>
              <a:t></a:t>
            </a:r>
            <a:r>
              <a:rPr kumimoji="0" lang="en-US" sz="2400" b="0" i="0" u="none" strike="noStrike" kern="1200" cap="none" spc="0" normalizeH="0" baseline="-25000" noProof="0" dirty="0">
                <a:ln>
                  <a:noFill/>
                </a:ln>
                <a:solidFill>
                  <a:prstClr val="black">
                    <a:lumMod val="95000"/>
                    <a:lumOff val="5000"/>
                  </a:prstClr>
                </a:solidFill>
                <a:effectLst/>
                <a:uLnTx/>
                <a:uFillTx/>
                <a:latin typeface="Arial" pitchFamily="34" charset="0"/>
                <a:ea typeface="+mn-ea"/>
                <a:cs typeface="Arial" pitchFamily="34" charset="0"/>
                <a:sym typeface="Symbol" panose="05050102010706020507" pitchFamily="18" charset="2"/>
              </a:rPr>
              <a:t>o</a:t>
            </a:r>
            <a:r>
              <a:rPr kumimoji="0" lang="en-US" sz="2400" b="0" i="0" u="none" strike="noStrike" kern="1200" cap="none" spc="0" normalizeH="0" noProof="0" dirty="0">
                <a:ln>
                  <a:noFill/>
                </a:ln>
                <a:solidFill>
                  <a:prstClr val="black">
                    <a:lumMod val="95000"/>
                    <a:lumOff val="5000"/>
                  </a:prstClr>
                </a:solidFill>
                <a:effectLst/>
                <a:uLnTx/>
                <a:uFillTx/>
                <a:latin typeface="Arial" pitchFamily="34" charset="0"/>
                <a:ea typeface="+mn-ea"/>
                <a:cs typeface="Arial" pitchFamily="34" charset="0"/>
                <a:sym typeface="Symbol" panose="05050102010706020507" pitchFamily="18" charset="2"/>
              </a:rPr>
              <a:t> has been omitted from the regression sum of square and </a:t>
            </a:r>
          </a:p>
          <a:p>
            <a:pPr marL="342900" lvl="0" indent="-342900" algn="just">
              <a:lnSpc>
                <a:spcPct val="200000"/>
              </a:lnSpc>
              <a:buClr>
                <a:srgbClr val="0000FF"/>
              </a:buClr>
              <a:buFont typeface="Wingdings" panose="05000000000000000000" pitchFamily="2" charset="2"/>
              <a:buChar char="v"/>
            </a:pPr>
            <a:r>
              <a:rPr kumimoji="0" lang="en-US" sz="2400" b="0" i="0" u="none" strike="noStrike" kern="1200" cap="none" spc="0" normalizeH="0" noProof="0" dirty="0">
                <a:ln>
                  <a:noFill/>
                </a:ln>
                <a:solidFill>
                  <a:prstClr val="black">
                    <a:lumMod val="95000"/>
                    <a:lumOff val="5000"/>
                  </a:prstClr>
                </a:solidFill>
                <a:effectLst/>
                <a:uLnTx/>
                <a:uFillTx/>
                <a:latin typeface="Arial" pitchFamily="34" charset="0"/>
                <a:ea typeface="+mn-ea"/>
                <a:cs typeface="Arial" pitchFamily="34" charset="0"/>
                <a:sym typeface="Symbol" panose="05050102010706020507" pitchFamily="18" charset="2"/>
              </a:rPr>
              <a:t>Only the partial regression </a:t>
            </a:r>
            <a:r>
              <a:rPr lang="en-US" sz="2400" dirty="0">
                <a:solidFill>
                  <a:prstClr val="black">
                    <a:lumMod val="95000"/>
                    <a:lumOff val="5000"/>
                  </a:prstClr>
                </a:solidFill>
                <a:latin typeface="Arial" pitchFamily="34" charset="0"/>
                <a:cs typeface="Arial" pitchFamily="34" charset="0"/>
                <a:sym typeface="Symbol" panose="05050102010706020507" pitchFamily="18" charset="2"/>
              </a:rPr>
              <a:t>coefficients </a:t>
            </a:r>
            <a:r>
              <a:rPr lang="en-US" sz="2400" baseline="-25000" dirty="0">
                <a:solidFill>
                  <a:prstClr val="black">
                    <a:lumMod val="95000"/>
                    <a:lumOff val="5000"/>
                  </a:prstClr>
                </a:solidFill>
                <a:latin typeface="Arial" pitchFamily="34" charset="0"/>
                <a:cs typeface="Arial" pitchFamily="34" charset="0"/>
                <a:sym typeface="Symbol" panose="05050102010706020507" pitchFamily="18" charset="2"/>
              </a:rPr>
              <a:t>1</a:t>
            </a:r>
            <a:r>
              <a:rPr lang="en-US" sz="2400" dirty="0">
                <a:solidFill>
                  <a:prstClr val="black">
                    <a:lumMod val="95000"/>
                    <a:lumOff val="5000"/>
                  </a:prstClr>
                </a:solidFill>
                <a:latin typeface="Arial" pitchFamily="34" charset="0"/>
                <a:cs typeface="Arial" pitchFamily="34" charset="0"/>
                <a:sym typeface="Symbol" panose="05050102010706020507" pitchFamily="18" charset="2"/>
              </a:rPr>
              <a:t>, </a:t>
            </a:r>
            <a:r>
              <a:rPr lang="en-US" sz="2400" baseline="-25000" dirty="0">
                <a:solidFill>
                  <a:prstClr val="black">
                    <a:lumMod val="95000"/>
                    <a:lumOff val="5000"/>
                  </a:prstClr>
                </a:solidFill>
                <a:latin typeface="Arial" pitchFamily="34" charset="0"/>
                <a:cs typeface="Arial" pitchFamily="34" charset="0"/>
                <a:sym typeface="Symbol" panose="05050102010706020507" pitchFamily="18" charset="2"/>
              </a:rPr>
              <a:t>2, </a:t>
            </a:r>
            <a:r>
              <a:rPr lang="en-US" sz="2400" dirty="0">
                <a:solidFill>
                  <a:prstClr val="black">
                    <a:lumMod val="95000"/>
                    <a:lumOff val="5000"/>
                  </a:prstClr>
                </a:solidFill>
                <a:latin typeface="Arial" pitchFamily="34" charset="0"/>
                <a:cs typeface="Arial" pitchFamily="34" charset="0"/>
                <a:sym typeface="Symbol" panose="05050102010706020507" pitchFamily="18" charset="2"/>
              </a:rPr>
              <a:t>…</a:t>
            </a:r>
            <a:r>
              <a:rPr lang="en-US" sz="2400" baseline="-25000" dirty="0">
                <a:solidFill>
                  <a:prstClr val="black">
                    <a:lumMod val="95000"/>
                    <a:lumOff val="5000"/>
                  </a:prstClr>
                </a:solidFill>
                <a:latin typeface="Arial" pitchFamily="34" charset="0"/>
                <a:cs typeface="Arial" pitchFamily="34" charset="0"/>
                <a:sym typeface="Symbol" panose="05050102010706020507" pitchFamily="18" charset="2"/>
              </a:rPr>
              <a:t> </a:t>
            </a:r>
            <a:r>
              <a:rPr lang="en-US" sz="2400" dirty="0">
                <a:solidFill>
                  <a:prstClr val="black">
                    <a:lumMod val="95000"/>
                    <a:lumOff val="5000"/>
                  </a:prstClr>
                </a:solidFill>
                <a:latin typeface="Arial" pitchFamily="34" charset="0"/>
                <a:cs typeface="Arial" pitchFamily="34" charset="0"/>
                <a:sym typeface="Symbol" panose="05050102010706020507" pitchFamily="18" charset="2"/>
              </a:rPr>
              <a:t></a:t>
            </a:r>
            <a:r>
              <a:rPr lang="en-US" sz="2400" baseline="-25000" dirty="0">
                <a:solidFill>
                  <a:prstClr val="black">
                    <a:lumMod val="95000"/>
                    <a:lumOff val="5000"/>
                  </a:prstClr>
                </a:solidFill>
                <a:latin typeface="Arial" pitchFamily="34" charset="0"/>
                <a:cs typeface="Arial" pitchFamily="34" charset="0"/>
                <a:sym typeface="Symbol" panose="05050102010706020507" pitchFamily="18" charset="2"/>
              </a:rPr>
              <a:t>k </a:t>
            </a:r>
            <a:r>
              <a:rPr lang="en-US" sz="2400" dirty="0">
                <a:solidFill>
                  <a:prstClr val="black">
                    <a:lumMod val="95000"/>
                    <a:lumOff val="5000"/>
                  </a:prstClr>
                </a:solidFill>
                <a:latin typeface="Arial" pitchFamily="34" charset="0"/>
                <a:cs typeface="Arial" pitchFamily="34" charset="0"/>
                <a:sym typeface="Symbol" panose="05050102010706020507" pitchFamily="18" charset="2"/>
              </a:rPr>
              <a:t>have been included</a:t>
            </a:r>
            <a:endParaRPr kumimoji="0" lang="en-US" sz="2400" b="0" i="0" u="none" strike="noStrike" kern="1200" cap="none" spc="0" normalizeH="0" noProof="0" dirty="0">
              <a:ln>
                <a:noFill/>
              </a:ln>
              <a:solidFill>
                <a:prstClr val="black">
                  <a:lumMod val="95000"/>
                  <a:lumOff val="5000"/>
                </a:prstClr>
              </a:solidFill>
              <a:effectLst/>
              <a:uLnTx/>
              <a:uFillTx/>
              <a:latin typeface="Arial" pitchFamily="34" charset="0"/>
              <a:cs typeface="Arial" pitchFamily="34" charset="0"/>
            </a:endParaRPr>
          </a:p>
        </p:txBody>
      </p:sp>
    </p:spTree>
    <p:extLst>
      <p:ext uri="{BB962C8B-B14F-4D97-AF65-F5344CB8AC3E}">
        <p14:creationId xmlns:p14="http://schemas.microsoft.com/office/powerpoint/2010/main" val="3910384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7209" y="-77791"/>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Why n-p in </a:t>
            </a:r>
            <a:r>
              <a:rPr lang="en-US" sz="3200" b="1" dirty="0" err="1">
                <a:solidFill>
                  <a:srgbClr val="0070C0"/>
                </a:solidFill>
                <a:effectLst>
                  <a:outerShdw blurRad="38100" dist="38100" dir="2700000" algn="tl">
                    <a:srgbClr val="000000">
                      <a:alpha val="43137"/>
                    </a:srgbClr>
                  </a:outerShdw>
                </a:effectLst>
                <a:latin typeface="Arial" pitchFamily="34" charset="0"/>
                <a:cs typeface="Arial" pitchFamily="34" charset="0"/>
              </a:rPr>
              <a:t>SS</a:t>
            </a:r>
            <a:r>
              <a:rPr lang="en-US" sz="3200" b="1" baseline="-25000" dirty="0" err="1">
                <a:solidFill>
                  <a:srgbClr val="0070C0"/>
                </a:solidFill>
                <a:effectLst>
                  <a:outerShdw blurRad="38100" dist="38100" dir="2700000" algn="tl">
                    <a:srgbClr val="000000">
                      <a:alpha val="43137"/>
                    </a:srgbClr>
                  </a:outerShdw>
                </a:effectLst>
                <a:latin typeface="Arial" pitchFamily="34" charset="0"/>
                <a:cs typeface="Arial" pitchFamily="34" charset="0"/>
              </a:rPr>
              <a:t>Residual</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36321" y="747492"/>
                <a:ext cx="2476704" cy="7617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chemeClr val="bg1"/>
                              </a:solidFill>
                              <a:latin typeface="Cambria Math" panose="02040503050406030204" pitchFamily="18" charset="0"/>
                            </a:rPr>
                          </m:ctrlPr>
                        </m:fPr>
                        <m:num>
                          <m:nary>
                            <m:naryPr>
                              <m:chr m:val="∑"/>
                              <m:ctrlPr>
                                <a:rPr lang="en-US" sz="2000" b="0" i="1" smtClean="0">
                                  <a:solidFill>
                                    <a:schemeClr val="bg1"/>
                                  </a:solidFill>
                                  <a:latin typeface="Cambria Math" panose="02040503050406030204" pitchFamily="18" charset="0"/>
                                </a:rPr>
                              </m:ctrlPr>
                            </m:naryPr>
                            <m:sub>
                              <m:r>
                                <m:rPr>
                                  <m:sty m:val="p"/>
                                  <m:brk m:alnAt="23"/>
                                </m:rPr>
                                <a:rPr lang="en-US" sz="2000" b="0" i="0" smtClean="0">
                                  <a:solidFill>
                                    <a:schemeClr val="bg1"/>
                                  </a:solidFill>
                                  <a:latin typeface="Cambria Math"/>
                                </a:rPr>
                                <m:t>i</m:t>
                              </m:r>
                              <m:r>
                                <a:rPr lang="en-US" sz="2000" b="0" i="0" smtClean="0">
                                  <a:solidFill>
                                    <a:schemeClr val="bg1"/>
                                  </a:solidFill>
                                  <a:latin typeface="Cambria Math"/>
                                </a:rPr>
                                <m:t>=1</m:t>
                              </m:r>
                            </m:sub>
                            <m:sup>
                              <m:r>
                                <m:rPr>
                                  <m:sty m:val="p"/>
                                </m:rPr>
                                <a:rPr lang="en-US" sz="2000" b="0" i="0" smtClean="0">
                                  <a:solidFill>
                                    <a:schemeClr val="bg1"/>
                                  </a:solidFill>
                                  <a:latin typeface="Cambria Math"/>
                                </a:rPr>
                                <m:t>n</m:t>
                              </m:r>
                            </m:sup>
                            <m:e>
                              <m:sSup>
                                <m:sSupPr>
                                  <m:ctrlPr>
                                    <a:rPr lang="en-US" sz="2000" b="0" i="1" smtClean="0">
                                      <a:solidFill>
                                        <a:schemeClr val="bg1"/>
                                      </a:solidFill>
                                      <a:latin typeface="Cambria Math" panose="02040503050406030204" pitchFamily="18" charset="0"/>
                                    </a:rPr>
                                  </m:ctrlPr>
                                </m:sSupPr>
                                <m:e>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e</m:t>
                                      </m:r>
                                    </m:e>
                                    <m:sub>
                                      <m:r>
                                        <m:rPr>
                                          <m:sty m:val="p"/>
                                        </m:rPr>
                                        <a:rPr lang="en-US" sz="2000" b="0" i="0" smtClean="0">
                                          <a:solidFill>
                                            <a:schemeClr val="bg1"/>
                                          </a:solidFill>
                                          <a:latin typeface="Cambria Math"/>
                                        </a:rPr>
                                        <m:t>i</m:t>
                                      </m:r>
                                    </m:sub>
                                  </m:sSub>
                                </m:e>
                                <m:sup>
                                  <m:r>
                                    <a:rPr lang="en-US" sz="2000" b="0" i="0" smtClean="0">
                                      <a:solidFill>
                                        <a:schemeClr val="bg1"/>
                                      </a:solidFill>
                                      <a:latin typeface="Cambria Math"/>
                                    </a:rPr>
                                    <m:t>2</m:t>
                                  </m:r>
                                </m:sup>
                              </m:sSup>
                            </m:e>
                          </m:nary>
                        </m:num>
                        <m:den>
                          <m:r>
                            <m:rPr>
                              <m:sty m:val="p"/>
                            </m:rPr>
                            <a:rPr lang="en-US" sz="2000" b="0" i="0" smtClean="0">
                              <a:solidFill>
                                <a:schemeClr val="bg1"/>
                              </a:solidFill>
                              <a:latin typeface="Cambria Math"/>
                            </a:rPr>
                            <m:t>n</m:t>
                          </m:r>
                          <m:r>
                            <a:rPr lang="en-US" sz="2000" b="0" i="0" smtClean="0">
                              <a:solidFill>
                                <a:schemeClr val="bg1"/>
                              </a:solidFill>
                              <a:latin typeface="Cambria Math"/>
                            </a:rPr>
                            <m:t>−</m:t>
                          </m:r>
                          <m:r>
                            <m:rPr>
                              <m:sty m:val="p"/>
                            </m:rPr>
                            <a:rPr lang="en-US" sz="2000" b="0" i="0" smtClean="0">
                              <a:solidFill>
                                <a:schemeClr val="bg1"/>
                              </a:solidFill>
                              <a:latin typeface="Cambria Math"/>
                            </a:rPr>
                            <m:t>p</m:t>
                          </m:r>
                        </m:den>
                      </m:f>
                      <m:r>
                        <a:rPr lang="en-US" sz="2000" b="0" i="0" smtClean="0">
                          <a:solidFill>
                            <a:schemeClr val="bg1"/>
                          </a:solidFill>
                          <a:latin typeface="Cambria Math"/>
                        </a:rPr>
                        <m:t>=</m:t>
                      </m:r>
                      <m:f>
                        <m:fPr>
                          <m:ctrlPr>
                            <a:rPr lang="en-US" sz="2000" b="0" i="1" smtClean="0">
                              <a:solidFill>
                                <a:schemeClr val="bg1"/>
                              </a:solidFill>
                              <a:latin typeface="Cambria Math" panose="02040503050406030204" pitchFamily="18" charset="0"/>
                            </a:rPr>
                          </m:ctrlPr>
                        </m:fPr>
                        <m:num>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SS</m:t>
                              </m:r>
                            </m:e>
                            <m:sub>
                              <m:r>
                                <m:rPr>
                                  <m:sty m:val="p"/>
                                </m:rPr>
                                <a:rPr lang="en-IN" sz="2000" b="0" i="0" smtClean="0">
                                  <a:solidFill>
                                    <a:schemeClr val="bg1"/>
                                  </a:solidFill>
                                  <a:latin typeface="Cambria Math" panose="02040503050406030204" pitchFamily="18" charset="0"/>
                                </a:rPr>
                                <m:t>Residual</m:t>
                              </m:r>
                            </m:sub>
                          </m:sSub>
                        </m:num>
                        <m:den>
                          <m:r>
                            <m:rPr>
                              <m:sty m:val="p"/>
                            </m:rPr>
                            <a:rPr lang="en-US" sz="2000" b="0" i="0" smtClean="0">
                              <a:solidFill>
                                <a:schemeClr val="bg1"/>
                              </a:solidFill>
                              <a:latin typeface="Cambria Math"/>
                            </a:rPr>
                            <m:t>n</m:t>
                          </m:r>
                          <m:r>
                            <a:rPr lang="en-US" sz="2000" b="0" i="0" smtClean="0">
                              <a:solidFill>
                                <a:schemeClr val="bg1"/>
                              </a:solidFill>
                              <a:latin typeface="Cambria Math"/>
                            </a:rPr>
                            <m:t>−</m:t>
                          </m:r>
                          <m:r>
                            <m:rPr>
                              <m:sty m:val="p"/>
                            </m:rPr>
                            <a:rPr lang="en-US" sz="2000" b="0" i="0" smtClean="0">
                              <a:solidFill>
                                <a:schemeClr val="bg1"/>
                              </a:solidFill>
                              <a:latin typeface="Cambria Math"/>
                            </a:rPr>
                            <m:t>p</m:t>
                          </m:r>
                        </m:den>
                      </m:f>
                    </m:oMath>
                  </m:oMathPara>
                </a14:m>
                <a:endParaRPr lang="en-IN" sz="2000" dirty="0">
                  <a:solidFill>
                    <a:schemeClr val="bg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6321" y="747492"/>
                <a:ext cx="2476704" cy="76174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084875" y="565201"/>
                <a:ext cx="3079689" cy="930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SS</m:t>
                          </m:r>
                        </m:e>
                        <m:sub>
                          <m:r>
                            <m:rPr>
                              <m:sty m:val="p"/>
                            </m:rPr>
                            <a:rPr lang="en-IN" sz="2000" b="0" i="0" smtClean="0">
                              <a:solidFill>
                                <a:schemeClr val="bg1"/>
                              </a:solidFill>
                              <a:latin typeface="Cambria Math" panose="02040503050406030204" pitchFamily="18" charset="0"/>
                            </a:rPr>
                            <m:t>Residual</m:t>
                          </m:r>
                        </m:sub>
                      </m:sSub>
                      <m:r>
                        <a:rPr lang="en-US" sz="2000" b="0" i="0" smtClean="0">
                          <a:solidFill>
                            <a:schemeClr val="bg1"/>
                          </a:solidFill>
                          <a:latin typeface="Cambria Math"/>
                        </a:rPr>
                        <m:t>= </m:t>
                      </m:r>
                      <m:nary>
                        <m:naryPr>
                          <m:chr m:val="∑"/>
                          <m:ctrlPr>
                            <a:rPr lang="en-US" sz="2000" b="0" i="1" smtClean="0">
                              <a:solidFill>
                                <a:schemeClr val="bg1"/>
                              </a:solidFill>
                              <a:latin typeface="Cambria Math" panose="02040503050406030204" pitchFamily="18" charset="0"/>
                            </a:rPr>
                          </m:ctrlPr>
                        </m:naryPr>
                        <m:sub>
                          <m:r>
                            <m:rPr>
                              <m:sty m:val="p"/>
                              <m:brk m:alnAt="23"/>
                            </m:rPr>
                            <a:rPr lang="en-US" sz="2000" b="0" i="0" smtClean="0">
                              <a:solidFill>
                                <a:schemeClr val="bg1"/>
                              </a:solidFill>
                              <a:latin typeface="Cambria Math"/>
                            </a:rPr>
                            <m:t>i</m:t>
                          </m:r>
                          <m:r>
                            <a:rPr lang="en-US" sz="2000" b="0" i="0" smtClean="0">
                              <a:solidFill>
                                <a:schemeClr val="bg1"/>
                              </a:solidFill>
                              <a:latin typeface="Cambria Math"/>
                            </a:rPr>
                            <m:t>=1</m:t>
                          </m:r>
                        </m:sub>
                        <m:sup>
                          <m:r>
                            <m:rPr>
                              <m:sty m:val="p"/>
                            </m:rPr>
                            <a:rPr lang="en-US" sz="2000" b="0" i="0" smtClean="0">
                              <a:solidFill>
                                <a:schemeClr val="bg1"/>
                              </a:solidFill>
                              <a:latin typeface="Cambria Math"/>
                            </a:rPr>
                            <m:t>n</m:t>
                          </m:r>
                        </m:sup>
                        <m:e>
                          <m:sSup>
                            <m:sSupPr>
                              <m:ctrlPr>
                                <a:rPr lang="en-US" sz="2000" b="0" i="1" smtClean="0">
                                  <a:solidFill>
                                    <a:schemeClr val="bg1"/>
                                  </a:solidFill>
                                  <a:latin typeface="Cambria Math" panose="02040503050406030204" pitchFamily="18" charset="0"/>
                                </a:rPr>
                              </m:ctrlPr>
                            </m:sSupPr>
                            <m:e>
                              <m:d>
                                <m:dPr>
                                  <m:ctrlPr>
                                    <a:rPr lang="en-US" sz="2000" b="0" i="1" smtClean="0">
                                      <a:solidFill>
                                        <a:schemeClr val="bg1"/>
                                      </a:solidFill>
                                      <a:latin typeface="Cambria Math" panose="02040503050406030204" pitchFamily="18" charset="0"/>
                                    </a:rPr>
                                  </m:ctrlPr>
                                </m:dPr>
                                <m:e>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Y</m:t>
                                      </m:r>
                                    </m:e>
                                    <m:sub>
                                      <m:r>
                                        <m:rPr>
                                          <m:sty m:val="p"/>
                                        </m:rPr>
                                        <a:rPr lang="en-US" sz="2000" b="0" i="0" smtClean="0">
                                          <a:solidFill>
                                            <a:schemeClr val="bg1"/>
                                          </a:solidFill>
                                          <a:latin typeface="Cambria Math"/>
                                        </a:rPr>
                                        <m:t>i</m:t>
                                      </m:r>
                                    </m:sub>
                                  </m:sSub>
                                  <m:r>
                                    <a:rPr lang="en-US" sz="2000" b="0" i="0" smtClean="0">
                                      <a:solidFill>
                                        <a:schemeClr val="bg1"/>
                                      </a:solidFill>
                                      <a:latin typeface="Cambria Math"/>
                                    </a:rPr>
                                    <m:t>−</m:t>
                                  </m:r>
                                  <m:sSub>
                                    <m:sSubPr>
                                      <m:ctrlPr>
                                        <a:rPr lang="en-US" sz="2000" i="1" smtClean="0">
                                          <a:solidFill>
                                            <a:schemeClr val="bg1"/>
                                          </a:solidFill>
                                          <a:latin typeface="Cambria Math" panose="02040503050406030204" pitchFamily="18" charset="0"/>
                                        </a:rPr>
                                      </m:ctrlPr>
                                    </m:sSubPr>
                                    <m:e>
                                      <m:acc>
                                        <m:accPr>
                                          <m:chr m:val="̂"/>
                                          <m:ctrlPr>
                                            <a:rPr lang="en-US" sz="2000" i="1" smtClean="0">
                                              <a:solidFill>
                                                <a:schemeClr val="bg1"/>
                                              </a:solidFill>
                                              <a:latin typeface="Cambria Math" panose="02040503050406030204" pitchFamily="18" charset="0"/>
                                            </a:rPr>
                                          </m:ctrlPr>
                                        </m:accPr>
                                        <m:e>
                                          <m:r>
                                            <m:rPr>
                                              <m:sty m:val="p"/>
                                            </m:rPr>
                                            <a:rPr lang="en-US" sz="2000" b="0" i="0" smtClean="0">
                                              <a:solidFill>
                                                <a:schemeClr val="bg1"/>
                                              </a:solidFill>
                                              <a:latin typeface="Cambria Math"/>
                                            </a:rPr>
                                            <m:t>Y</m:t>
                                          </m:r>
                                        </m:e>
                                      </m:acc>
                                    </m:e>
                                    <m:sub>
                                      <m:r>
                                        <m:rPr>
                                          <m:sty m:val="p"/>
                                        </m:rPr>
                                        <a:rPr lang="en-US" sz="2000" i="0">
                                          <a:solidFill>
                                            <a:schemeClr val="bg1"/>
                                          </a:solidFill>
                                          <a:latin typeface="Cambria Math"/>
                                        </a:rPr>
                                        <m:t>i</m:t>
                                      </m:r>
                                    </m:sub>
                                  </m:sSub>
                                </m:e>
                              </m:d>
                            </m:e>
                            <m:sup>
                              <m:r>
                                <a:rPr lang="en-US" sz="2000" b="0" i="0" smtClean="0">
                                  <a:solidFill>
                                    <a:schemeClr val="bg1"/>
                                  </a:solidFill>
                                  <a:latin typeface="Cambria Math"/>
                                </a:rPr>
                                <m:t>2</m:t>
                              </m:r>
                            </m:sup>
                          </m:sSup>
                        </m:e>
                      </m:nary>
                    </m:oMath>
                  </m:oMathPara>
                </a14:m>
                <a:endParaRPr lang="en-IN" sz="2000"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084875" y="565201"/>
                <a:ext cx="3079689" cy="93096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515773" y="1386902"/>
                <a:ext cx="3927807" cy="930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00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SS</m:t>
                          </m:r>
                        </m:e>
                        <m:sub>
                          <m:r>
                            <m:rPr>
                              <m:sty m:val="p"/>
                            </m:rPr>
                            <a:rPr lang="en-IN" sz="2000" b="0" i="0" smtClean="0">
                              <a:solidFill>
                                <a:schemeClr val="bg1"/>
                              </a:solidFill>
                              <a:latin typeface="Cambria Math" panose="02040503050406030204" pitchFamily="18" charset="0"/>
                            </a:rPr>
                            <m:t>Residual</m:t>
                          </m:r>
                        </m:sub>
                      </m:sSub>
                      <m:r>
                        <a:rPr lang="en-US" sz="2000" b="0" i="0" smtClean="0">
                          <a:solidFill>
                            <a:schemeClr val="bg1"/>
                          </a:solidFill>
                          <a:latin typeface="Cambria Math"/>
                        </a:rPr>
                        <m:t>= </m:t>
                      </m:r>
                      <m:nary>
                        <m:naryPr>
                          <m:chr m:val="∑"/>
                          <m:ctrlPr>
                            <a:rPr lang="en-US" sz="2000" b="0" i="1" smtClean="0">
                              <a:solidFill>
                                <a:schemeClr val="bg1"/>
                              </a:solidFill>
                              <a:latin typeface="Cambria Math" panose="02040503050406030204" pitchFamily="18" charset="0"/>
                            </a:rPr>
                          </m:ctrlPr>
                        </m:naryPr>
                        <m:sub>
                          <m:r>
                            <m:rPr>
                              <m:sty m:val="p"/>
                              <m:brk m:alnAt="23"/>
                            </m:rPr>
                            <a:rPr lang="en-US" sz="2000" b="0" i="0" smtClean="0">
                              <a:solidFill>
                                <a:schemeClr val="bg1"/>
                              </a:solidFill>
                              <a:latin typeface="Cambria Math"/>
                            </a:rPr>
                            <m:t>i</m:t>
                          </m:r>
                          <m:r>
                            <a:rPr lang="en-US" sz="2000" b="0" i="0" smtClean="0">
                              <a:solidFill>
                                <a:schemeClr val="bg1"/>
                              </a:solidFill>
                              <a:latin typeface="Cambria Math"/>
                            </a:rPr>
                            <m:t>=1</m:t>
                          </m:r>
                        </m:sub>
                        <m:sup>
                          <m:r>
                            <m:rPr>
                              <m:sty m:val="p"/>
                            </m:rPr>
                            <a:rPr lang="en-US" sz="2000" b="0" i="0" smtClean="0">
                              <a:solidFill>
                                <a:schemeClr val="bg1"/>
                              </a:solidFill>
                              <a:latin typeface="Cambria Math"/>
                            </a:rPr>
                            <m:t>n</m:t>
                          </m:r>
                        </m:sup>
                        <m:e>
                          <m:sSup>
                            <m:sSupPr>
                              <m:ctrlPr>
                                <a:rPr lang="en-US" sz="2000" b="0" i="1" smtClean="0">
                                  <a:solidFill>
                                    <a:schemeClr val="bg1"/>
                                  </a:solidFill>
                                  <a:latin typeface="Cambria Math" panose="02040503050406030204" pitchFamily="18" charset="0"/>
                                </a:rPr>
                              </m:ctrlPr>
                            </m:sSupPr>
                            <m:e>
                              <m:d>
                                <m:dPr>
                                  <m:ctrlPr>
                                    <a:rPr lang="en-US" sz="2000" b="0" i="1" smtClean="0">
                                      <a:solidFill>
                                        <a:schemeClr val="bg1"/>
                                      </a:solidFill>
                                      <a:latin typeface="Cambria Math" panose="02040503050406030204" pitchFamily="18" charset="0"/>
                                    </a:rPr>
                                  </m:ctrlPr>
                                </m:dPr>
                                <m:e>
                                  <m:sSub>
                                    <m:sSubPr>
                                      <m:ctrlPr>
                                        <a:rPr lang="en-US" sz="2000" b="0" i="1" smtClean="0">
                                          <a:solidFill>
                                            <a:schemeClr val="bg1"/>
                                          </a:solidFill>
                                          <a:latin typeface="Cambria Math" panose="02040503050406030204" pitchFamily="18" charset="0"/>
                                        </a:rPr>
                                      </m:ctrlPr>
                                    </m:sSubPr>
                                    <m:e>
                                      <m:r>
                                        <m:rPr>
                                          <m:sty m:val="p"/>
                                        </m:rPr>
                                        <a:rPr lang="en-US" sz="2000" b="0" i="0" smtClean="0">
                                          <a:solidFill>
                                            <a:schemeClr val="bg1"/>
                                          </a:solidFill>
                                          <a:latin typeface="Cambria Math"/>
                                        </a:rPr>
                                        <m:t>Y</m:t>
                                      </m:r>
                                    </m:e>
                                    <m:sub>
                                      <m:r>
                                        <m:rPr>
                                          <m:sty m:val="p"/>
                                        </m:rPr>
                                        <a:rPr lang="en-US" sz="2000" b="0" i="0" smtClean="0">
                                          <a:solidFill>
                                            <a:schemeClr val="bg1"/>
                                          </a:solidFill>
                                          <a:latin typeface="Cambria Math"/>
                                        </a:rPr>
                                        <m:t>i</m:t>
                                      </m:r>
                                    </m:sub>
                                  </m:sSub>
                                  <m:r>
                                    <a:rPr lang="en-US" sz="2000" b="0" i="0" smtClean="0">
                                      <a:solidFill>
                                        <a:schemeClr val="bg1"/>
                                      </a:solidFill>
                                      <a:latin typeface="Cambria Math"/>
                                    </a:rPr>
                                    <m:t>−</m:t>
                                  </m:r>
                                  <m:sSub>
                                    <m:sSubPr>
                                      <m:ctrlPr>
                                        <a:rPr lang="en-US" sz="2000" i="1" smtClean="0">
                                          <a:solidFill>
                                            <a:srgbClr val="FF33CC"/>
                                          </a:solidFill>
                                          <a:latin typeface="Cambria Math" panose="02040503050406030204" pitchFamily="18" charset="0"/>
                                        </a:rPr>
                                      </m:ctrlPr>
                                    </m:sSubPr>
                                    <m:e>
                                      <m:acc>
                                        <m:accPr>
                                          <m:chr m:val="̂"/>
                                          <m:ctrlPr>
                                            <a:rPr lang="en-US" sz="2000" i="1" smtClean="0">
                                              <a:solidFill>
                                                <a:srgbClr val="FF33CC"/>
                                              </a:solidFill>
                                              <a:latin typeface="Cambria Math" panose="02040503050406030204" pitchFamily="18" charset="0"/>
                                            </a:rPr>
                                          </m:ctrlPr>
                                        </m:accPr>
                                        <m:e>
                                          <m:r>
                                            <a:rPr lang="en-US" sz="2000" b="0" i="1" smtClean="0">
                                              <a:solidFill>
                                                <a:srgbClr val="FF33CC"/>
                                              </a:solidFill>
                                              <a:latin typeface="Cambria Math"/>
                                              <a:sym typeface="Symbol" panose="05050102010706020507" pitchFamily="18" charset="2"/>
                                            </a:rPr>
                                            <m:t></m:t>
                                          </m:r>
                                        </m:e>
                                      </m:acc>
                                    </m:e>
                                    <m:sub>
                                      <m:r>
                                        <a:rPr lang="en-IN" sz="2000" b="0" i="0" smtClean="0">
                                          <a:solidFill>
                                            <a:srgbClr val="FF33CC"/>
                                          </a:solidFill>
                                          <a:latin typeface="Cambria Math" panose="02040503050406030204" pitchFamily="18" charset="0"/>
                                        </a:rPr>
                                        <m:t>0</m:t>
                                      </m:r>
                                    </m:sub>
                                  </m:sSub>
                                  <m:r>
                                    <a:rPr lang="en-IN" sz="2000" b="0" i="1" smtClean="0">
                                      <a:solidFill>
                                        <a:schemeClr val="bg1"/>
                                      </a:solidFill>
                                      <a:latin typeface="Cambria Math" panose="02040503050406030204" pitchFamily="18" charset="0"/>
                                    </a:rPr>
                                    <m:t>−</m:t>
                                  </m:r>
                                  <m:sSub>
                                    <m:sSubPr>
                                      <m:ctrlPr>
                                        <a:rPr lang="en-US" sz="2000" i="1" smtClean="0">
                                          <a:solidFill>
                                            <a:srgbClr val="FF33CC"/>
                                          </a:solidFill>
                                          <a:latin typeface="Cambria Math" panose="02040503050406030204" pitchFamily="18" charset="0"/>
                                        </a:rPr>
                                      </m:ctrlPr>
                                    </m:sSubPr>
                                    <m:e>
                                      <m:acc>
                                        <m:accPr>
                                          <m:chr m:val="̂"/>
                                          <m:ctrlPr>
                                            <a:rPr lang="en-US" sz="2000" i="1">
                                              <a:solidFill>
                                                <a:srgbClr val="FF33CC"/>
                                              </a:solidFill>
                                              <a:latin typeface="Cambria Math" panose="02040503050406030204" pitchFamily="18" charset="0"/>
                                            </a:rPr>
                                          </m:ctrlPr>
                                        </m:accPr>
                                        <m:e>
                                          <m:r>
                                            <a:rPr lang="en-US" sz="2000" i="1">
                                              <a:solidFill>
                                                <a:srgbClr val="FF33CC"/>
                                              </a:solidFill>
                                              <a:latin typeface="Cambria Math"/>
                                              <a:sym typeface="Symbol" panose="05050102010706020507" pitchFamily="18" charset="2"/>
                                            </a:rPr>
                                            <m:t></m:t>
                                          </m:r>
                                        </m:e>
                                      </m:acc>
                                    </m:e>
                                    <m:sub>
                                      <m:r>
                                        <a:rPr lang="en-IN" sz="2000" b="0" i="0" smtClean="0">
                                          <a:solidFill>
                                            <a:srgbClr val="FF33CC"/>
                                          </a:solidFill>
                                          <a:latin typeface="Cambria Math" panose="02040503050406030204" pitchFamily="18" charset="0"/>
                                        </a:rPr>
                                        <m:t>1</m:t>
                                      </m:r>
                                    </m:sub>
                                  </m:sSub>
                                  <m:sSub>
                                    <m:sSubPr>
                                      <m:ctrlPr>
                                        <a:rPr lang="en-IN" sz="2000" b="0" i="1" smtClean="0">
                                          <a:solidFill>
                                            <a:schemeClr val="bg1"/>
                                          </a:solidFill>
                                          <a:latin typeface="Cambria Math" panose="02040503050406030204" pitchFamily="18" charset="0"/>
                                        </a:rPr>
                                      </m:ctrlPr>
                                    </m:sSubPr>
                                    <m:e>
                                      <m:r>
                                        <m:rPr>
                                          <m:sty m:val="p"/>
                                        </m:rPr>
                                        <a:rPr lang="en-IN" sz="2000" b="0" i="0" smtClean="0">
                                          <a:solidFill>
                                            <a:schemeClr val="bg1"/>
                                          </a:solidFill>
                                          <a:latin typeface="Cambria Math" panose="02040503050406030204" pitchFamily="18" charset="0"/>
                                        </a:rPr>
                                        <m:t>X</m:t>
                                      </m:r>
                                    </m:e>
                                    <m:sub>
                                      <m:r>
                                        <m:rPr>
                                          <m:sty m:val="p"/>
                                        </m:rPr>
                                        <a:rPr lang="en-IN" sz="2000" b="0" i="0" smtClean="0">
                                          <a:solidFill>
                                            <a:schemeClr val="bg1"/>
                                          </a:solidFill>
                                          <a:latin typeface="Cambria Math" panose="02040503050406030204" pitchFamily="18" charset="0"/>
                                        </a:rPr>
                                        <m:t>i</m:t>
                                      </m:r>
                                    </m:sub>
                                  </m:sSub>
                                </m:e>
                              </m:d>
                            </m:e>
                            <m:sup>
                              <m:r>
                                <a:rPr lang="en-US" sz="2000" b="0" i="0" smtClean="0">
                                  <a:solidFill>
                                    <a:schemeClr val="bg1"/>
                                  </a:solidFill>
                                  <a:latin typeface="Cambria Math"/>
                                </a:rPr>
                                <m:t>2</m:t>
                              </m:r>
                            </m:sup>
                          </m:sSup>
                        </m:e>
                      </m:nary>
                    </m:oMath>
                  </m:oMathPara>
                </a14:m>
                <a:endParaRPr lang="en-IN" sz="2000" dirty="0">
                  <a:solidFill>
                    <a:schemeClr val="bg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2515773" y="1386902"/>
                <a:ext cx="3927807" cy="93096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1165738" y="2442657"/>
                <a:ext cx="7344816" cy="1350563"/>
              </a:xfrm>
              <a:prstGeom prst="rect">
                <a:avLst/>
              </a:prstGeom>
              <a:noFill/>
            </p:spPr>
            <p:txBody>
              <a:bodyPr wrap="square" rtlCol="0">
                <a:spAutoFit/>
              </a:bodyPr>
              <a:lstStyle/>
              <a:p>
                <a:pPr marL="285750" indent="-285750">
                  <a:buClr>
                    <a:srgbClr val="0000FF"/>
                  </a:buClr>
                  <a:buFont typeface="Wingdings" panose="05000000000000000000" pitchFamily="2" charset="2"/>
                  <a:buChar char="v"/>
                </a:pPr>
                <a:r>
                  <a:rPr lang="en-IN" dirty="0">
                    <a:solidFill>
                      <a:schemeClr val="bg1"/>
                    </a:solidFill>
                    <a:latin typeface="Airal"/>
                  </a:rPr>
                  <a:t>Two parameters </a:t>
                </a:r>
                <a14:m>
                  <m:oMath xmlns:m="http://schemas.openxmlformats.org/officeDocument/2006/math">
                    <m:sSub>
                      <m:sSubPr>
                        <m:ctrlPr>
                          <a:rPr lang="en-US" i="1" smtClean="0">
                            <a:solidFill>
                              <a:srgbClr val="FF33CC"/>
                            </a:solidFill>
                            <a:latin typeface="Cambria Math" panose="02040503050406030204" pitchFamily="18" charset="0"/>
                          </a:rPr>
                        </m:ctrlPr>
                      </m:sSubPr>
                      <m:e>
                        <m:acc>
                          <m:accPr>
                            <m:chr m:val="̂"/>
                            <m:ctrlPr>
                              <a:rPr lang="en-US" i="1">
                                <a:solidFill>
                                  <a:srgbClr val="FF33CC"/>
                                </a:solidFill>
                                <a:latin typeface="Cambria Math" panose="02040503050406030204" pitchFamily="18" charset="0"/>
                              </a:rPr>
                            </m:ctrlPr>
                          </m:accPr>
                          <m:e>
                            <m:r>
                              <a:rPr lang="en-US" i="1">
                                <a:solidFill>
                                  <a:srgbClr val="FF33CC"/>
                                </a:solidFill>
                                <a:latin typeface="Cambria Math"/>
                                <a:sym typeface="Symbol" panose="05050102010706020507" pitchFamily="18" charset="2"/>
                              </a:rPr>
                              <m:t></m:t>
                            </m:r>
                          </m:e>
                        </m:acc>
                      </m:e>
                      <m:sub>
                        <m:r>
                          <a:rPr lang="en-IN">
                            <a:solidFill>
                              <a:srgbClr val="FF33CC"/>
                            </a:solidFill>
                            <a:latin typeface="Cambria Math" panose="02040503050406030204" pitchFamily="18" charset="0"/>
                          </a:rPr>
                          <m:t>0</m:t>
                        </m:r>
                      </m:sub>
                    </m:sSub>
                  </m:oMath>
                </a14:m>
                <a:r>
                  <a:rPr lang="en-IN" dirty="0">
                    <a:solidFill>
                      <a:schemeClr val="bg1"/>
                    </a:solidFill>
                  </a:rPr>
                  <a:t> </a:t>
                </a:r>
                <a:r>
                  <a:rPr lang="en-IN" dirty="0">
                    <a:solidFill>
                      <a:schemeClr val="bg1"/>
                    </a:solidFill>
                    <a:latin typeface="Arial" panose="020B0604020202020204" pitchFamily="34" charset="0"/>
                    <a:cs typeface="Arial" panose="020B0604020202020204" pitchFamily="34" charset="0"/>
                  </a:rPr>
                  <a:t>and </a:t>
                </a:r>
                <a14:m>
                  <m:oMath xmlns:m="http://schemas.openxmlformats.org/officeDocument/2006/math">
                    <m:sSub>
                      <m:sSubPr>
                        <m:ctrlPr>
                          <a:rPr lang="en-US" i="1" smtClean="0">
                            <a:solidFill>
                              <a:srgbClr val="FF33CC"/>
                            </a:solidFill>
                            <a:latin typeface="Cambria Math" panose="02040503050406030204" pitchFamily="18" charset="0"/>
                          </a:rPr>
                        </m:ctrlPr>
                      </m:sSubPr>
                      <m:e>
                        <m:acc>
                          <m:accPr>
                            <m:chr m:val="̂"/>
                            <m:ctrlPr>
                              <a:rPr lang="en-US" i="1">
                                <a:solidFill>
                                  <a:srgbClr val="FF33CC"/>
                                </a:solidFill>
                                <a:latin typeface="Cambria Math" panose="02040503050406030204" pitchFamily="18" charset="0"/>
                              </a:rPr>
                            </m:ctrlPr>
                          </m:accPr>
                          <m:e>
                            <m:r>
                              <a:rPr lang="en-US" i="1">
                                <a:solidFill>
                                  <a:srgbClr val="FF33CC"/>
                                </a:solidFill>
                                <a:latin typeface="Cambria Math"/>
                                <a:sym typeface="Symbol" panose="05050102010706020507" pitchFamily="18" charset="2"/>
                              </a:rPr>
                              <m:t></m:t>
                            </m:r>
                          </m:e>
                        </m:acc>
                      </m:e>
                      <m:sub>
                        <m:r>
                          <a:rPr lang="en-IN">
                            <a:solidFill>
                              <a:srgbClr val="FF33CC"/>
                            </a:solidFill>
                            <a:latin typeface="Cambria Math" panose="02040503050406030204" pitchFamily="18" charset="0"/>
                          </a:rPr>
                          <m:t>1</m:t>
                        </m:r>
                      </m:sub>
                    </m:sSub>
                  </m:oMath>
                </a14:m>
                <a:r>
                  <a:rPr lang="en-IN" dirty="0">
                    <a:solidFill>
                      <a:schemeClr val="bg1"/>
                    </a:solidFill>
                    <a:latin typeface="Airal"/>
                  </a:rPr>
                  <a:t>are estimated here from the data.  </a:t>
                </a:r>
              </a:p>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Two constraints operate on the sum of squares.</a:t>
                </a:r>
              </a:p>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The constraints operating on </a:t>
                </a:r>
                <a14:m>
                  <m:oMath xmlns:m="http://schemas.openxmlformats.org/officeDocument/2006/math">
                    <m:nary>
                      <m:naryPr>
                        <m:chr m:val="∑"/>
                        <m:ctrlPr>
                          <a:rPr lang="en-US" i="1">
                            <a:solidFill>
                              <a:schemeClr val="bg1"/>
                            </a:solidFill>
                            <a:latin typeface="Cambria Math" panose="02040503050406030204" pitchFamily="18" charset="0"/>
                          </a:rPr>
                        </m:ctrlPr>
                      </m:naryPr>
                      <m:sub>
                        <m:r>
                          <m:rPr>
                            <m:sty m:val="p"/>
                            <m:brk m:alnAt="23"/>
                          </m:rPr>
                          <a:rPr lang="en-US">
                            <a:solidFill>
                              <a:schemeClr val="bg1"/>
                            </a:solidFill>
                            <a:latin typeface="Cambria Math"/>
                          </a:rPr>
                          <m:t>i</m:t>
                        </m:r>
                        <m:r>
                          <a:rPr lang="en-US">
                            <a:solidFill>
                              <a:schemeClr val="bg1"/>
                            </a:solidFill>
                            <a:latin typeface="Cambria Math"/>
                          </a:rPr>
                          <m:t>=1</m:t>
                        </m:r>
                      </m:sub>
                      <m:sup>
                        <m:r>
                          <m:rPr>
                            <m:sty m:val="p"/>
                          </m:rPr>
                          <a:rPr lang="en-US">
                            <a:solidFill>
                              <a:schemeClr val="bg1"/>
                            </a:solidFill>
                            <a:latin typeface="Cambria Math"/>
                          </a:rPr>
                          <m:t>n</m:t>
                        </m:r>
                      </m:sup>
                      <m:e>
                        <m:sSup>
                          <m:sSupPr>
                            <m:ctrlPr>
                              <a:rPr lang="en-US" i="1">
                                <a:solidFill>
                                  <a:schemeClr val="bg1"/>
                                </a:solidFill>
                                <a:latin typeface="Cambria Math" panose="02040503050406030204" pitchFamily="18" charset="0"/>
                              </a:rPr>
                            </m:ctrlPr>
                          </m:sSupPr>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m:rPr>
                                        <m:sty m:val="p"/>
                                      </m:rPr>
                                      <a:rPr lang="en-US">
                                        <a:solidFill>
                                          <a:schemeClr val="bg1"/>
                                        </a:solidFill>
                                        <a:latin typeface="Cambria Math"/>
                                      </a:rPr>
                                      <m:t>Y</m:t>
                                    </m:r>
                                  </m:e>
                                  <m:sub>
                                    <m:r>
                                      <m:rPr>
                                        <m:sty m:val="p"/>
                                      </m:rPr>
                                      <a:rPr lang="en-US">
                                        <a:solidFill>
                                          <a:schemeClr val="bg1"/>
                                        </a:solidFill>
                                        <a:latin typeface="Cambria Math"/>
                                      </a:rPr>
                                      <m:t>i</m:t>
                                    </m:r>
                                  </m:sub>
                                </m:sSub>
                                <m:r>
                                  <a:rPr lang="en-US">
                                    <a:solidFill>
                                      <a:schemeClr val="bg1"/>
                                    </a:solidFill>
                                    <a:latin typeface="Cambria Math"/>
                                  </a:rPr>
                                  <m:t>−</m:t>
                                </m:r>
                                <m:sSub>
                                  <m:sSubPr>
                                    <m:ctrlPr>
                                      <a:rPr lang="en-US" i="1">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a:sym typeface="Symbol" panose="05050102010706020507" pitchFamily="18" charset="2"/>
                                          </a:rPr>
                                          <m:t></m:t>
                                        </m:r>
                                      </m:e>
                                    </m:acc>
                                  </m:e>
                                  <m:sub>
                                    <m:r>
                                      <a:rPr lang="en-IN">
                                        <a:solidFill>
                                          <a:schemeClr val="bg1"/>
                                        </a:solidFill>
                                        <a:latin typeface="Cambria Math" panose="02040503050406030204" pitchFamily="18" charset="0"/>
                                      </a:rPr>
                                      <m:t>0</m:t>
                                    </m:r>
                                  </m:sub>
                                </m:sSub>
                                <m:r>
                                  <a:rPr lang="en-IN"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a:sym typeface="Symbol" panose="05050102010706020507" pitchFamily="18" charset="2"/>
                                          </a:rPr>
                                          <m:t></m:t>
                                        </m:r>
                                      </m:e>
                                    </m:acc>
                                  </m:e>
                                  <m:sub>
                                    <m:r>
                                      <a:rPr lang="en-IN">
                                        <a:solidFill>
                                          <a:schemeClr val="bg1"/>
                                        </a:solidFill>
                                        <a:latin typeface="Cambria Math" panose="02040503050406030204" pitchFamily="18" charset="0"/>
                                      </a:rPr>
                                      <m:t>1</m:t>
                                    </m:r>
                                  </m:sub>
                                </m:sSub>
                                <m:sSub>
                                  <m:sSubPr>
                                    <m:ctrlPr>
                                      <a:rPr lang="en-IN" i="1">
                                        <a:solidFill>
                                          <a:schemeClr val="bg1"/>
                                        </a:solidFill>
                                        <a:latin typeface="Cambria Math" panose="02040503050406030204" pitchFamily="18" charset="0"/>
                                      </a:rPr>
                                    </m:ctrlPr>
                                  </m:sSubPr>
                                  <m:e>
                                    <m:r>
                                      <m:rPr>
                                        <m:sty m:val="p"/>
                                      </m:rPr>
                                      <a:rPr lang="en-IN">
                                        <a:solidFill>
                                          <a:schemeClr val="bg1"/>
                                        </a:solidFill>
                                        <a:latin typeface="Cambria Math" panose="02040503050406030204" pitchFamily="18" charset="0"/>
                                      </a:rPr>
                                      <m:t>X</m:t>
                                    </m:r>
                                  </m:e>
                                  <m:sub>
                                    <m:r>
                                      <m:rPr>
                                        <m:sty m:val="p"/>
                                      </m:rPr>
                                      <a:rPr lang="en-IN">
                                        <a:solidFill>
                                          <a:schemeClr val="bg1"/>
                                        </a:solidFill>
                                        <a:latin typeface="Cambria Math" panose="02040503050406030204" pitchFamily="18" charset="0"/>
                                      </a:rPr>
                                      <m:t>i</m:t>
                                    </m:r>
                                  </m:sub>
                                </m:sSub>
                              </m:e>
                            </m:d>
                          </m:e>
                          <m:sup>
                            <m:r>
                              <a:rPr lang="en-US">
                                <a:solidFill>
                                  <a:schemeClr val="bg1"/>
                                </a:solidFill>
                                <a:latin typeface="Cambria Math"/>
                              </a:rPr>
                              <m:t>2</m:t>
                            </m:r>
                          </m:sup>
                        </m:sSup>
                      </m:e>
                    </m:nary>
                  </m:oMath>
                </a14:m>
                <a:r>
                  <a:rPr lang="en-IN" dirty="0">
                    <a:solidFill>
                      <a:schemeClr val="bg1"/>
                    </a:solidFill>
                    <a:latin typeface="Airal"/>
                  </a:rPr>
                  <a:t>are</a:t>
                </a:r>
              </a:p>
            </p:txBody>
          </p:sp>
        </mc:Choice>
        <mc:Fallback xmlns="">
          <p:sp>
            <p:nvSpPr>
              <p:cNvPr id="2" name="TextBox 1"/>
              <p:cNvSpPr txBox="1">
                <a:spLocks noRot="1" noChangeAspect="1" noMove="1" noResize="1" noEditPoints="1" noAdjustHandles="1" noChangeArrowheads="1" noChangeShapeType="1" noTextEdit="1"/>
              </p:cNvSpPr>
              <p:nvPr/>
            </p:nvSpPr>
            <p:spPr>
              <a:xfrm>
                <a:off x="1165738" y="2442657"/>
                <a:ext cx="7344816" cy="1350563"/>
              </a:xfrm>
              <a:prstGeom prst="rect">
                <a:avLst/>
              </a:prstGeom>
              <a:blipFill>
                <a:blip r:embed="rId6"/>
                <a:stretch>
                  <a:fillRect l="-498" t="-1810" b="-44796"/>
                </a:stretch>
              </a:blipFill>
            </p:spPr>
            <p:txBody>
              <a:bodyPr/>
              <a:lstStyle/>
              <a:p>
                <a:r>
                  <a:rPr lang="en-IN">
                    <a:noFill/>
                  </a:rPr>
                  <a:t> </a:t>
                </a:r>
              </a:p>
            </p:txBody>
          </p:sp>
        </mc:Fallback>
      </mc:AlternateContent>
      <p:grpSp>
        <p:nvGrpSpPr>
          <p:cNvPr id="9" name="Group 8"/>
          <p:cNvGrpSpPr/>
          <p:nvPr/>
        </p:nvGrpSpPr>
        <p:grpSpPr>
          <a:xfrm>
            <a:off x="-1350603" y="4083918"/>
            <a:ext cx="11115769" cy="933907"/>
            <a:chOff x="-1404664" y="3649771"/>
            <a:chExt cx="11115769" cy="933907"/>
          </a:xfrm>
        </p:grpSpPr>
        <mc:AlternateContent xmlns:mc="http://schemas.openxmlformats.org/markup-compatibility/2006">
          <mc:Choice xmlns:a14="http://schemas.microsoft.com/office/drawing/2010/main" Requires="a14">
            <p:sp>
              <p:nvSpPr>
                <p:cNvPr id="7" name="TextBox 6"/>
                <p:cNvSpPr txBox="1"/>
                <p:nvPr/>
              </p:nvSpPr>
              <p:spPr>
                <a:xfrm>
                  <a:off x="-1404664" y="3652718"/>
                  <a:ext cx="7581973" cy="9309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m:t>
                            </m:r>
                            <m:sSub>
                              <m:sSubPr>
                                <m:ctrlPr>
                                  <a:rPr lang="en-IN" sz="2000" i="1">
                                    <a:solidFill>
                                      <a:srgbClr val="FF0000"/>
                                    </a:solidFill>
                                    <a:latin typeface="Cambria Math" panose="02040503050406030204" pitchFamily="18" charset="0"/>
                                  </a:rPr>
                                </m:ctrlPr>
                              </m:sSubPr>
                              <m:e>
                                <m:r>
                                  <m:rPr>
                                    <m:sty m:val="p"/>
                                  </m:rPr>
                                  <a:rPr lang="en-US" sz="2000">
                                    <a:solidFill>
                                      <a:srgbClr val="FF0000"/>
                                    </a:solidFill>
                                    <a:latin typeface="Cambria Math"/>
                                  </a:rPr>
                                  <m:t>SS</m:t>
                                </m:r>
                              </m:e>
                              <m:sub>
                                <m:r>
                                  <m:rPr>
                                    <m:sty m:val="p"/>
                                  </m:rPr>
                                  <a:rPr lang="en-US" sz="2000" b="0" i="0" smtClean="0">
                                    <a:solidFill>
                                      <a:srgbClr val="FF0000"/>
                                    </a:solidFill>
                                    <a:latin typeface="Cambria Math" panose="02040503050406030204" pitchFamily="18" charset="0"/>
                                  </a:rPr>
                                  <m:t>Residual</m:t>
                                </m:r>
                              </m:sub>
                            </m:sSub>
                          </m:num>
                          <m:den>
                            <m:r>
                              <a:rPr lang="en-US" sz="2000" b="0" i="1" smtClean="0">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den>
                        </m:f>
                        <m:r>
                          <a:rPr lang="en-US" sz="2000" b="0" i="0" smtClean="0">
                            <a:solidFill>
                              <a:srgbClr val="FF0000"/>
                            </a:solidFill>
                            <a:latin typeface="Cambria Math"/>
                          </a:rPr>
                          <m:t>=</m:t>
                        </m:r>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m:t>
                            </m:r>
                          </m:num>
                          <m:den>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den>
                        </m:f>
                        <m:d>
                          <m:dPr>
                            <m:begChr m:val="["/>
                            <m:endChr m:val="]"/>
                            <m:ctrlPr>
                              <a:rPr lang="en-IN" sz="2000" i="1" smtClean="0">
                                <a:solidFill>
                                  <a:srgbClr val="FF0000"/>
                                </a:solidFill>
                                <a:latin typeface="Cambria Math" panose="02040503050406030204" pitchFamily="18" charset="0"/>
                              </a:rPr>
                            </m:ctrlPr>
                          </m:dPr>
                          <m:e>
                            <m:nary>
                              <m:naryPr>
                                <m:chr m:val="∑"/>
                                <m:ctrlPr>
                                  <a:rPr lang="en-US" sz="2000" i="1">
                                    <a:solidFill>
                                      <a:srgbClr val="FF0000"/>
                                    </a:solidFill>
                                    <a:latin typeface="Cambria Math" panose="02040503050406030204" pitchFamily="18" charset="0"/>
                                  </a:rPr>
                                </m:ctrlPr>
                              </m:naryPr>
                              <m:sub>
                                <m:r>
                                  <m:rPr>
                                    <m:sty m:val="p"/>
                                    <m:brk m:alnAt="23"/>
                                  </m:rPr>
                                  <a:rPr lang="en-US" sz="2000">
                                    <a:solidFill>
                                      <a:srgbClr val="FF0000"/>
                                    </a:solidFill>
                                    <a:latin typeface="Cambria Math"/>
                                  </a:rPr>
                                  <m:t>i</m:t>
                                </m:r>
                                <m:r>
                                  <a:rPr lang="en-US" sz="2000">
                                    <a:solidFill>
                                      <a:srgbClr val="FF0000"/>
                                    </a:solidFill>
                                    <a:latin typeface="Cambria Math"/>
                                  </a:rPr>
                                  <m:t>=1</m:t>
                                </m:r>
                              </m:sub>
                              <m:sup>
                                <m:r>
                                  <m:rPr>
                                    <m:sty m:val="p"/>
                                  </m:rPr>
                                  <a:rPr lang="en-US" sz="2000">
                                    <a:solidFill>
                                      <a:srgbClr val="FF0000"/>
                                    </a:solidFill>
                                    <a:latin typeface="Cambria Math"/>
                                  </a:rPr>
                                  <m:t>n</m:t>
                                </m:r>
                              </m:sup>
                              <m:e>
                                <m:sSup>
                                  <m:sSupPr>
                                    <m:ctrlPr>
                                      <a:rPr lang="en-US" sz="2000" i="1">
                                        <a:solidFill>
                                          <a:srgbClr val="FF0000"/>
                                        </a:solidFill>
                                        <a:latin typeface="Cambria Math" panose="02040503050406030204" pitchFamily="18" charset="0"/>
                                      </a:rPr>
                                    </m:ctrlPr>
                                  </m:sSupPr>
                                  <m:e>
                                    <m:d>
                                      <m:dPr>
                                        <m:ctrlPr>
                                          <a:rPr lang="en-US" sz="2000" i="1">
                                            <a:solidFill>
                                              <a:srgbClr val="FF0000"/>
                                            </a:solidFill>
                                            <a:latin typeface="Cambria Math" panose="02040503050406030204" pitchFamily="18" charset="0"/>
                                          </a:rPr>
                                        </m:ctrlPr>
                                      </m:dPr>
                                      <m:e>
                                        <m:sSub>
                                          <m:sSubPr>
                                            <m:ctrlPr>
                                              <a:rPr lang="en-US" sz="2000" i="1">
                                                <a:solidFill>
                                                  <a:srgbClr val="FF0000"/>
                                                </a:solidFill>
                                                <a:latin typeface="Cambria Math" panose="02040503050406030204" pitchFamily="18" charset="0"/>
                                              </a:rPr>
                                            </m:ctrlPr>
                                          </m:sSubPr>
                                          <m:e>
                                            <m:r>
                                              <m:rPr>
                                                <m:sty m:val="p"/>
                                              </m:rPr>
                                              <a:rPr lang="en-US" sz="2000">
                                                <a:solidFill>
                                                  <a:srgbClr val="FF0000"/>
                                                </a:solidFill>
                                                <a:latin typeface="Cambria Math"/>
                                              </a:rPr>
                                              <m:t>Y</m:t>
                                            </m:r>
                                          </m:e>
                                          <m:sub>
                                            <m:r>
                                              <m:rPr>
                                                <m:sty m:val="p"/>
                                              </m:rPr>
                                              <a:rPr lang="en-US" sz="2000">
                                                <a:solidFill>
                                                  <a:srgbClr val="FF0000"/>
                                                </a:solidFill>
                                                <a:latin typeface="Cambria Math"/>
                                              </a:rPr>
                                              <m:t>i</m:t>
                                            </m:r>
                                          </m:sub>
                                        </m:sSub>
                                        <m:r>
                                          <a:rPr lang="en-US" sz="2000">
                                            <a:solidFill>
                                              <a:srgbClr val="FF0000"/>
                                            </a:solidFill>
                                            <a:latin typeface="Cambria Math"/>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r>
                                          <a:rPr lang="en-IN"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1</m:t>
                                            </m:r>
                                          </m:sub>
                                        </m:sSub>
                                        <m:sSub>
                                          <m:sSubPr>
                                            <m:ctrlPr>
                                              <a:rPr lang="en-IN" sz="2000" i="1">
                                                <a:solidFill>
                                                  <a:srgbClr val="FF0000"/>
                                                </a:solidFill>
                                                <a:latin typeface="Cambria Math" panose="02040503050406030204" pitchFamily="18" charset="0"/>
                                              </a:rPr>
                                            </m:ctrlPr>
                                          </m:sSubPr>
                                          <m:e>
                                            <m:r>
                                              <m:rPr>
                                                <m:sty m:val="p"/>
                                              </m:rPr>
                                              <a:rPr lang="en-IN" sz="2000">
                                                <a:solidFill>
                                                  <a:srgbClr val="FF0000"/>
                                                </a:solidFill>
                                                <a:latin typeface="Cambria Math" panose="02040503050406030204" pitchFamily="18" charset="0"/>
                                              </a:rPr>
                                              <m:t>X</m:t>
                                            </m:r>
                                          </m:e>
                                          <m:sub>
                                            <m:r>
                                              <m:rPr>
                                                <m:sty m:val="p"/>
                                              </m:rPr>
                                              <a:rPr lang="en-IN" sz="2000">
                                                <a:solidFill>
                                                  <a:srgbClr val="FF0000"/>
                                                </a:solidFill>
                                                <a:latin typeface="Cambria Math" panose="02040503050406030204" pitchFamily="18" charset="0"/>
                                              </a:rPr>
                                              <m:t>i</m:t>
                                            </m:r>
                                          </m:sub>
                                        </m:sSub>
                                      </m:e>
                                    </m:d>
                                  </m:e>
                                  <m:sup>
                                    <m:r>
                                      <a:rPr lang="en-US" sz="2000">
                                        <a:solidFill>
                                          <a:srgbClr val="FF0000"/>
                                        </a:solidFill>
                                        <a:latin typeface="Cambria Math"/>
                                      </a:rPr>
                                      <m:t>2</m:t>
                                    </m:r>
                                  </m:sup>
                                </m:sSup>
                                <m:r>
                                  <a:rPr lang="en-IN" sz="2000" i="1">
                                    <a:solidFill>
                                      <a:srgbClr val="FF0000"/>
                                    </a:solidFill>
                                    <a:latin typeface="Cambria Math" panose="02040503050406030204" pitchFamily="18" charset="0"/>
                                  </a:rPr>
                                  <m:t> </m:t>
                                </m:r>
                              </m:e>
                            </m:nary>
                          </m:e>
                        </m:d>
                        <m:r>
                          <a:rPr lang="en-IN" sz="2000" b="0" i="1" smtClean="0">
                            <a:solidFill>
                              <a:srgbClr val="FF0000"/>
                            </a:solidFill>
                            <a:latin typeface="Cambria Math" panose="02040503050406030204" pitchFamily="18" charset="0"/>
                          </a:rPr>
                          <m:t>=0</m:t>
                        </m:r>
                      </m:oMath>
                    </m:oMathPara>
                  </a14:m>
                  <a:endParaRPr lang="en-IN" sz="2000" dirty="0">
                    <a:solidFill>
                      <a:srgbClr val="FF0000"/>
                    </a:solidFill>
                  </a:endParaRPr>
                </a:p>
              </p:txBody>
            </p:sp>
          </mc:Choice>
          <mc:Fallback>
            <p:sp>
              <p:nvSpPr>
                <p:cNvPr id="7" name="TextBox 6"/>
                <p:cNvSpPr txBox="1">
                  <a:spLocks noRot="1" noChangeAspect="1" noMove="1" noResize="1" noEditPoints="1" noAdjustHandles="1" noChangeArrowheads="1" noChangeShapeType="1" noTextEdit="1"/>
                </p:cNvSpPr>
                <p:nvPr/>
              </p:nvSpPr>
              <p:spPr>
                <a:xfrm>
                  <a:off x="-1404664" y="3652718"/>
                  <a:ext cx="7581973" cy="93096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4932040" y="3649771"/>
                  <a:ext cx="4779065" cy="8470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US">
                                    <a:solidFill>
                                      <a:srgbClr val="FF0000"/>
                                    </a:solidFill>
                                    <a:latin typeface="Cambria Math"/>
                                  </a:rPr>
                                  <m:t>SS</m:t>
                                </m:r>
                              </m:e>
                              <m:sub>
                                <m:r>
                                  <m:rPr>
                                    <m:sty m:val="p"/>
                                  </m:rPr>
                                  <a:rPr lang="en-US">
                                    <a:solidFill>
                                      <a:srgbClr val="FF0000"/>
                                    </a:solidFill>
                                    <a:latin typeface="Cambria Math" panose="02040503050406030204" pitchFamily="18" charset="0"/>
                                  </a:rPr>
                                  <m:t>Residual</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b="0" i="0" smtClean="0">
                                    <a:solidFill>
                                      <a:srgbClr val="FF0000"/>
                                    </a:solidFill>
                                    <a:latin typeface="Cambria Math" panose="02040503050406030204" pitchFamily="18" charset="0"/>
                                  </a:rPr>
                                  <m:t>1</m:t>
                                </m:r>
                              </m:sub>
                            </m:sSub>
                          </m:den>
                        </m:f>
                        <m:r>
                          <a:rPr lang="en-US">
                            <a:solidFill>
                              <a:srgbClr val="FF0000"/>
                            </a:solidFill>
                            <a:latin typeface="Cambria Math"/>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1</m:t>
                                </m:r>
                              </m:sub>
                            </m:sSub>
                          </m:den>
                        </m:f>
                        <m:d>
                          <m:dPr>
                            <m:begChr m:val="["/>
                            <m:endChr m:val="]"/>
                            <m:ctrlPr>
                              <a:rPr lang="en-IN" i="1" smtClean="0">
                                <a:solidFill>
                                  <a:srgbClr val="FF0000"/>
                                </a:solidFill>
                                <a:latin typeface="Cambria Math" panose="02040503050406030204" pitchFamily="18" charset="0"/>
                              </a:rPr>
                            </m:ctrlPr>
                          </m:dPr>
                          <m:e>
                            <m:nary>
                              <m:naryPr>
                                <m:chr m:val="∑"/>
                                <m:ctrlPr>
                                  <a:rPr lang="en-US" i="1">
                                    <a:solidFill>
                                      <a:srgbClr val="FF0000"/>
                                    </a:solidFill>
                                    <a:latin typeface="Cambria Math" panose="02040503050406030204" pitchFamily="18" charset="0"/>
                                  </a:rPr>
                                </m:ctrlPr>
                              </m:naryPr>
                              <m:sub>
                                <m:r>
                                  <m:rPr>
                                    <m:sty m:val="p"/>
                                    <m:brk m:alnAt="23"/>
                                  </m:rPr>
                                  <a:rPr lang="en-US">
                                    <a:solidFill>
                                      <a:srgbClr val="FF0000"/>
                                    </a:solidFill>
                                    <a:latin typeface="Cambria Math"/>
                                  </a:rPr>
                                  <m:t>i</m:t>
                                </m:r>
                                <m:r>
                                  <a:rPr lang="en-US">
                                    <a:solidFill>
                                      <a:srgbClr val="FF0000"/>
                                    </a:solidFill>
                                    <a:latin typeface="Cambria Math"/>
                                  </a:rPr>
                                  <m:t>=1</m:t>
                                </m:r>
                              </m:sub>
                              <m:sup>
                                <m:r>
                                  <m:rPr>
                                    <m:sty m:val="p"/>
                                  </m:rPr>
                                  <a:rPr lang="en-US">
                                    <a:solidFill>
                                      <a:srgbClr val="FF0000"/>
                                    </a:solidFill>
                                    <a:latin typeface="Cambria Math"/>
                                  </a:rPr>
                                  <m:t>n</m:t>
                                </m:r>
                              </m:sup>
                              <m:e>
                                <m:sSup>
                                  <m:sSupPr>
                                    <m:ctrlPr>
                                      <a:rPr lang="en-US" i="1">
                                        <a:solidFill>
                                          <a:srgbClr val="FF0000"/>
                                        </a:solidFill>
                                        <a:latin typeface="Cambria Math" panose="02040503050406030204" pitchFamily="18" charset="0"/>
                                      </a:rPr>
                                    </m:ctrlPr>
                                  </m:sSupPr>
                                  <m:e>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a:rPr>
                                              <m:t>Y</m:t>
                                            </m:r>
                                          </m:e>
                                          <m:sub>
                                            <m:r>
                                              <m:rPr>
                                                <m:sty m:val="p"/>
                                              </m:rPr>
                                              <a:rPr lang="en-US">
                                                <a:solidFill>
                                                  <a:srgbClr val="FF0000"/>
                                                </a:solidFill>
                                                <a:latin typeface="Cambria Math"/>
                                              </a:rPr>
                                              <m:t>i</m:t>
                                            </m:r>
                                          </m:sub>
                                        </m:sSub>
                                        <m:r>
                                          <a:rPr lang="en-US">
                                            <a:solidFill>
                                              <a:srgbClr val="FF0000"/>
                                            </a:solidFill>
                                            <a:latin typeface="Cambria Math"/>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0</m:t>
                                            </m:r>
                                          </m:sub>
                                        </m:sSub>
                                        <m:r>
                                          <a:rPr lang="en-IN"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1</m:t>
                                            </m:r>
                                          </m:sub>
                                        </m:sSub>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X</m:t>
                                            </m:r>
                                          </m:e>
                                          <m:sub>
                                            <m:r>
                                              <m:rPr>
                                                <m:sty m:val="p"/>
                                              </m:rPr>
                                              <a:rPr lang="en-IN">
                                                <a:solidFill>
                                                  <a:srgbClr val="FF0000"/>
                                                </a:solidFill>
                                                <a:latin typeface="Cambria Math" panose="02040503050406030204" pitchFamily="18" charset="0"/>
                                              </a:rPr>
                                              <m:t>i</m:t>
                                            </m:r>
                                          </m:sub>
                                        </m:sSub>
                                      </m:e>
                                    </m:d>
                                  </m:e>
                                  <m:sup>
                                    <m:r>
                                      <a:rPr lang="en-US">
                                        <a:solidFill>
                                          <a:srgbClr val="FF0000"/>
                                        </a:solidFill>
                                        <a:latin typeface="Cambria Math"/>
                                      </a:rPr>
                                      <m:t>2</m:t>
                                    </m:r>
                                  </m:sup>
                                </m:sSup>
                                <m:r>
                                  <a:rPr lang="en-IN" i="1">
                                    <a:solidFill>
                                      <a:srgbClr val="FF0000"/>
                                    </a:solidFill>
                                    <a:latin typeface="Cambria Math" panose="02040503050406030204" pitchFamily="18" charset="0"/>
                                  </a:rPr>
                                  <m:t> </m:t>
                                </m:r>
                              </m:e>
                            </m:nary>
                          </m:e>
                        </m:d>
                        <m:r>
                          <a:rPr lang="en-IN" b="0" i="1" smtClean="0">
                            <a:solidFill>
                              <a:srgbClr val="FF0000"/>
                            </a:solidFill>
                            <a:latin typeface="Cambria Math" panose="02040503050406030204" pitchFamily="18" charset="0"/>
                          </a:rPr>
                          <m:t>=0</m:t>
                        </m:r>
                      </m:oMath>
                    </m:oMathPara>
                  </a14:m>
                  <a:endParaRPr lang="en-IN" dirty="0">
                    <a:solidFill>
                      <a:srgbClr val="FF0000"/>
                    </a:solidFill>
                  </a:endParaRPr>
                </a:p>
              </p:txBody>
            </p:sp>
          </mc:Choice>
          <mc:Fallback>
            <p:sp>
              <p:nvSpPr>
                <p:cNvPr id="8" name="Rectangle 7"/>
                <p:cNvSpPr>
                  <a:spLocks noRot="1" noChangeAspect="1" noMove="1" noResize="1" noEditPoints="1" noAdjustHandles="1" noChangeArrowheads="1" noChangeShapeType="1" noTextEdit="1"/>
                </p:cNvSpPr>
                <p:nvPr/>
              </p:nvSpPr>
              <p:spPr>
                <a:xfrm>
                  <a:off x="4932040" y="3649771"/>
                  <a:ext cx="4779065" cy="847027"/>
                </a:xfrm>
                <a:prstGeom prst="rect">
                  <a:avLst/>
                </a:prstGeom>
                <a:blipFill>
                  <a:blip r:embed="rId8"/>
                  <a:stretch>
                    <a:fillRect/>
                  </a:stretch>
                </a:blipFill>
              </p:spPr>
              <p:txBody>
                <a:bodyPr/>
                <a:lstStyle/>
                <a:p>
                  <a:r>
                    <a:rPr lang="en-IN">
                      <a:noFill/>
                    </a:rPr>
                    <a:t> </a:t>
                  </a:r>
                </a:p>
              </p:txBody>
            </p:sp>
          </mc:Fallback>
        </mc:AlternateContent>
      </p:grpSp>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EC617E57-B405-994F-F702-6A5C48CD41E5}"/>
                  </a:ext>
                </a:extLst>
              </p14:cNvPr>
              <p14:cNvContentPartPr/>
              <p14:nvPr/>
            </p14:nvContentPartPr>
            <p14:xfrm>
              <a:off x="846000" y="23040"/>
              <a:ext cx="3220200" cy="1166760"/>
            </p14:xfrm>
          </p:contentPart>
        </mc:Choice>
        <mc:Fallback>
          <p:pic>
            <p:nvPicPr>
              <p:cNvPr id="10" name="Ink 9">
                <a:extLst>
                  <a:ext uri="{FF2B5EF4-FFF2-40B4-BE49-F238E27FC236}">
                    <a16:creationId xmlns:a16="http://schemas.microsoft.com/office/drawing/2014/main" id="{EC617E57-B405-994F-F702-6A5C48CD41E5}"/>
                  </a:ext>
                </a:extLst>
              </p:cNvPr>
              <p:cNvPicPr/>
              <p:nvPr/>
            </p:nvPicPr>
            <p:blipFill>
              <a:blip r:embed="rId10"/>
              <a:stretch>
                <a:fillRect/>
              </a:stretch>
            </p:blipFill>
            <p:spPr>
              <a:xfrm>
                <a:off x="836640" y="13680"/>
                <a:ext cx="3238920" cy="1185480"/>
              </a:xfrm>
              <a:prstGeom prst="rect">
                <a:avLst/>
              </a:prstGeom>
            </p:spPr>
          </p:pic>
        </mc:Fallback>
      </mc:AlternateContent>
    </p:spTree>
    <p:extLst>
      <p:ext uri="{BB962C8B-B14F-4D97-AF65-F5344CB8AC3E}">
        <p14:creationId xmlns:p14="http://schemas.microsoft.com/office/powerpoint/2010/main" val="2079355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85347"/>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Why n-p?</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275928" y="953198"/>
                <a:ext cx="8664152" cy="2306144"/>
              </a:xfrm>
              <a:prstGeom prst="rect">
                <a:avLst/>
              </a:prstGeom>
              <a:noFill/>
            </p:spPr>
            <p:txBody>
              <a:bodyPr wrap="square" rtlCol="0">
                <a:spAutoFit/>
              </a:bodyPr>
              <a:lstStyle/>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Two parameters are estimated here from the data.  Two constraints operate on the sum of squares.</a:t>
                </a:r>
              </a:p>
              <a:p>
                <a:pPr marL="285750" indent="-285750">
                  <a:lnSpc>
                    <a:spcPct val="150000"/>
                  </a:lnSpc>
                  <a:buClr>
                    <a:srgbClr val="0000FF"/>
                  </a:buClr>
                  <a:buFont typeface="Wingdings" panose="05000000000000000000" pitchFamily="2" charset="2"/>
                  <a:buChar char="v"/>
                </a:pPr>
                <a:r>
                  <a:rPr lang="en-IN" dirty="0">
                    <a:solidFill>
                      <a:schemeClr val="bg1"/>
                    </a:solidFill>
                    <a:latin typeface="Airal"/>
                  </a:rPr>
                  <a:t>The constraints operating on </a:t>
                </a:r>
                <a14:m>
                  <m:oMath xmlns:m="http://schemas.openxmlformats.org/officeDocument/2006/math">
                    <m:nary>
                      <m:naryPr>
                        <m:chr m:val="∑"/>
                        <m:ctrlPr>
                          <a:rPr lang="en-US" i="1">
                            <a:solidFill>
                              <a:schemeClr val="bg1"/>
                            </a:solidFill>
                            <a:latin typeface="Cambria Math" panose="02040503050406030204" pitchFamily="18" charset="0"/>
                          </a:rPr>
                        </m:ctrlPr>
                      </m:naryPr>
                      <m:sub>
                        <m:r>
                          <m:rPr>
                            <m:sty m:val="p"/>
                            <m:brk m:alnAt="23"/>
                          </m:rPr>
                          <a:rPr lang="en-US">
                            <a:solidFill>
                              <a:schemeClr val="bg1"/>
                            </a:solidFill>
                            <a:latin typeface="Cambria Math"/>
                          </a:rPr>
                          <m:t>i</m:t>
                        </m:r>
                        <m:r>
                          <a:rPr lang="en-US">
                            <a:solidFill>
                              <a:schemeClr val="bg1"/>
                            </a:solidFill>
                            <a:latin typeface="Cambria Math"/>
                          </a:rPr>
                          <m:t>=1</m:t>
                        </m:r>
                      </m:sub>
                      <m:sup>
                        <m:r>
                          <m:rPr>
                            <m:sty m:val="p"/>
                          </m:rPr>
                          <a:rPr lang="en-US">
                            <a:solidFill>
                              <a:schemeClr val="bg1"/>
                            </a:solidFill>
                            <a:latin typeface="Cambria Math"/>
                          </a:rPr>
                          <m:t>n</m:t>
                        </m:r>
                      </m:sup>
                      <m:e>
                        <m:sSup>
                          <m:sSupPr>
                            <m:ctrlPr>
                              <a:rPr lang="en-US" i="1">
                                <a:solidFill>
                                  <a:schemeClr val="bg1"/>
                                </a:solidFill>
                                <a:latin typeface="Cambria Math" panose="02040503050406030204" pitchFamily="18" charset="0"/>
                              </a:rPr>
                            </m:ctrlPr>
                          </m:sSupPr>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m:rPr>
                                        <m:sty m:val="p"/>
                                      </m:rPr>
                                      <a:rPr lang="en-US">
                                        <a:solidFill>
                                          <a:schemeClr val="bg1"/>
                                        </a:solidFill>
                                        <a:latin typeface="Cambria Math"/>
                                      </a:rPr>
                                      <m:t>Y</m:t>
                                    </m:r>
                                  </m:e>
                                  <m:sub>
                                    <m:r>
                                      <m:rPr>
                                        <m:sty m:val="p"/>
                                      </m:rPr>
                                      <a:rPr lang="en-US">
                                        <a:solidFill>
                                          <a:schemeClr val="bg1"/>
                                        </a:solidFill>
                                        <a:latin typeface="Cambria Math"/>
                                      </a:rPr>
                                      <m:t>i</m:t>
                                    </m:r>
                                  </m:sub>
                                </m:sSub>
                                <m:r>
                                  <a:rPr lang="en-US">
                                    <a:solidFill>
                                      <a:schemeClr val="bg1"/>
                                    </a:solidFill>
                                    <a:latin typeface="Cambria Math"/>
                                  </a:rPr>
                                  <m:t>−</m:t>
                                </m:r>
                                <m:sSub>
                                  <m:sSubPr>
                                    <m:ctrlPr>
                                      <a:rPr lang="en-US" i="1">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a:sym typeface="Symbol" panose="05050102010706020507" pitchFamily="18" charset="2"/>
                                          </a:rPr>
                                          <m:t></m:t>
                                        </m:r>
                                      </m:e>
                                    </m:acc>
                                  </m:e>
                                  <m:sub>
                                    <m:r>
                                      <a:rPr lang="en-IN">
                                        <a:solidFill>
                                          <a:schemeClr val="bg1"/>
                                        </a:solidFill>
                                        <a:latin typeface="Cambria Math" panose="02040503050406030204" pitchFamily="18" charset="0"/>
                                      </a:rPr>
                                      <m:t>0</m:t>
                                    </m:r>
                                  </m:sub>
                                </m:sSub>
                                <m:r>
                                  <a:rPr lang="en-IN"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acc>
                                      <m:accPr>
                                        <m:chr m:val="̂"/>
                                        <m:ctrlPr>
                                          <a:rPr lang="en-US" i="1">
                                            <a:solidFill>
                                              <a:schemeClr val="bg1"/>
                                            </a:solidFill>
                                            <a:latin typeface="Cambria Math" panose="02040503050406030204" pitchFamily="18" charset="0"/>
                                          </a:rPr>
                                        </m:ctrlPr>
                                      </m:accPr>
                                      <m:e>
                                        <m:r>
                                          <a:rPr lang="en-US" i="1">
                                            <a:solidFill>
                                              <a:schemeClr val="bg1"/>
                                            </a:solidFill>
                                            <a:latin typeface="Cambria Math"/>
                                            <a:sym typeface="Symbol" panose="05050102010706020507" pitchFamily="18" charset="2"/>
                                          </a:rPr>
                                          <m:t></m:t>
                                        </m:r>
                                      </m:e>
                                    </m:acc>
                                  </m:e>
                                  <m:sub>
                                    <m:r>
                                      <a:rPr lang="en-IN">
                                        <a:solidFill>
                                          <a:schemeClr val="bg1"/>
                                        </a:solidFill>
                                        <a:latin typeface="Cambria Math" panose="02040503050406030204" pitchFamily="18" charset="0"/>
                                      </a:rPr>
                                      <m:t>1</m:t>
                                    </m:r>
                                  </m:sub>
                                </m:sSub>
                                <m:sSub>
                                  <m:sSubPr>
                                    <m:ctrlPr>
                                      <a:rPr lang="en-IN" i="1">
                                        <a:solidFill>
                                          <a:schemeClr val="bg1"/>
                                        </a:solidFill>
                                        <a:latin typeface="Cambria Math" panose="02040503050406030204" pitchFamily="18" charset="0"/>
                                      </a:rPr>
                                    </m:ctrlPr>
                                  </m:sSubPr>
                                  <m:e>
                                    <m:r>
                                      <m:rPr>
                                        <m:sty m:val="p"/>
                                      </m:rPr>
                                      <a:rPr lang="en-IN">
                                        <a:solidFill>
                                          <a:schemeClr val="bg1"/>
                                        </a:solidFill>
                                        <a:latin typeface="Cambria Math" panose="02040503050406030204" pitchFamily="18" charset="0"/>
                                      </a:rPr>
                                      <m:t>X</m:t>
                                    </m:r>
                                  </m:e>
                                  <m:sub>
                                    <m:r>
                                      <m:rPr>
                                        <m:sty m:val="p"/>
                                      </m:rPr>
                                      <a:rPr lang="en-IN">
                                        <a:solidFill>
                                          <a:schemeClr val="bg1"/>
                                        </a:solidFill>
                                        <a:latin typeface="Cambria Math" panose="02040503050406030204" pitchFamily="18" charset="0"/>
                                      </a:rPr>
                                      <m:t>i</m:t>
                                    </m:r>
                                  </m:sub>
                                </m:sSub>
                              </m:e>
                            </m:d>
                          </m:e>
                          <m:sup>
                            <m:r>
                              <a:rPr lang="en-US">
                                <a:solidFill>
                                  <a:schemeClr val="bg1"/>
                                </a:solidFill>
                                <a:latin typeface="Cambria Math"/>
                              </a:rPr>
                              <m:t>2</m:t>
                            </m:r>
                          </m:sup>
                        </m:sSup>
                      </m:e>
                    </m:nary>
                  </m:oMath>
                </a14:m>
                <a:r>
                  <a:rPr lang="en-IN" dirty="0">
                    <a:solidFill>
                      <a:schemeClr val="bg1"/>
                    </a:solidFill>
                    <a:latin typeface="Airal"/>
                  </a:rPr>
                  <a:t>are</a:t>
                </a:r>
              </a:p>
              <a:p>
                <a:pPr>
                  <a:buClr>
                    <a:srgbClr val="0000FF"/>
                  </a:buClr>
                </a:pPr>
                <a:endParaRPr lang="en-IN" dirty="0">
                  <a:solidFill>
                    <a:schemeClr val="bg1"/>
                  </a:solidFill>
                  <a:latin typeface="Airal"/>
                </a:endParaRPr>
              </a:p>
              <a:p>
                <a:pPr>
                  <a:buClr>
                    <a:srgbClr val="0000FF"/>
                  </a:buClr>
                </a:pPr>
                <a:endParaRPr lang="en-IN" dirty="0">
                  <a:solidFill>
                    <a:schemeClr val="bg1"/>
                  </a:solidFill>
                </a:endParaRPr>
              </a:p>
              <a:p>
                <a:pPr marL="285750" indent="-285750">
                  <a:buClr>
                    <a:srgbClr val="0000FF"/>
                  </a:buClr>
                  <a:buFont typeface="Wingdings" panose="05000000000000000000" pitchFamily="2" charset="2"/>
                  <a:buChar char="v"/>
                </a:pPr>
                <a:endParaRPr lang="en-IN" dirty="0">
                  <a:solidFill>
                    <a:schemeClr val="bg1"/>
                  </a:solidFill>
                  <a:latin typeface="Aira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75928" y="953198"/>
                <a:ext cx="8664152" cy="2306144"/>
              </a:xfrm>
              <a:prstGeom prst="rect">
                <a:avLst/>
              </a:prstGeom>
              <a:blipFill>
                <a:blip r:embed="rId2"/>
                <a:stretch>
                  <a:fillRect l="-4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835696" y="2499742"/>
                <a:ext cx="5709765" cy="9309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m:t>
                          </m:r>
                          <m:sSub>
                            <m:sSubPr>
                              <m:ctrlPr>
                                <a:rPr lang="en-IN" sz="2000" i="1">
                                  <a:solidFill>
                                    <a:srgbClr val="FF0000"/>
                                  </a:solidFill>
                                  <a:latin typeface="Cambria Math" panose="02040503050406030204" pitchFamily="18" charset="0"/>
                                </a:rPr>
                              </m:ctrlPr>
                            </m:sSubPr>
                            <m:e>
                              <m:r>
                                <m:rPr>
                                  <m:sty m:val="p"/>
                                </m:rPr>
                                <a:rPr lang="en-US" sz="2000">
                                  <a:solidFill>
                                    <a:srgbClr val="FF0000"/>
                                  </a:solidFill>
                                  <a:latin typeface="Cambria Math"/>
                                </a:rPr>
                                <m:t>SS</m:t>
                              </m:r>
                            </m:e>
                            <m:sub>
                              <m:r>
                                <m:rPr>
                                  <m:sty m:val="p"/>
                                </m:rPr>
                                <a:rPr lang="en-US" sz="2000">
                                  <a:solidFill>
                                    <a:srgbClr val="FF0000"/>
                                  </a:solidFill>
                                  <a:latin typeface="Cambria Math"/>
                                </a:rPr>
                                <m:t>E</m:t>
                              </m:r>
                            </m:sub>
                          </m:sSub>
                        </m:num>
                        <m:den>
                          <m:r>
                            <a:rPr lang="en-US" sz="2000" b="0" i="1" smtClean="0">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den>
                      </m:f>
                      <m:r>
                        <a:rPr lang="en-US" sz="2000" b="0" i="0" smtClean="0">
                          <a:solidFill>
                            <a:srgbClr val="FF0000"/>
                          </a:solidFill>
                          <a:latin typeface="Cambria Math"/>
                        </a:rPr>
                        <m:t>=</m:t>
                      </m:r>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m:t>
                          </m:r>
                        </m:num>
                        <m:den>
                          <m:r>
                            <a:rPr lang="en-US"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den>
                      </m:f>
                      <m:d>
                        <m:dPr>
                          <m:begChr m:val="["/>
                          <m:endChr m:val="]"/>
                          <m:ctrlPr>
                            <a:rPr lang="en-IN" sz="2000" i="1" smtClean="0">
                              <a:solidFill>
                                <a:srgbClr val="FF0000"/>
                              </a:solidFill>
                              <a:latin typeface="Cambria Math" panose="02040503050406030204" pitchFamily="18" charset="0"/>
                            </a:rPr>
                          </m:ctrlPr>
                        </m:dPr>
                        <m:e>
                          <m:nary>
                            <m:naryPr>
                              <m:chr m:val="∑"/>
                              <m:ctrlPr>
                                <a:rPr lang="en-US" sz="2000" i="1">
                                  <a:solidFill>
                                    <a:srgbClr val="FF0000"/>
                                  </a:solidFill>
                                  <a:latin typeface="Cambria Math" panose="02040503050406030204" pitchFamily="18" charset="0"/>
                                </a:rPr>
                              </m:ctrlPr>
                            </m:naryPr>
                            <m:sub>
                              <m:r>
                                <m:rPr>
                                  <m:sty m:val="p"/>
                                  <m:brk m:alnAt="23"/>
                                </m:rPr>
                                <a:rPr lang="en-US" sz="2000">
                                  <a:solidFill>
                                    <a:srgbClr val="FF0000"/>
                                  </a:solidFill>
                                  <a:latin typeface="Cambria Math"/>
                                </a:rPr>
                                <m:t>i</m:t>
                              </m:r>
                              <m:r>
                                <a:rPr lang="en-US" sz="2000">
                                  <a:solidFill>
                                    <a:srgbClr val="FF0000"/>
                                  </a:solidFill>
                                  <a:latin typeface="Cambria Math"/>
                                </a:rPr>
                                <m:t>=1</m:t>
                              </m:r>
                            </m:sub>
                            <m:sup>
                              <m:r>
                                <m:rPr>
                                  <m:sty m:val="p"/>
                                </m:rPr>
                                <a:rPr lang="en-US" sz="2000">
                                  <a:solidFill>
                                    <a:srgbClr val="FF0000"/>
                                  </a:solidFill>
                                  <a:latin typeface="Cambria Math"/>
                                </a:rPr>
                                <m:t>n</m:t>
                              </m:r>
                            </m:sup>
                            <m:e>
                              <m:sSup>
                                <m:sSupPr>
                                  <m:ctrlPr>
                                    <a:rPr lang="en-US" sz="2000" i="1">
                                      <a:solidFill>
                                        <a:srgbClr val="FF0000"/>
                                      </a:solidFill>
                                      <a:latin typeface="Cambria Math" panose="02040503050406030204" pitchFamily="18" charset="0"/>
                                    </a:rPr>
                                  </m:ctrlPr>
                                </m:sSupPr>
                                <m:e>
                                  <m:d>
                                    <m:dPr>
                                      <m:ctrlPr>
                                        <a:rPr lang="en-US" sz="2000" i="1">
                                          <a:solidFill>
                                            <a:srgbClr val="FF0000"/>
                                          </a:solidFill>
                                          <a:latin typeface="Cambria Math" panose="02040503050406030204" pitchFamily="18" charset="0"/>
                                        </a:rPr>
                                      </m:ctrlPr>
                                    </m:dPr>
                                    <m:e>
                                      <m:sSub>
                                        <m:sSubPr>
                                          <m:ctrlPr>
                                            <a:rPr lang="en-US" sz="2000" i="1">
                                              <a:solidFill>
                                                <a:srgbClr val="FF0000"/>
                                              </a:solidFill>
                                              <a:latin typeface="Cambria Math" panose="02040503050406030204" pitchFamily="18" charset="0"/>
                                            </a:rPr>
                                          </m:ctrlPr>
                                        </m:sSubPr>
                                        <m:e>
                                          <m:r>
                                            <m:rPr>
                                              <m:sty m:val="p"/>
                                            </m:rPr>
                                            <a:rPr lang="en-US" sz="2000">
                                              <a:solidFill>
                                                <a:srgbClr val="FF0000"/>
                                              </a:solidFill>
                                              <a:latin typeface="Cambria Math"/>
                                            </a:rPr>
                                            <m:t>Y</m:t>
                                          </m:r>
                                        </m:e>
                                        <m:sub>
                                          <m:r>
                                            <m:rPr>
                                              <m:sty m:val="p"/>
                                            </m:rPr>
                                            <a:rPr lang="en-US" sz="2000">
                                              <a:solidFill>
                                                <a:srgbClr val="FF0000"/>
                                              </a:solidFill>
                                              <a:latin typeface="Cambria Math"/>
                                            </a:rPr>
                                            <m:t>i</m:t>
                                          </m:r>
                                        </m:sub>
                                      </m:sSub>
                                      <m:r>
                                        <a:rPr lang="en-US" sz="2000">
                                          <a:solidFill>
                                            <a:srgbClr val="FF0000"/>
                                          </a:solidFill>
                                          <a:latin typeface="Cambria Math"/>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0</m:t>
                                          </m:r>
                                        </m:sub>
                                      </m:sSub>
                                      <m:r>
                                        <a:rPr lang="en-IN" sz="2000" i="1">
                                          <a:solidFill>
                                            <a:srgbClr val="FF0000"/>
                                          </a:solidFill>
                                          <a:latin typeface="Cambria Math" panose="02040503050406030204" pitchFamily="18" charset="0"/>
                                        </a:rPr>
                                        <m:t>−</m:t>
                                      </m:r>
                                      <m:sSub>
                                        <m:sSubPr>
                                          <m:ctrlPr>
                                            <a:rPr lang="en-US" sz="2000" i="1">
                                              <a:solidFill>
                                                <a:srgbClr val="FF0000"/>
                                              </a:solidFill>
                                              <a:latin typeface="Cambria Math" panose="02040503050406030204" pitchFamily="18" charset="0"/>
                                            </a:rPr>
                                          </m:ctrlPr>
                                        </m:sSub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a:sym typeface="Symbol" panose="05050102010706020507" pitchFamily="18" charset="2"/>
                                                </a:rPr>
                                                <m:t></m:t>
                                              </m:r>
                                            </m:e>
                                          </m:acc>
                                        </m:e>
                                        <m:sub>
                                          <m:r>
                                            <a:rPr lang="en-IN" sz="2000">
                                              <a:solidFill>
                                                <a:srgbClr val="FF0000"/>
                                              </a:solidFill>
                                              <a:latin typeface="Cambria Math" panose="02040503050406030204" pitchFamily="18" charset="0"/>
                                            </a:rPr>
                                            <m:t>1</m:t>
                                          </m:r>
                                        </m:sub>
                                      </m:sSub>
                                      <m:sSub>
                                        <m:sSubPr>
                                          <m:ctrlPr>
                                            <a:rPr lang="en-IN" sz="2000" i="1">
                                              <a:solidFill>
                                                <a:srgbClr val="FF0000"/>
                                              </a:solidFill>
                                              <a:latin typeface="Cambria Math" panose="02040503050406030204" pitchFamily="18" charset="0"/>
                                            </a:rPr>
                                          </m:ctrlPr>
                                        </m:sSubPr>
                                        <m:e>
                                          <m:r>
                                            <m:rPr>
                                              <m:sty m:val="p"/>
                                            </m:rPr>
                                            <a:rPr lang="en-IN" sz="2000">
                                              <a:solidFill>
                                                <a:srgbClr val="FF0000"/>
                                              </a:solidFill>
                                              <a:latin typeface="Cambria Math" panose="02040503050406030204" pitchFamily="18" charset="0"/>
                                            </a:rPr>
                                            <m:t>X</m:t>
                                          </m:r>
                                        </m:e>
                                        <m:sub>
                                          <m:r>
                                            <m:rPr>
                                              <m:sty m:val="p"/>
                                            </m:rPr>
                                            <a:rPr lang="en-IN" sz="2000">
                                              <a:solidFill>
                                                <a:srgbClr val="FF0000"/>
                                              </a:solidFill>
                                              <a:latin typeface="Cambria Math" panose="02040503050406030204" pitchFamily="18" charset="0"/>
                                            </a:rPr>
                                            <m:t>i</m:t>
                                          </m:r>
                                        </m:sub>
                                      </m:sSub>
                                    </m:e>
                                  </m:d>
                                </m:e>
                                <m:sup>
                                  <m:r>
                                    <a:rPr lang="en-US" sz="2000">
                                      <a:solidFill>
                                        <a:srgbClr val="FF0000"/>
                                      </a:solidFill>
                                      <a:latin typeface="Cambria Math"/>
                                    </a:rPr>
                                    <m:t>2</m:t>
                                  </m:r>
                                </m:sup>
                              </m:sSup>
                              <m:r>
                                <a:rPr lang="en-IN" sz="2000" i="1">
                                  <a:solidFill>
                                    <a:srgbClr val="FF0000"/>
                                  </a:solidFill>
                                  <a:latin typeface="Cambria Math" panose="02040503050406030204" pitchFamily="18" charset="0"/>
                                </a:rPr>
                                <m:t> </m:t>
                              </m:r>
                            </m:e>
                          </m:nary>
                        </m:e>
                      </m:d>
                      <m:r>
                        <a:rPr lang="en-IN" sz="2000" b="0" i="1" smtClean="0">
                          <a:solidFill>
                            <a:srgbClr val="FF0000"/>
                          </a:solidFill>
                          <a:latin typeface="Cambria Math" panose="02040503050406030204" pitchFamily="18" charset="0"/>
                        </a:rPr>
                        <m:t>=0</m:t>
                      </m:r>
                    </m:oMath>
                  </m:oMathPara>
                </a14:m>
                <a:endParaRPr lang="en-IN" sz="2000" dirty="0">
                  <a:solidFill>
                    <a:srgbClr val="FF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835696" y="2499742"/>
                <a:ext cx="5709765" cy="93096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638478" y="3540941"/>
                <a:ext cx="4104200" cy="8470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m:rPr>
                                  <m:sty m:val="p"/>
                                </m:rPr>
                                <a:rPr lang="en-US">
                                  <a:solidFill>
                                    <a:srgbClr val="FF0000"/>
                                  </a:solidFill>
                                  <a:latin typeface="Cambria Math"/>
                                </a:rPr>
                                <m:t>SS</m:t>
                              </m:r>
                            </m:e>
                            <m:sub>
                              <m:r>
                                <m:rPr>
                                  <m:sty m:val="p"/>
                                </m:rPr>
                                <a:rPr lang="en-US">
                                  <a:solidFill>
                                    <a:srgbClr val="FF0000"/>
                                  </a:solidFill>
                                  <a:latin typeface="Cambria Math"/>
                                </a:rPr>
                                <m:t>E</m:t>
                              </m:r>
                            </m:sub>
                          </m:sSub>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b="0" i="0" smtClean="0">
                                  <a:solidFill>
                                    <a:srgbClr val="FF0000"/>
                                  </a:solidFill>
                                  <a:latin typeface="Cambria Math" panose="02040503050406030204" pitchFamily="18" charset="0"/>
                                </a:rPr>
                                <m:t>1</m:t>
                              </m:r>
                            </m:sub>
                          </m:sSub>
                        </m:den>
                      </m:f>
                      <m:r>
                        <a:rPr lang="en-US">
                          <a:solidFill>
                            <a:srgbClr val="FF0000"/>
                          </a:solidFill>
                          <a:latin typeface="Cambria Math"/>
                        </a:rPr>
                        <m:t>=</m:t>
                      </m:r>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m:t>
                          </m:r>
                        </m:num>
                        <m:den>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1</m:t>
                              </m:r>
                            </m:sub>
                          </m:sSub>
                        </m:den>
                      </m:f>
                      <m:d>
                        <m:dPr>
                          <m:begChr m:val="["/>
                          <m:endChr m:val="]"/>
                          <m:ctrlPr>
                            <a:rPr lang="en-IN" i="1" smtClean="0">
                              <a:solidFill>
                                <a:srgbClr val="FF0000"/>
                              </a:solidFill>
                              <a:latin typeface="Cambria Math" panose="02040503050406030204" pitchFamily="18" charset="0"/>
                            </a:rPr>
                          </m:ctrlPr>
                        </m:dPr>
                        <m:e>
                          <m:nary>
                            <m:naryPr>
                              <m:chr m:val="∑"/>
                              <m:ctrlPr>
                                <a:rPr lang="en-US" i="1">
                                  <a:solidFill>
                                    <a:srgbClr val="FF0000"/>
                                  </a:solidFill>
                                  <a:latin typeface="Cambria Math" panose="02040503050406030204" pitchFamily="18" charset="0"/>
                                </a:rPr>
                              </m:ctrlPr>
                            </m:naryPr>
                            <m:sub>
                              <m:r>
                                <m:rPr>
                                  <m:sty m:val="p"/>
                                  <m:brk m:alnAt="23"/>
                                </m:rPr>
                                <a:rPr lang="en-US">
                                  <a:solidFill>
                                    <a:srgbClr val="FF0000"/>
                                  </a:solidFill>
                                  <a:latin typeface="Cambria Math"/>
                                </a:rPr>
                                <m:t>i</m:t>
                              </m:r>
                              <m:r>
                                <a:rPr lang="en-US">
                                  <a:solidFill>
                                    <a:srgbClr val="FF0000"/>
                                  </a:solidFill>
                                  <a:latin typeface="Cambria Math"/>
                                </a:rPr>
                                <m:t>=1</m:t>
                              </m:r>
                            </m:sub>
                            <m:sup>
                              <m:r>
                                <m:rPr>
                                  <m:sty m:val="p"/>
                                </m:rPr>
                                <a:rPr lang="en-US">
                                  <a:solidFill>
                                    <a:srgbClr val="FF0000"/>
                                  </a:solidFill>
                                  <a:latin typeface="Cambria Math"/>
                                </a:rPr>
                                <m:t>n</m:t>
                              </m:r>
                            </m:sup>
                            <m:e>
                              <m:sSup>
                                <m:sSupPr>
                                  <m:ctrlPr>
                                    <a:rPr lang="en-US" i="1">
                                      <a:solidFill>
                                        <a:srgbClr val="FF0000"/>
                                      </a:solidFill>
                                      <a:latin typeface="Cambria Math" panose="02040503050406030204" pitchFamily="18" charset="0"/>
                                    </a:rPr>
                                  </m:ctrlPr>
                                </m:sSupPr>
                                <m:e>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a:rPr>
                                            <m:t>Y</m:t>
                                          </m:r>
                                        </m:e>
                                        <m:sub>
                                          <m:r>
                                            <m:rPr>
                                              <m:sty m:val="p"/>
                                            </m:rPr>
                                            <a:rPr lang="en-US">
                                              <a:solidFill>
                                                <a:srgbClr val="FF0000"/>
                                              </a:solidFill>
                                              <a:latin typeface="Cambria Math"/>
                                            </a:rPr>
                                            <m:t>i</m:t>
                                          </m:r>
                                        </m:sub>
                                      </m:sSub>
                                      <m:r>
                                        <a:rPr lang="en-US">
                                          <a:solidFill>
                                            <a:srgbClr val="FF0000"/>
                                          </a:solidFill>
                                          <a:latin typeface="Cambria Math"/>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0</m:t>
                                          </m:r>
                                        </m:sub>
                                      </m:sSub>
                                      <m:r>
                                        <a:rPr lang="en-IN"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a:sym typeface="Symbol" panose="05050102010706020507" pitchFamily="18" charset="2"/>
                                                </a:rPr>
                                                <m:t></m:t>
                                              </m:r>
                                            </m:e>
                                          </m:acc>
                                        </m:e>
                                        <m:sub>
                                          <m:r>
                                            <a:rPr lang="en-IN">
                                              <a:solidFill>
                                                <a:srgbClr val="FF0000"/>
                                              </a:solidFill>
                                              <a:latin typeface="Cambria Math" panose="02040503050406030204" pitchFamily="18" charset="0"/>
                                            </a:rPr>
                                            <m:t>1</m:t>
                                          </m:r>
                                        </m:sub>
                                      </m:sSub>
                                      <m:sSub>
                                        <m:sSubPr>
                                          <m:ctrlPr>
                                            <a:rPr lang="en-IN" i="1">
                                              <a:solidFill>
                                                <a:srgbClr val="FF0000"/>
                                              </a:solidFill>
                                              <a:latin typeface="Cambria Math" panose="02040503050406030204" pitchFamily="18" charset="0"/>
                                            </a:rPr>
                                          </m:ctrlPr>
                                        </m:sSubPr>
                                        <m:e>
                                          <m:r>
                                            <m:rPr>
                                              <m:sty m:val="p"/>
                                            </m:rPr>
                                            <a:rPr lang="en-IN">
                                              <a:solidFill>
                                                <a:srgbClr val="FF0000"/>
                                              </a:solidFill>
                                              <a:latin typeface="Cambria Math" panose="02040503050406030204" pitchFamily="18" charset="0"/>
                                            </a:rPr>
                                            <m:t>X</m:t>
                                          </m:r>
                                        </m:e>
                                        <m:sub>
                                          <m:r>
                                            <m:rPr>
                                              <m:sty m:val="p"/>
                                            </m:rPr>
                                            <a:rPr lang="en-IN">
                                              <a:solidFill>
                                                <a:srgbClr val="FF0000"/>
                                              </a:solidFill>
                                              <a:latin typeface="Cambria Math" panose="02040503050406030204" pitchFamily="18" charset="0"/>
                                            </a:rPr>
                                            <m:t>i</m:t>
                                          </m:r>
                                        </m:sub>
                                      </m:sSub>
                                    </m:e>
                                  </m:d>
                                </m:e>
                                <m:sup>
                                  <m:r>
                                    <a:rPr lang="en-US">
                                      <a:solidFill>
                                        <a:srgbClr val="FF0000"/>
                                      </a:solidFill>
                                      <a:latin typeface="Cambria Math"/>
                                    </a:rPr>
                                    <m:t>2</m:t>
                                  </m:r>
                                </m:sup>
                              </m:sSup>
                              <m:r>
                                <a:rPr lang="en-IN" i="1">
                                  <a:solidFill>
                                    <a:srgbClr val="FF0000"/>
                                  </a:solidFill>
                                  <a:latin typeface="Cambria Math" panose="02040503050406030204" pitchFamily="18" charset="0"/>
                                </a:rPr>
                                <m:t> </m:t>
                              </m:r>
                            </m:e>
                          </m:nary>
                        </m:e>
                      </m:d>
                      <m:r>
                        <a:rPr lang="en-IN" b="0" i="1" smtClean="0">
                          <a:solidFill>
                            <a:srgbClr val="FF0000"/>
                          </a:solidFill>
                          <a:latin typeface="Cambria Math" panose="02040503050406030204" pitchFamily="18" charset="0"/>
                        </a:rPr>
                        <m:t>=0</m:t>
                      </m:r>
                    </m:oMath>
                  </m:oMathPara>
                </a14:m>
                <a:endParaRPr lang="en-IN" dirty="0">
                  <a:solidFill>
                    <a:srgbClr val="FF000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2638478" y="3540941"/>
                <a:ext cx="4104200" cy="847027"/>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85505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Title 1"/>
          <p:cNvSpPr>
            <a:spLocks noGrp="1"/>
          </p:cNvSpPr>
          <p:nvPr>
            <p:ph type="title"/>
          </p:nvPr>
        </p:nvSpPr>
        <p:spPr>
          <a:xfrm>
            <a:off x="467544" y="123478"/>
            <a:ext cx="8229600" cy="576064"/>
          </a:xfrm>
        </p:spPr>
        <p:txBody>
          <a:bodyPr/>
          <a:lstStyle/>
          <a:p>
            <a:pPr algn="ctr" eaLnBrk="1" hangingPunct="1"/>
            <a:r>
              <a:rPr lang="en-US" sz="3200" b="1" dirty="0">
                <a:solidFill>
                  <a:srgbClr val="0070C0"/>
                </a:solidFill>
                <a:effectLst>
                  <a:outerShdw blurRad="38100" dist="38100" dir="2700000" algn="tl">
                    <a:srgbClr val="000000">
                      <a:alpha val="43137"/>
                    </a:srgbClr>
                  </a:outerShdw>
                </a:effectLst>
                <a:latin typeface="Arial" charset="0"/>
                <a:cs typeface="Arial" charset="0"/>
              </a:rPr>
              <a:t>Analysis of Variance (ANOVA)</a:t>
            </a:r>
            <a:endParaRPr lang="en-IN" sz="3200" b="1" dirty="0">
              <a:solidFill>
                <a:srgbClr val="0070C0"/>
              </a:solidFill>
              <a:effectLst>
                <a:outerShdw blurRad="38100" dist="38100" dir="2700000" algn="tl">
                  <a:srgbClr val="000000">
                    <a:alpha val="43137"/>
                  </a:srgbClr>
                </a:outerShdw>
              </a:effectLst>
              <a:latin typeface="Arial" charset="0"/>
              <a:cs typeface="Arial"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463742442"/>
              </p:ext>
            </p:extLst>
          </p:nvPr>
        </p:nvGraphicFramePr>
        <p:xfrm>
          <a:off x="2339752" y="987574"/>
          <a:ext cx="4824536" cy="3004138"/>
        </p:xfrm>
        <a:graphic>
          <a:graphicData uri="http://schemas.openxmlformats.org/drawingml/2006/table">
            <a:tbl>
              <a:tblPr firstRow="1" bandRow="1">
                <a:tableStyleId>{93296810-A885-4BE3-A3E7-6D5BEEA58F35}</a:tableStyleId>
              </a:tblPr>
              <a:tblGrid>
                <a:gridCol w="1656184">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1656184">
                  <a:extLst>
                    <a:ext uri="{9D8B030D-6E8A-4147-A177-3AD203B41FA5}">
                      <a16:colId xmlns:a16="http://schemas.microsoft.com/office/drawing/2014/main" val="20002"/>
                    </a:ext>
                  </a:extLst>
                </a:gridCol>
              </a:tblGrid>
              <a:tr h="643651">
                <a:tc>
                  <a:txBody>
                    <a:bodyPr/>
                    <a:lstStyle/>
                    <a:p>
                      <a:pPr algn="ctr">
                        <a:lnSpc>
                          <a:spcPct val="200000"/>
                        </a:lnSpc>
                      </a:pPr>
                      <a:r>
                        <a:rPr lang="en-IN" sz="2000" dirty="0">
                          <a:latin typeface="Arial" panose="020B0604020202020204" pitchFamily="34" charset="0"/>
                          <a:cs typeface="Arial" panose="020B0604020202020204" pitchFamily="34" charset="0"/>
                        </a:rPr>
                        <a:t>Source of Variation</a:t>
                      </a:r>
                    </a:p>
                  </a:txBody>
                  <a:tcPr marT="34290" marB="34290"/>
                </a:tc>
                <a:tc>
                  <a:txBody>
                    <a:bodyPr/>
                    <a:lstStyle/>
                    <a:p>
                      <a:pPr algn="ctr">
                        <a:lnSpc>
                          <a:spcPct val="200000"/>
                        </a:lnSpc>
                      </a:pPr>
                      <a:r>
                        <a:rPr lang="en-IN" sz="2000" dirty="0">
                          <a:latin typeface="Arial" panose="020B0604020202020204" pitchFamily="34" charset="0"/>
                          <a:cs typeface="Arial" panose="020B0604020202020204" pitchFamily="34" charset="0"/>
                        </a:rPr>
                        <a:t>Sum of Squares</a:t>
                      </a:r>
                    </a:p>
                  </a:txBody>
                  <a:tcPr marT="34290" marB="34290"/>
                </a:tc>
                <a:tc>
                  <a:txBody>
                    <a:bodyPr/>
                    <a:lstStyle/>
                    <a:p>
                      <a:pPr algn="ctr">
                        <a:lnSpc>
                          <a:spcPct val="200000"/>
                        </a:lnSpc>
                      </a:pPr>
                      <a:r>
                        <a:rPr lang="en-IN" sz="2000" dirty="0">
                          <a:latin typeface="Arial" panose="020B0604020202020204" pitchFamily="34" charset="0"/>
                          <a:cs typeface="Arial" panose="020B0604020202020204" pitchFamily="34" charset="0"/>
                        </a:rPr>
                        <a:t>Degrees of Freedom</a:t>
                      </a:r>
                    </a:p>
                  </a:txBody>
                  <a:tcPr marT="34290" marB="34290"/>
                </a:tc>
                <a:extLst>
                  <a:ext uri="{0D108BD9-81ED-4DB2-BD59-A6C34878D82A}">
                    <a16:rowId xmlns:a16="http://schemas.microsoft.com/office/drawing/2014/main" val="10000"/>
                  </a:ext>
                </a:extLst>
              </a:tr>
              <a:tr h="436469">
                <a:tc>
                  <a:txBody>
                    <a:bodyPr/>
                    <a:lstStyle/>
                    <a:p>
                      <a:pPr algn="ctr">
                        <a:lnSpc>
                          <a:spcPct val="200000"/>
                        </a:lnSpc>
                      </a:pPr>
                      <a:r>
                        <a:rPr lang="en-IN" sz="2000" dirty="0">
                          <a:solidFill>
                            <a:srgbClr val="00B0F0"/>
                          </a:solidFill>
                          <a:latin typeface="Arial" panose="020B0604020202020204" pitchFamily="34" charset="0"/>
                          <a:cs typeface="Arial" panose="020B0604020202020204" pitchFamily="34" charset="0"/>
                        </a:rPr>
                        <a:t>Regression</a:t>
                      </a:r>
                    </a:p>
                  </a:txBody>
                  <a:tcPr marT="34290" marB="34290"/>
                </a:tc>
                <a:tc>
                  <a:txBody>
                    <a:bodyPr/>
                    <a:lstStyle/>
                    <a:p>
                      <a:pPr algn="ctr">
                        <a:lnSpc>
                          <a:spcPct val="200000"/>
                        </a:lnSpc>
                      </a:pPr>
                      <a:r>
                        <a:rPr lang="en-IN" sz="2000" dirty="0" err="1">
                          <a:solidFill>
                            <a:srgbClr val="00B0F0"/>
                          </a:solidFill>
                          <a:latin typeface="Arial" panose="020B0604020202020204" pitchFamily="34" charset="0"/>
                          <a:cs typeface="Arial" panose="020B0604020202020204" pitchFamily="34" charset="0"/>
                        </a:rPr>
                        <a:t>SS</a:t>
                      </a:r>
                      <a:r>
                        <a:rPr lang="en-IN" sz="2000" baseline="-25000" dirty="0" err="1">
                          <a:solidFill>
                            <a:srgbClr val="00B0F0"/>
                          </a:solidFill>
                          <a:latin typeface="Arial" panose="020B0604020202020204" pitchFamily="34" charset="0"/>
                          <a:cs typeface="Arial" panose="020B0604020202020204" pitchFamily="34" charset="0"/>
                        </a:rPr>
                        <a:t>Regression</a:t>
                      </a:r>
                      <a:endParaRPr lang="en-IN" sz="2000" baseline="-25000" dirty="0">
                        <a:solidFill>
                          <a:srgbClr val="00B0F0"/>
                        </a:solidFill>
                        <a:latin typeface="Arial" panose="020B0604020202020204" pitchFamily="34" charset="0"/>
                        <a:cs typeface="Arial" panose="020B0604020202020204" pitchFamily="34" charset="0"/>
                      </a:endParaRPr>
                    </a:p>
                  </a:txBody>
                  <a:tcPr marT="34290" marB="34290"/>
                </a:tc>
                <a:tc>
                  <a:txBody>
                    <a:bodyPr/>
                    <a:lstStyle/>
                    <a:p>
                      <a:pPr algn="ctr">
                        <a:lnSpc>
                          <a:spcPct val="200000"/>
                        </a:lnSpc>
                      </a:pPr>
                      <a:r>
                        <a:rPr lang="en-IN" sz="2000" dirty="0">
                          <a:solidFill>
                            <a:srgbClr val="00B0F0"/>
                          </a:solidFill>
                          <a:latin typeface="Arial" panose="020B0604020202020204" pitchFamily="34" charset="0"/>
                          <a:cs typeface="Arial" panose="020B0604020202020204" pitchFamily="34" charset="0"/>
                        </a:rPr>
                        <a:t>k = p-1</a:t>
                      </a:r>
                    </a:p>
                  </a:txBody>
                  <a:tcPr marT="34290" marB="34290"/>
                </a:tc>
                <a:extLst>
                  <a:ext uri="{0D108BD9-81ED-4DB2-BD59-A6C34878D82A}">
                    <a16:rowId xmlns:a16="http://schemas.microsoft.com/office/drawing/2014/main" val="10001"/>
                  </a:ext>
                </a:extLst>
              </a:tr>
              <a:tr h="643651">
                <a:tc>
                  <a:txBody>
                    <a:bodyPr/>
                    <a:lstStyle/>
                    <a:p>
                      <a:pPr algn="ctr">
                        <a:lnSpc>
                          <a:spcPct val="200000"/>
                        </a:lnSpc>
                      </a:pPr>
                      <a:r>
                        <a:rPr lang="en-IN" sz="2000" dirty="0">
                          <a:solidFill>
                            <a:srgbClr val="0000FF"/>
                          </a:solidFill>
                          <a:latin typeface="Arial" panose="020B0604020202020204" pitchFamily="34" charset="0"/>
                          <a:cs typeface="Arial" panose="020B0604020202020204" pitchFamily="34" charset="0"/>
                        </a:rPr>
                        <a:t>Residual</a:t>
                      </a:r>
                    </a:p>
                  </a:txBody>
                  <a:tcPr marT="34290" marB="34290"/>
                </a:tc>
                <a:tc>
                  <a:txBody>
                    <a:bodyPr/>
                    <a:lstStyle/>
                    <a:p>
                      <a:pPr algn="ctr">
                        <a:lnSpc>
                          <a:spcPct val="200000"/>
                        </a:lnSpc>
                      </a:pPr>
                      <a:r>
                        <a:rPr lang="en-IN" sz="2000" dirty="0" err="1">
                          <a:solidFill>
                            <a:srgbClr val="0000FF"/>
                          </a:solidFill>
                          <a:latin typeface="Arial" panose="020B0604020202020204" pitchFamily="34" charset="0"/>
                          <a:cs typeface="Arial" panose="020B0604020202020204" pitchFamily="34" charset="0"/>
                        </a:rPr>
                        <a:t>SS</a:t>
                      </a:r>
                      <a:r>
                        <a:rPr lang="en-IN" sz="2000" baseline="-25000" dirty="0" err="1">
                          <a:solidFill>
                            <a:srgbClr val="0000FF"/>
                          </a:solidFill>
                          <a:latin typeface="Arial" panose="020B0604020202020204" pitchFamily="34" charset="0"/>
                          <a:cs typeface="Arial" panose="020B0604020202020204" pitchFamily="34" charset="0"/>
                        </a:rPr>
                        <a:t>Residual</a:t>
                      </a:r>
                      <a:endParaRPr lang="en-IN" sz="2000" baseline="-25000" dirty="0">
                        <a:solidFill>
                          <a:srgbClr val="0000FF"/>
                        </a:solidFill>
                        <a:latin typeface="Arial" panose="020B0604020202020204" pitchFamily="34" charset="0"/>
                        <a:cs typeface="Arial" panose="020B0604020202020204" pitchFamily="34" charset="0"/>
                      </a:endParaRPr>
                    </a:p>
                  </a:txBody>
                  <a:tcPr marT="34290" marB="34290"/>
                </a:tc>
                <a:tc>
                  <a:txBody>
                    <a:bodyPr/>
                    <a:lstStyle/>
                    <a:p>
                      <a:pPr algn="ctr">
                        <a:lnSpc>
                          <a:spcPct val="200000"/>
                        </a:lnSpc>
                      </a:pPr>
                      <a:r>
                        <a:rPr lang="en-IN" sz="2000" dirty="0">
                          <a:solidFill>
                            <a:srgbClr val="0000FF"/>
                          </a:solidFill>
                          <a:latin typeface="Arial" panose="020B0604020202020204" pitchFamily="34" charset="0"/>
                          <a:cs typeface="Arial" panose="020B0604020202020204" pitchFamily="34" charset="0"/>
                        </a:rPr>
                        <a:t>n-p</a:t>
                      </a:r>
                    </a:p>
                  </a:txBody>
                  <a:tcPr marT="34290" marB="34290"/>
                </a:tc>
                <a:extLst>
                  <a:ext uri="{0D108BD9-81ED-4DB2-BD59-A6C34878D82A}">
                    <a16:rowId xmlns:a16="http://schemas.microsoft.com/office/drawing/2014/main" val="10002"/>
                  </a:ext>
                </a:extLst>
              </a:tr>
              <a:tr h="436469">
                <a:tc>
                  <a:txBody>
                    <a:bodyPr/>
                    <a:lstStyle/>
                    <a:p>
                      <a:pPr algn="ctr">
                        <a:lnSpc>
                          <a:spcPct val="200000"/>
                        </a:lnSpc>
                      </a:pPr>
                      <a:r>
                        <a:rPr lang="en-IN" sz="2000" dirty="0">
                          <a:solidFill>
                            <a:srgbClr val="C00000"/>
                          </a:solidFill>
                          <a:latin typeface="Arial" panose="020B0604020202020204" pitchFamily="34" charset="0"/>
                          <a:cs typeface="Arial" panose="020B0604020202020204" pitchFamily="34" charset="0"/>
                        </a:rPr>
                        <a:t>Total</a:t>
                      </a:r>
                    </a:p>
                  </a:txBody>
                  <a:tcPr marT="34290" marB="34290"/>
                </a:tc>
                <a:tc>
                  <a:txBody>
                    <a:bodyPr/>
                    <a:lstStyle/>
                    <a:p>
                      <a:pPr algn="ctr">
                        <a:lnSpc>
                          <a:spcPct val="200000"/>
                        </a:lnSpc>
                      </a:pPr>
                      <a:r>
                        <a:rPr lang="en-IN" sz="2000" dirty="0" err="1">
                          <a:solidFill>
                            <a:srgbClr val="C00000"/>
                          </a:solidFill>
                          <a:latin typeface="Arial" panose="020B0604020202020204" pitchFamily="34" charset="0"/>
                          <a:cs typeface="Arial" panose="020B0604020202020204" pitchFamily="34" charset="0"/>
                        </a:rPr>
                        <a:t>SS</a:t>
                      </a:r>
                      <a:r>
                        <a:rPr lang="en-IN" sz="2000" baseline="-25000" dirty="0" err="1">
                          <a:solidFill>
                            <a:srgbClr val="C00000"/>
                          </a:solidFill>
                          <a:latin typeface="Arial" panose="020B0604020202020204" pitchFamily="34" charset="0"/>
                          <a:cs typeface="Arial" panose="020B0604020202020204" pitchFamily="34" charset="0"/>
                        </a:rPr>
                        <a:t>Total</a:t>
                      </a:r>
                      <a:endParaRPr lang="en-IN" sz="2000" baseline="-25000" dirty="0">
                        <a:solidFill>
                          <a:srgbClr val="C00000"/>
                        </a:solidFill>
                        <a:latin typeface="Arial" panose="020B0604020202020204" pitchFamily="34" charset="0"/>
                        <a:cs typeface="Arial" panose="020B0604020202020204" pitchFamily="34" charset="0"/>
                      </a:endParaRPr>
                    </a:p>
                  </a:txBody>
                  <a:tcPr marT="34290" marB="34290"/>
                </a:tc>
                <a:tc>
                  <a:txBody>
                    <a:bodyPr/>
                    <a:lstStyle/>
                    <a:p>
                      <a:pPr algn="ctr">
                        <a:lnSpc>
                          <a:spcPct val="200000"/>
                        </a:lnSpc>
                      </a:pPr>
                      <a:r>
                        <a:rPr lang="en-IN" sz="2000" dirty="0">
                          <a:solidFill>
                            <a:srgbClr val="C00000"/>
                          </a:solidFill>
                          <a:latin typeface="Arial" panose="020B0604020202020204" pitchFamily="34" charset="0"/>
                          <a:cs typeface="Arial" panose="020B0604020202020204" pitchFamily="34" charset="0"/>
                        </a:rPr>
                        <a:t>n-1</a:t>
                      </a:r>
                    </a:p>
                  </a:txBody>
                  <a:tcPr marT="34290" marB="34290"/>
                </a:tc>
                <a:extLst>
                  <a:ext uri="{0D108BD9-81ED-4DB2-BD59-A6C34878D82A}">
                    <a16:rowId xmlns:a16="http://schemas.microsoft.com/office/drawing/2014/main" val="10003"/>
                  </a:ext>
                </a:extLst>
              </a:tr>
            </a:tbl>
          </a:graphicData>
        </a:graphic>
      </p:graphicFrame>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D65F041-A7DB-85E2-4AE7-785595B3E52D}"/>
                  </a:ext>
                </a:extLst>
              </p14:cNvPr>
              <p14:cNvContentPartPr/>
              <p14:nvPr/>
            </p14:nvContentPartPr>
            <p14:xfrm>
              <a:off x="4219200" y="3175560"/>
              <a:ext cx="4777920" cy="1928880"/>
            </p14:xfrm>
          </p:contentPart>
        </mc:Choice>
        <mc:Fallback>
          <p:pic>
            <p:nvPicPr>
              <p:cNvPr id="3" name="Ink 2">
                <a:extLst>
                  <a:ext uri="{FF2B5EF4-FFF2-40B4-BE49-F238E27FC236}">
                    <a16:creationId xmlns:a16="http://schemas.microsoft.com/office/drawing/2014/main" id="{4D65F041-A7DB-85E2-4AE7-785595B3E52D}"/>
                  </a:ext>
                </a:extLst>
              </p:cNvPr>
              <p:cNvPicPr/>
              <p:nvPr/>
            </p:nvPicPr>
            <p:blipFill>
              <a:blip r:embed="rId3"/>
              <a:stretch>
                <a:fillRect/>
              </a:stretch>
            </p:blipFill>
            <p:spPr>
              <a:xfrm>
                <a:off x="4209840" y="3166200"/>
                <a:ext cx="4796640" cy="1947600"/>
              </a:xfrm>
              <a:prstGeom prst="rect">
                <a:avLst/>
              </a:prstGeom>
            </p:spPr>
          </p:pic>
        </mc:Fallback>
      </mc:AlternateContent>
    </p:spTree>
    <p:extLst>
      <p:ext uri="{BB962C8B-B14F-4D97-AF65-F5344CB8AC3E}">
        <p14:creationId xmlns:p14="http://schemas.microsoft.com/office/powerpoint/2010/main" val="1976621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40" name="TextBox 4"/>
          <p:cNvSpPr txBox="1">
            <a:spLocks noChangeArrowheads="1"/>
          </p:cNvSpPr>
          <p:nvPr/>
        </p:nvSpPr>
        <p:spPr bwMode="auto">
          <a:xfrm>
            <a:off x="467643" y="3117544"/>
            <a:ext cx="8424737" cy="2060885"/>
          </a:xfrm>
          <a:prstGeom prst="rect">
            <a:avLst/>
          </a:prstGeom>
          <a:noFill/>
          <a:ln w="9525">
            <a:noFill/>
            <a:miter lim="800000"/>
            <a:headEnd/>
            <a:tailEnd/>
          </a:ln>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Here n is the total number of observations and p is the total number of parameters (including the constant </a:t>
            </a:r>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sym typeface="Symbol" pitchFamily="18" charset="2"/>
              </a:rPr>
              <a:t></a:t>
            </a:r>
            <a:r>
              <a:rPr kumimoji="0" lang="en-US" sz="2200" b="0" i="0" u="none" strike="noStrike" kern="1200" cap="none" spc="0" normalizeH="0" baseline="-25000" noProof="0" dirty="0">
                <a:ln>
                  <a:noFill/>
                </a:ln>
                <a:solidFill>
                  <a:prstClr val="black">
                    <a:lumMod val="95000"/>
                    <a:lumOff val="5000"/>
                  </a:prstClr>
                </a:solidFill>
                <a:effectLst/>
                <a:uLnTx/>
                <a:uFillTx/>
                <a:latin typeface="Arial" pitchFamily="34" charset="0"/>
                <a:ea typeface="+mn-ea"/>
                <a:cs typeface="Arial" pitchFamily="34" charset="0"/>
                <a:sym typeface="Symbol" pitchFamily="18" charset="2"/>
              </a:rPr>
              <a:t>o</a:t>
            </a:r>
            <a:r>
              <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sym typeface="Symbol" pitchFamily="18" charset="2"/>
              </a:rPr>
              <a:t>). </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pitchFamily="18" charset="2"/>
              </a:rPr>
              <a:t>Since k = (n-1) – (n-p) </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pitchFamily="18" charset="2"/>
              </a:rPr>
              <a:t>k = p-1</a:t>
            </a:r>
            <a:endParaRPr kumimoji="0" lang="en-IN" sz="2200" b="1" i="0" u="none" strike="noStrike" kern="1200" cap="none" spc="0" normalizeH="0" baseline="0" noProof="0" dirty="0">
              <a:ln>
                <a:noFill/>
              </a:ln>
              <a:solidFill>
                <a:srgbClr val="002060"/>
              </a:solidFill>
              <a:effectLst/>
              <a:uLnTx/>
              <a:uFillTx/>
              <a:latin typeface="Arial" pitchFamily="34" charset="0"/>
              <a:ea typeface="+mn-ea"/>
              <a:cs typeface="Arial"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2117846244"/>
              </p:ext>
            </p:extLst>
          </p:nvPr>
        </p:nvGraphicFramePr>
        <p:xfrm>
          <a:off x="2267743" y="411510"/>
          <a:ext cx="4824536" cy="2357329"/>
        </p:xfrm>
        <a:graphic>
          <a:graphicData uri="http://schemas.openxmlformats.org/drawingml/2006/table">
            <a:tbl>
              <a:tblPr firstRow="1" bandRow="1">
                <a:tableStyleId>{93296810-A885-4BE3-A3E7-6D5BEEA58F35}</a:tableStyleId>
              </a:tblPr>
              <a:tblGrid>
                <a:gridCol w="1656184">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tblGrid>
              <a:tr h="643651">
                <a:tc>
                  <a:txBody>
                    <a:bodyPr/>
                    <a:lstStyle/>
                    <a:p>
                      <a:pPr algn="ctr">
                        <a:lnSpc>
                          <a:spcPct val="150000"/>
                        </a:lnSpc>
                      </a:pPr>
                      <a:r>
                        <a:rPr lang="en-IN" sz="1800" dirty="0">
                          <a:latin typeface="Arial" panose="020B0604020202020204" pitchFamily="34" charset="0"/>
                          <a:cs typeface="Arial" panose="020B0604020202020204" pitchFamily="34" charset="0"/>
                        </a:rPr>
                        <a:t>Source of Variation</a:t>
                      </a:r>
                    </a:p>
                  </a:txBody>
                  <a:tcPr marT="34290" marB="34290"/>
                </a:tc>
                <a:tc>
                  <a:txBody>
                    <a:bodyPr/>
                    <a:lstStyle/>
                    <a:p>
                      <a:pPr algn="ctr">
                        <a:lnSpc>
                          <a:spcPct val="150000"/>
                        </a:lnSpc>
                      </a:pPr>
                      <a:r>
                        <a:rPr lang="en-IN" sz="1800" dirty="0">
                          <a:latin typeface="Arial" panose="020B0604020202020204" pitchFamily="34" charset="0"/>
                          <a:cs typeface="Arial" panose="020B0604020202020204" pitchFamily="34" charset="0"/>
                        </a:rPr>
                        <a:t>Sum of Squares</a:t>
                      </a:r>
                    </a:p>
                  </a:txBody>
                  <a:tcPr marT="34290" marB="34290"/>
                </a:tc>
                <a:tc>
                  <a:txBody>
                    <a:bodyPr/>
                    <a:lstStyle/>
                    <a:p>
                      <a:pPr algn="ctr">
                        <a:lnSpc>
                          <a:spcPct val="150000"/>
                        </a:lnSpc>
                      </a:pPr>
                      <a:r>
                        <a:rPr lang="en-IN" sz="1800" dirty="0">
                          <a:latin typeface="Arial" panose="020B0604020202020204" pitchFamily="34" charset="0"/>
                          <a:cs typeface="Arial" panose="020B0604020202020204" pitchFamily="34" charset="0"/>
                        </a:rPr>
                        <a:t>Degrees of Freedom</a:t>
                      </a:r>
                    </a:p>
                  </a:txBody>
                  <a:tcPr marT="34290" marB="34290"/>
                </a:tc>
                <a:extLst>
                  <a:ext uri="{0D108BD9-81ED-4DB2-BD59-A6C34878D82A}">
                    <a16:rowId xmlns:a16="http://schemas.microsoft.com/office/drawing/2014/main" val="10000"/>
                  </a:ext>
                </a:extLst>
              </a:tr>
              <a:tr h="436469">
                <a:tc>
                  <a:txBody>
                    <a:bodyPr/>
                    <a:lstStyle/>
                    <a:p>
                      <a:pPr algn="ctr">
                        <a:lnSpc>
                          <a:spcPct val="150000"/>
                        </a:lnSpc>
                      </a:pPr>
                      <a:r>
                        <a:rPr lang="en-IN" sz="1800" dirty="0">
                          <a:solidFill>
                            <a:srgbClr val="00B0F0"/>
                          </a:solidFill>
                          <a:latin typeface="Arial" panose="020B0604020202020204" pitchFamily="34" charset="0"/>
                          <a:cs typeface="Arial" panose="020B0604020202020204" pitchFamily="34" charset="0"/>
                        </a:rPr>
                        <a:t>Regression</a:t>
                      </a:r>
                    </a:p>
                  </a:txBody>
                  <a:tcPr marT="34290" marB="34290"/>
                </a:tc>
                <a:tc>
                  <a:txBody>
                    <a:bodyPr/>
                    <a:lstStyle/>
                    <a:p>
                      <a:pPr algn="ctr">
                        <a:lnSpc>
                          <a:spcPct val="150000"/>
                        </a:lnSpc>
                      </a:pPr>
                      <a:r>
                        <a:rPr lang="en-IN" sz="1800" dirty="0" err="1">
                          <a:solidFill>
                            <a:srgbClr val="00B0F0"/>
                          </a:solidFill>
                          <a:latin typeface="Arial" panose="020B0604020202020204" pitchFamily="34" charset="0"/>
                          <a:cs typeface="Arial" panose="020B0604020202020204" pitchFamily="34" charset="0"/>
                        </a:rPr>
                        <a:t>SS</a:t>
                      </a:r>
                      <a:r>
                        <a:rPr lang="en-IN" sz="1800" baseline="-25000" dirty="0" err="1">
                          <a:solidFill>
                            <a:srgbClr val="00B0F0"/>
                          </a:solidFill>
                          <a:latin typeface="Arial" panose="020B0604020202020204" pitchFamily="34" charset="0"/>
                          <a:cs typeface="Arial" panose="020B0604020202020204" pitchFamily="34" charset="0"/>
                        </a:rPr>
                        <a:t>Regression</a:t>
                      </a:r>
                      <a:endParaRPr lang="en-IN" sz="1800" baseline="-25000" dirty="0">
                        <a:solidFill>
                          <a:srgbClr val="00B0F0"/>
                        </a:solidFill>
                        <a:latin typeface="Arial" panose="020B0604020202020204" pitchFamily="34" charset="0"/>
                        <a:cs typeface="Arial" panose="020B0604020202020204" pitchFamily="34" charset="0"/>
                      </a:endParaRPr>
                    </a:p>
                  </a:txBody>
                  <a:tcPr marT="34290" marB="34290"/>
                </a:tc>
                <a:tc>
                  <a:txBody>
                    <a:bodyPr/>
                    <a:lstStyle/>
                    <a:p>
                      <a:pPr algn="ctr">
                        <a:lnSpc>
                          <a:spcPct val="150000"/>
                        </a:lnSpc>
                      </a:pPr>
                      <a:r>
                        <a:rPr lang="en-IN" sz="1800" dirty="0">
                          <a:solidFill>
                            <a:srgbClr val="00B0F0"/>
                          </a:solidFill>
                          <a:latin typeface="Arial" panose="020B0604020202020204" pitchFamily="34" charset="0"/>
                          <a:cs typeface="Arial" panose="020B0604020202020204" pitchFamily="34" charset="0"/>
                        </a:rPr>
                        <a:t>k</a:t>
                      </a:r>
                    </a:p>
                  </a:txBody>
                  <a:tcPr marT="34290" marB="34290"/>
                </a:tc>
                <a:extLst>
                  <a:ext uri="{0D108BD9-81ED-4DB2-BD59-A6C34878D82A}">
                    <a16:rowId xmlns:a16="http://schemas.microsoft.com/office/drawing/2014/main" val="10001"/>
                  </a:ext>
                </a:extLst>
              </a:tr>
              <a:tr h="643651">
                <a:tc>
                  <a:txBody>
                    <a:bodyPr/>
                    <a:lstStyle/>
                    <a:p>
                      <a:pPr algn="ctr">
                        <a:lnSpc>
                          <a:spcPct val="150000"/>
                        </a:lnSpc>
                      </a:pPr>
                      <a:r>
                        <a:rPr lang="en-IN" sz="1800" dirty="0">
                          <a:solidFill>
                            <a:srgbClr val="0000FF"/>
                          </a:solidFill>
                          <a:latin typeface="Arial" panose="020B0604020202020204" pitchFamily="34" charset="0"/>
                          <a:cs typeface="Arial" panose="020B0604020202020204" pitchFamily="34" charset="0"/>
                        </a:rPr>
                        <a:t>Residual</a:t>
                      </a:r>
                    </a:p>
                  </a:txBody>
                  <a:tcPr marT="34290" marB="34290"/>
                </a:tc>
                <a:tc>
                  <a:txBody>
                    <a:bodyPr/>
                    <a:lstStyle/>
                    <a:p>
                      <a:pPr algn="ctr">
                        <a:lnSpc>
                          <a:spcPct val="150000"/>
                        </a:lnSpc>
                      </a:pPr>
                      <a:r>
                        <a:rPr lang="en-IN" sz="1800" dirty="0" err="1">
                          <a:solidFill>
                            <a:srgbClr val="0000FF"/>
                          </a:solidFill>
                          <a:latin typeface="Arial" panose="020B0604020202020204" pitchFamily="34" charset="0"/>
                          <a:cs typeface="Arial" panose="020B0604020202020204" pitchFamily="34" charset="0"/>
                        </a:rPr>
                        <a:t>SS</a:t>
                      </a:r>
                      <a:r>
                        <a:rPr lang="en-IN" sz="1800" baseline="-25000" dirty="0" err="1">
                          <a:solidFill>
                            <a:srgbClr val="0000FF"/>
                          </a:solidFill>
                          <a:latin typeface="Arial" panose="020B0604020202020204" pitchFamily="34" charset="0"/>
                          <a:cs typeface="Arial" panose="020B0604020202020204" pitchFamily="34" charset="0"/>
                        </a:rPr>
                        <a:t>Residual</a:t>
                      </a:r>
                      <a:endParaRPr lang="en-IN" sz="1800" baseline="-25000" dirty="0">
                        <a:solidFill>
                          <a:srgbClr val="0000FF"/>
                        </a:solidFill>
                        <a:latin typeface="Arial" panose="020B0604020202020204" pitchFamily="34" charset="0"/>
                        <a:cs typeface="Arial" panose="020B0604020202020204" pitchFamily="34" charset="0"/>
                      </a:endParaRPr>
                    </a:p>
                  </a:txBody>
                  <a:tcPr marT="34290" marB="34290"/>
                </a:tc>
                <a:tc>
                  <a:txBody>
                    <a:bodyPr/>
                    <a:lstStyle/>
                    <a:p>
                      <a:pPr algn="ctr">
                        <a:lnSpc>
                          <a:spcPct val="150000"/>
                        </a:lnSpc>
                      </a:pPr>
                      <a:r>
                        <a:rPr lang="en-IN" sz="1800" dirty="0">
                          <a:solidFill>
                            <a:srgbClr val="0000FF"/>
                          </a:solidFill>
                          <a:latin typeface="Arial" panose="020B0604020202020204" pitchFamily="34" charset="0"/>
                          <a:cs typeface="Arial" panose="020B0604020202020204" pitchFamily="34" charset="0"/>
                        </a:rPr>
                        <a:t>n-p</a:t>
                      </a:r>
                    </a:p>
                  </a:txBody>
                  <a:tcPr marT="34290" marB="34290"/>
                </a:tc>
                <a:extLst>
                  <a:ext uri="{0D108BD9-81ED-4DB2-BD59-A6C34878D82A}">
                    <a16:rowId xmlns:a16="http://schemas.microsoft.com/office/drawing/2014/main" val="10002"/>
                  </a:ext>
                </a:extLst>
              </a:tr>
              <a:tr h="436469">
                <a:tc>
                  <a:txBody>
                    <a:bodyPr/>
                    <a:lstStyle/>
                    <a:p>
                      <a:pPr algn="ctr">
                        <a:lnSpc>
                          <a:spcPct val="150000"/>
                        </a:lnSpc>
                      </a:pPr>
                      <a:r>
                        <a:rPr lang="en-IN" sz="1800" dirty="0">
                          <a:solidFill>
                            <a:srgbClr val="C00000"/>
                          </a:solidFill>
                          <a:latin typeface="Arial" panose="020B0604020202020204" pitchFamily="34" charset="0"/>
                          <a:cs typeface="Arial" panose="020B0604020202020204" pitchFamily="34" charset="0"/>
                        </a:rPr>
                        <a:t>Total</a:t>
                      </a:r>
                    </a:p>
                  </a:txBody>
                  <a:tcPr marT="34290" marB="34290"/>
                </a:tc>
                <a:tc>
                  <a:txBody>
                    <a:bodyPr/>
                    <a:lstStyle/>
                    <a:p>
                      <a:pPr algn="ctr">
                        <a:lnSpc>
                          <a:spcPct val="150000"/>
                        </a:lnSpc>
                      </a:pPr>
                      <a:r>
                        <a:rPr lang="en-IN" sz="1800" dirty="0" err="1">
                          <a:solidFill>
                            <a:srgbClr val="C00000"/>
                          </a:solidFill>
                          <a:latin typeface="Arial" panose="020B0604020202020204" pitchFamily="34" charset="0"/>
                          <a:cs typeface="Arial" panose="020B0604020202020204" pitchFamily="34" charset="0"/>
                        </a:rPr>
                        <a:t>SS</a:t>
                      </a:r>
                      <a:r>
                        <a:rPr lang="en-IN" sz="1800" baseline="-25000" dirty="0" err="1">
                          <a:solidFill>
                            <a:srgbClr val="C00000"/>
                          </a:solidFill>
                          <a:latin typeface="Arial" panose="020B0604020202020204" pitchFamily="34" charset="0"/>
                          <a:cs typeface="Arial" panose="020B0604020202020204" pitchFamily="34" charset="0"/>
                        </a:rPr>
                        <a:t>Total</a:t>
                      </a:r>
                      <a:endParaRPr lang="en-IN" sz="1800" baseline="-25000" dirty="0">
                        <a:solidFill>
                          <a:srgbClr val="C00000"/>
                        </a:solidFill>
                        <a:latin typeface="Arial" panose="020B0604020202020204" pitchFamily="34" charset="0"/>
                        <a:cs typeface="Arial" panose="020B0604020202020204" pitchFamily="34" charset="0"/>
                      </a:endParaRPr>
                    </a:p>
                  </a:txBody>
                  <a:tcPr marT="34290" marB="34290"/>
                </a:tc>
                <a:tc>
                  <a:txBody>
                    <a:bodyPr/>
                    <a:lstStyle/>
                    <a:p>
                      <a:pPr algn="ctr">
                        <a:lnSpc>
                          <a:spcPct val="150000"/>
                        </a:lnSpc>
                      </a:pPr>
                      <a:r>
                        <a:rPr lang="en-IN" sz="1800" dirty="0">
                          <a:solidFill>
                            <a:srgbClr val="C00000"/>
                          </a:solidFill>
                          <a:latin typeface="Arial" panose="020B0604020202020204" pitchFamily="34" charset="0"/>
                          <a:cs typeface="Arial" panose="020B0604020202020204" pitchFamily="34" charset="0"/>
                        </a:rPr>
                        <a:t>n-1</a:t>
                      </a:r>
                    </a:p>
                  </a:txBody>
                  <a:tcPr marT="34290" marB="3429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73143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539749" y="1481167"/>
                <a:ext cx="8316441" cy="9124742"/>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The total sum of squares is defined as</a:t>
                </a:r>
              </a:p>
              <a:p>
                <a:pPr marL="0" marR="0" lvl="0" indent="0" algn="just"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ea typeface="+mn-ea"/>
                              <a:cs typeface="Arial" pitchFamily="34" charset="0"/>
                            </a:rPr>
                          </m:ctrlPr>
                        </m:sSubPr>
                        <m:e>
                          <m:r>
                            <m:rPr>
                              <m:sty m:val="p"/>
                            </m:rP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SS</m:t>
                          </m:r>
                        </m:e>
                        <m:sub>
                          <m:r>
                            <m:rPr>
                              <m:sty m:val="p"/>
                            </m:rP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total</m:t>
                          </m:r>
                        </m:sub>
                      </m:sSub>
                      <m: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m:t>
                      </m:r>
                      <m:nary>
                        <m:naryPr>
                          <m:chr m:val="∑"/>
                          <m:ctrlPr>
                            <a:rPr kumimoji="0" lang="en-US" sz="24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ea typeface="+mn-ea"/>
                              <a:cs typeface="Arial" pitchFamily="34" charset="0"/>
                            </a:rPr>
                          </m:ctrlPr>
                        </m:naryPr>
                        <m:sub>
                          <m:r>
                            <m:rPr>
                              <m:sty m:val="p"/>
                              <m:brk m:alnAt="23"/>
                            </m:rP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i</m:t>
                          </m:r>
                          <m: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=1</m:t>
                          </m:r>
                        </m:sub>
                        <m:sup>
                          <m:r>
                            <m:rPr>
                              <m:sty m:val="p"/>
                            </m:rP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n</m:t>
                          </m:r>
                        </m:sup>
                        <m:e>
                          <m:sSup>
                            <m:sSupPr>
                              <m:ctrlPr>
                                <a:rPr kumimoji="0" lang="en-US" sz="24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ea typeface="+mn-ea"/>
                                  <a:cs typeface="Arial" pitchFamily="34" charset="0"/>
                                </a:rPr>
                              </m:ctrlPr>
                            </m:sSupPr>
                            <m:e>
                              <m:d>
                                <m:dPr>
                                  <m:ctrlPr>
                                    <a:rPr kumimoji="0" lang="en-US" sz="24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ea typeface="+mn-ea"/>
                                      <a:cs typeface="Arial" pitchFamily="34" charset="0"/>
                                    </a:rPr>
                                  </m:ctrlPr>
                                </m:dPr>
                                <m:e>
                                  <m:sSub>
                                    <m:sSubPr>
                                      <m:ctrlPr>
                                        <a:rPr kumimoji="0" lang="en-US" sz="24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ea typeface="+mn-ea"/>
                                          <a:cs typeface="Arial" pitchFamily="34" charset="0"/>
                                        </a:rPr>
                                      </m:ctrlPr>
                                    </m:sSubPr>
                                    <m:e>
                                      <m:r>
                                        <m:rPr>
                                          <m:sty m:val="p"/>
                                        </m:rP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Y</m:t>
                                      </m:r>
                                    </m:e>
                                    <m:sub>
                                      <m:r>
                                        <m:rPr>
                                          <m:sty m:val="p"/>
                                        </m:rP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i</m:t>
                                      </m:r>
                                    </m:sub>
                                  </m:sSub>
                                  <m: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m:t>
                                  </m:r>
                                  <m:acc>
                                    <m:accPr>
                                      <m:chr m:val="̅"/>
                                      <m:ctrlPr>
                                        <a:rPr kumimoji="0" lang="en-US" sz="2400" b="0" i="1" u="none" strike="noStrike" kern="1200" cap="none" spc="0" normalizeH="0" baseline="0" noProof="0" smtClean="0">
                                          <a:ln>
                                            <a:noFill/>
                                          </a:ln>
                                          <a:solidFill>
                                            <a:prstClr val="black">
                                              <a:lumMod val="95000"/>
                                              <a:lumOff val="5000"/>
                                            </a:prstClr>
                                          </a:solidFill>
                                          <a:effectLst/>
                                          <a:uLnTx/>
                                          <a:uFillTx/>
                                          <a:latin typeface="Cambria Math" panose="02040503050406030204" pitchFamily="18" charset="0"/>
                                          <a:ea typeface="+mn-ea"/>
                                          <a:cs typeface="Arial" pitchFamily="34" charset="0"/>
                                        </a:rPr>
                                      </m:ctrlPr>
                                    </m:accPr>
                                    <m:e>
                                      <m:r>
                                        <m:rPr>
                                          <m:sty m:val="p"/>
                                        </m:rP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Y</m:t>
                                      </m:r>
                                    </m:e>
                                  </m:acc>
                                </m:e>
                              </m:d>
                            </m:e>
                            <m:sup>
                              <m:r>
                                <a:rPr kumimoji="0" lang="en-US" sz="2400" b="0" i="0" u="none" strike="noStrike" kern="1200" cap="none" spc="0" normalizeH="0" baseline="0" noProof="0" smtClean="0">
                                  <a:ln>
                                    <a:noFill/>
                                  </a:ln>
                                  <a:solidFill>
                                    <a:prstClr val="black">
                                      <a:lumMod val="95000"/>
                                      <a:lumOff val="5000"/>
                                    </a:prstClr>
                                  </a:solidFill>
                                  <a:effectLst/>
                                  <a:uLnTx/>
                                  <a:uFillTx/>
                                  <a:latin typeface="Cambria Math"/>
                                  <a:ea typeface="+mn-ea"/>
                                  <a:cs typeface="Arial" pitchFamily="34" charset="0"/>
                                </a:rPr>
                                <m:t>2</m:t>
                              </m:r>
                            </m:sup>
                          </m:sSup>
                        </m:e>
                      </m:nary>
                    </m:oMath>
                  </m:oMathPara>
                </a14:m>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39749" y="1481167"/>
                <a:ext cx="8316441" cy="9124742"/>
              </a:xfrm>
              <a:prstGeom prst="rect">
                <a:avLst/>
              </a:prstGeom>
              <a:blipFill>
                <a:blip r:embed="rId2"/>
                <a:stretch>
                  <a:fillRect l="-1173"/>
                </a:stretch>
              </a:blipFill>
            </p:spPr>
            <p:txBody>
              <a:bodyPr/>
              <a:lstStyle/>
              <a:p>
                <a:r>
                  <a:rPr lang="en-IN">
                    <a:noFill/>
                  </a:rPr>
                  <a:t> </a:t>
                </a:r>
              </a:p>
            </p:txBody>
          </p:sp>
        </mc:Fallback>
      </mc:AlternateContent>
      <p:sp>
        <p:nvSpPr>
          <p:cNvPr id="64514" name="TextBox 3"/>
          <p:cNvSpPr txBox="1">
            <a:spLocks noChangeArrowheads="1"/>
          </p:cNvSpPr>
          <p:nvPr/>
        </p:nvSpPr>
        <p:spPr bwMode="auto">
          <a:xfrm>
            <a:off x="250825" y="546815"/>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Definition of Total Sum of Squares</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p:spTree>
    <p:extLst>
      <p:ext uri="{BB962C8B-B14F-4D97-AF65-F5344CB8AC3E}">
        <p14:creationId xmlns:p14="http://schemas.microsoft.com/office/powerpoint/2010/main" val="2468837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TextBox 3"/>
          <p:cNvSpPr txBox="1">
            <a:spLocks noChangeArrowheads="1"/>
          </p:cNvSpPr>
          <p:nvPr/>
        </p:nvSpPr>
        <p:spPr bwMode="auto">
          <a:xfrm>
            <a:off x="272314" y="18435"/>
            <a:ext cx="8713788" cy="58477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Derivation of Total Sum of Squares </a:t>
            </a:r>
            <a:endParaRPr kumimoji="0" lang="en-IN"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xmlns:a14="http://schemas.microsoft.com/office/drawing/2010/main">
        <mc:Choice Requires="a14">
          <p:sp>
            <p:nvSpPr>
              <p:cNvPr id="4" name="Rectangle 3"/>
              <p:cNvSpPr/>
              <p:nvPr/>
            </p:nvSpPr>
            <p:spPr>
              <a:xfrm>
                <a:off x="683568" y="1143958"/>
                <a:ext cx="3071162" cy="109857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ea typeface="+mn-ea"/>
                              <a:cs typeface="Arial" pitchFamily="34" charset="0"/>
                            </a:rPr>
                          </m:ctrlPr>
                        </m:sSubPr>
                        <m:e>
                          <m:r>
                            <m:rPr>
                              <m:sty m:val="p"/>
                            </m:rP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SS</m:t>
                          </m:r>
                        </m:e>
                        <m:sub>
                          <m:r>
                            <m:rPr>
                              <m:sty m:val="p"/>
                            </m:rP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total</m:t>
                          </m:r>
                        </m:sub>
                      </m:sSub>
                      <m: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m:t>
                      </m:r>
                      <m:nary>
                        <m:naryPr>
                          <m:chr m:val="∑"/>
                          <m:ctrlPr>
                            <a:rPr kumimoji="0" lang="en-US" sz="24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ea typeface="+mn-ea"/>
                              <a:cs typeface="Arial" pitchFamily="34" charset="0"/>
                            </a:rPr>
                          </m:ctrlPr>
                        </m:naryPr>
                        <m:sub>
                          <m:r>
                            <m:rPr>
                              <m:sty m:val="p"/>
                              <m:brk m:alnAt="23"/>
                            </m:rP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i</m:t>
                          </m:r>
                          <m: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=1</m:t>
                          </m:r>
                        </m:sub>
                        <m:sup>
                          <m:r>
                            <m:rPr>
                              <m:sty m:val="p"/>
                            </m:rP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n</m:t>
                          </m:r>
                        </m:sup>
                        <m:e>
                          <m:sSup>
                            <m:sSupPr>
                              <m:ctrlPr>
                                <a:rPr kumimoji="0" lang="en-US" sz="24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ea typeface="+mn-ea"/>
                                  <a:cs typeface="Arial" pitchFamily="34" charset="0"/>
                                </a:rPr>
                              </m:ctrlPr>
                            </m:sSupPr>
                            <m:e>
                              <m:d>
                                <m:dPr>
                                  <m:ctrlPr>
                                    <a:rPr kumimoji="0" lang="en-US" sz="24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ea typeface="+mn-ea"/>
                                      <a:cs typeface="Arial" pitchFamily="34" charset="0"/>
                                    </a:rPr>
                                  </m:ctrlPr>
                                </m:dPr>
                                <m:e>
                                  <m:sSub>
                                    <m:sSubPr>
                                      <m:ctrlPr>
                                        <a:rPr kumimoji="0" lang="en-US" sz="24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ea typeface="+mn-ea"/>
                                          <a:cs typeface="Arial" pitchFamily="34" charset="0"/>
                                        </a:rPr>
                                      </m:ctrlPr>
                                    </m:sSubPr>
                                    <m:e>
                                      <m:r>
                                        <m:rPr>
                                          <m:sty m:val="p"/>
                                        </m:rP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Y</m:t>
                                      </m:r>
                                    </m:e>
                                    <m:sub>
                                      <m:r>
                                        <m:rPr>
                                          <m:sty m:val="p"/>
                                        </m:rP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i</m:t>
                                      </m:r>
                                    </m:sub>
                                  </m:sSub>
                                  <m: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m:t>
                                  </m:r>
                                  <m:acc>
                                    <m:accPr>
                                      <m:chr m:val="̅"/>
                                      <m:ctrlPr>
                                        <a:rPr kumimoji="0" lang="en-US" sz="2400" b="0" i="1" u="none" strike="noStrike" kern="1200" cap="none" spc="0" normalizeH="0" baseline="0" noProof="0">
                                          <a:ln>
                                            <a:noFill/>
                                          </a:ln>
                                          <a:solidFill>
                                            <a:prstClr val="black">
                                              <a:lumMod val="95000"/>
                                              <a:lumOff val="5000"/>
                                            </a:prstClr>
                                          </a:solidFill>
                                          <a:effectLst/>
                                          <a:uLnTx/>
                                          <a:uFillTx/>
                                          <a:latin typeface="Cambria Math" panose="02040503050406030204" pitchFamily="18" charset="0"/>
                                          <a:ea typeface="+mn-ea"/>
                                          <a:cs typeface="Arial" pitchFamily="34" charset="0"/>
                                        </a:rPr>
                                      </m:ctrlPr>
                                    </m:accPr>
                                    <m:e>
                                      <m:r>
                                        <m:rPr>
                                          <m:sty m:val="p"/>
                                        </m:rP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Y</m:t>
                                      </m:r>
                                    </m:e>
                                  </m:acc>
                                </m:e>
                              </m:d>
                            </m:e>
                            <m:sup>
                              <m:r>
                                <a:rPr kumimoji="0" lang="en-US" sz="2400" b="0" i="0" u="none" strike="noStrike" kern="1200" cap="none" spc="0" normalizeH="0" baseline="0" noProof="0">
                                  <a:ln>
                                    <a:noFill/>
                                  </a:ln>
                                  <a:solidFill>
                                    <a:prstClr val="black">
                                      <a:lumMod val="95000"/>
                                      <a:lumOff val="5000"/>
                                    </a:prstClr>
                                  </a:solidFill>
                                  <a:effectLst/>
                                  <a:uLnTx/>
                                  <a:uFillTx/>
                                  <a:latin typeface="Cambria Math"/>
                                  <a:ea typeface="+mn-ea"/>
                                  <a:cs typeface="Arial" pitchFamily="34" charset="0"/>
                                </a:rPr>
                                <m:t>2</m:t>
                              </m:r>
                            </m:sup>
                          </m:sSup>
                        </m:e>
                      </m:nary>
                    </m:oMath>
                  </m:oMathPara>
                </a14:m>
                <a:endParaRPr kumimoji="0" lang="en-IN" sz="2400" b="0" i="0" u="none" strike="noStrike" kern="1200" cap="none" spc="0" normalizeH="0" baseline="0" noProof="0" dirty="0">
                  <a:ln>
                    <a:noFill/>
                  </a:ln>
                  <a:solidFill>
                    <a:srgbClr val="FFFFFF"/>
                  </a:solidFill>
                  <a:effectLst/>
                  <a:uLnTx/>
                  <a:uFillTx/>
                  <a:latin typeface="Constantia"/>
                  <a:ea typeface="+mn-ea"/>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683568" y="1143958"/>
                <a:ext cx="3071162" cy="109857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851920" y="1141970"/>
                <a:ext cx="3122778" cy="110055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0" u="none" strike="noStrike" kern="1200" cap="none" spc="0" normalizeH="0" baseline="0" noProof="0" smtClean="0">
                          <a:ln>
                            <a:noFill/>
                          </a:ln>
                          <a:solidFill>
                            <a:prstClr val="black"/>
                          </a:solidFill>
                          <a:effectLst/>
                          <a:uLnTx/>
                          <a:uFillTx/>
                          <a:latin typeface="Cambria Math"/>
                          <a:ea typeface="+mn-ea"/>
                          <a:cs typeface="+mn-cs"/>
                        </a:rPr>
                        <m:t>= </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sty m:val="p"/>
                              <m:brk m:alnAt="23"/>
                            </m:rPr>
                            <a:rPr kumimoji="0" lang="en-US" sz="2400" b="0" i="0" u="none" strike="noStrike" kern="1200" cap="none" spc="0" normalizeH="0" baseline="0" noProof="0" smtClean="0">
                              <a:ln>
                                <a:noFill/>
                              </a:ln>
                              <a:solidFill>
                                <a:prstClr val="black"/>
                              </a:solidFill>
                              <a:effectLst/>
                              <a:uLnTx/>
                              <a:uFillTx/>
                              <a:latin typeface="Cambria Math"/>
                              <a:ea typeface="+mn-ea"/>
                              <a:cs typeface="+mn-cs"/>
                            </a:rPr>
                            <m:t>i</m:t>
                          </m:r>
                          <m:r>
                            <a:rPr kumimoji="0" lang="en-US" sz="2400" b="0" i="0" u="none" strike="noStrike" kern="1200" cap="none" spc="0" normalizeH="0" baseline="0" noProof="0" smtClean="0">
                              <a:ln>
                                <a:noFill/>
                              </a:ln>
                              <a:solidFill>
                                <a:prstClr val="black"/>
                              </a:solidFill>
                              <a:effectLst/>
                              <a:uLnTx/>
                              <a:uFillTx/>
                              <a:latin typeface="Cambria Math"/>
                              <a:ea typeface="+mn-ea"/>
                              <a:cs typeface="+mn-cs"/>
                            </a:rPr>
                            <m:t>=1</m:t>
                          </m:r>
                        </m:sub>
                        <m:sup>
                          <m:r>
                            <m:rPr>
                              <m:sty m:val="p"/>
                            </m:rPr>
                            <a:rPr kumimoji="0" lang="en-US" sz="2400" b="0" i="0" u="none" strike="noStrike" kern="1200" cap="none" spc="0" normalizeH="0" baseline="0" noProof="0" smtClean="0">
                              <a:ln>
                                <a:noFill/>
                              </a:ln>
                              <a:solidFill>
                                <a:prstClr val="black"/>
                              </a:solidFill>
                              <a:effectLst/>
                              <a:uLnTx/>
                              <a:uFillTx/>
                              <a:latin typeface="Cambria Math"/>
                              <a:ea typeface="+mn-ea"/>
                              <a:cs typeface="+mn-cs"/>
                            </a:rPr>
                            <m:t>n</m:t>
                          </m:r>
                        </m:sup>
                        <m:e>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US" sz="2400" b="0" i="0" u="none" strike="noStrike" kern="1200" cap="none" spc="0" normalizeH="0" baseline="0" noProof="0" smtClean="0">
                                      <a:ln>
                                        <a:noFill/>
                                      </a:ln>
                                      <a:solidFill>
                                        <a:prstClr val="black"/>
                                      </a:solidFill>
                                      <a:effectLst/>
                                      <a:uLnTx/>
                                      <a:uFillTx/>
                                      <a:latin typeface="Cambria Math"/>
                                      <a:ea typeface="+mn-ea"/>
                                      <a:cs typeface="+mn-cs"/>
                                    </a:rPr>
                                    <m:t>Y</m:t>
                                  </m:r>
                                </m:e>
                                <m:sub>
                                  <m:r>
                                    <m:rPr>
                                      <m:sty m:val="p"/>
                                    </m:rPr>
                                    <a:rPr kumimoji="0" lang="en-US" sz="2400" b="0" i="0" u="none" strike="noStrike" kern="1200" cap="none" spc="0" normalizeH="0" baseline="0" noProof="0" smtClean="0">
                                      <a:ln>
                                        <a:noFill/>
                                      </a:ln>
                                      <a:solidFill>
                                        <a:prstClr val="black"/>
                                      </a:solidFill>
                                      <a:effectLst/>
                                      <a:uLnTx/>
                                      <a:uFillTx/>
                                      <a:latin typeface="Cambria Math"/>
                                      <a:ea typeface="+mn-ea"/>
                                      <a:cs typeface="+mn-cs"/>
                                    </a:rPr>
                                    <m:t>i</m:t>
                                  </m:r>
                                </m:sub>
                              </m:sSub>
                            </m:e>
                            <m:sup>
                              <m:r>
                                <a:rPr kumimoji="0" lang="en-US" sz="2400" b="0" i="0" u="none" strike="noStrike" kern="1200" cap="none" spc="0" normalizeH="0" baseline="0" noProof="0" smtClean="0">
                                  <a:ln>
                                    <a:noFill/>
                                  </a:ln>
                                  <a:solidFill>
                                    <a:prstClr val="black"/>
                                  </a:solidFill>
                                  <a:effectLst/>
                                  <a:uLnTx/>
                                  <a:uFillTx/>
                                  <a:latin typeface="Cambria Math"/>
                                  <a:ea typeface="+mn-ea"/>
                                  <a:cs typeface="+mn-cs"/>
                                </a:rPr>
                                <m:t>2</m:t>
                              </m:r>
                            </m:sup>
                          </m:sSup>
                          <m:r>
                            <a:rPr kumimoji="0" lang="en-US" sz="2400" b="0" i="0" u="none" strike="noStrike" kern="1200" cap="none" spc="0" normalizeH="0" baseline="0" noProof="0" smtClean="0">
                              <a:ln>
                                <a:noFill/>
                              </a:ln>
                              <a:solidFill>
                                <a:prstClr val="black"/>
                              </a:solidFill>
                              <a:effectLst/>
                              <a:uLnTx/>
                              <a:uFillTx/>
                              <a:latin typeface="Cambria Math"/>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sty m:val="p"/>
                                              <m:brk m:alnAt="23"/>
                                            </m:rPr>
                                            <a:rPr kumimoji="0" lang="en-US" sz="2400" b="0" i="0" u="none" strike="noStrike" kern="1200" cap="none" spc="0" normalizeH="0" baseline="0" noProof="0" smtClean="0">
                                              <a:ln>
                                                <a:noFill/>
                                              </a:ln>
                                              <a:solidFill>
                                                <a:prstClr val="black"/>
                                              </a:solidFill>
                                              <a:effectLst/>
                                              <a:uLnTx/>
                                              <a:uFillTx/>
                                              <a:latin typeface="Cambria Math"/>
                                              <a:ea typeface="+mn-ea"/>
                                              <a:cs typeface="+mn-cs"/>
                                            </a:rPr>
                                            <m:t>i</m:t>
                                          </m:r>
                                          <m:r>
                                            <a:rPr kumimoji="0" lang="en-US" sz="2400" b="0" i="0" u="none" strike="noStrike" kern="1200" cap="none" spc="0" normalizeH="0" baseline="0" noProof="0" smtClean="0">
                                              <a:ln>
                                                <a:noFill/>
                                              </a:ln>
                                              <a:solidFill>
                                                <a:prstClr val="black"/>
                                              </a:solidFill>
                                              <a:effectLst/>
                                              <a:uLnTx/>
                                              <a:uFillTx/>
                                              <a:latin typeface="Cambria Math"/>
                                              <a:ea typeface="+mn-ea"/>
                                              <a:cs typeface="+mn-cs"/>
                                            </a:rPr>
                                            <m:t>=1</m:t>
                                          </m:r>
                                        </m:sub>
                                        <m:sup>
                                          <m:r>
                                            <m:rPr>
                                              <m:sty m:val="p"/>
                                            </m:rPr>
                                            <a:rPr kumimoji="0" lang="en-US" sz="2400" b="0" i="0" u="none" strike="noStrike" kern="1200" cap="none" spc="0" normalizeH="0" baseline="0" noProof="0" smtClean="0">
                                              <a:ln>
                                                <a:noFill/>
                                              </a:ln>
                                              <a:solidFill>
                                                <a:prstClr val="black"/>
                                              </a:solidFill>
                                              <a:effectLst/>
                                              <a:uLnTx/>
                                              <a:uFillTx/>
                                              <a:latin typeface="Cambria Math"/>
                                              <a:ea typeface="+mn-ea"/>
                                              <a:cs typeface="+mn-cs"/>
                                            </a:rPr>
                                            <m:t>n</m:t>
                                          </m:r>
                                        </m:sup>
                                        <m:e>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m:rPr>
                                                  <m:sty m:val="p"/>
                                                </m:rPr>
                                                <a:rPr kumimoji="0" lang="en-US" sz="2400" b="0" i="0" u="none" strike="noStrike" kern="1200" cap="none" spc="0" normalizeH="0" baseline="0" noProof="0" smtClean="0">
                                                  <a:ln>
                                                    <a:noFill/>
                                                  </a:ln>
                                                  <a:solidFill>
                                                    <a:prstClr val="black"/>
                                                  </a:solidFill>
                                                  <a:effectLst/>
                                                  <a:uLnTx/>
                                                  <a:uFillTx/>
                                                  <a:latin typeface="Cambria Math"/>
                                                  <a:ea typeface="+mn-ea"/>
                                                  <a:cs typeface="+mn-cs"/>
                                                </a:rPr>
                                                <m:t>Y</m:t>
                                              </m:r>
                                            </m:e>
                                            <m:sub>
                                              <m:r>
                                                <m:rPr>
                                                  <m:sty m:val="p"/>
                                                </m:rPr>
                                                <a:rPr kumimoji="0" lang="en-US" sz="2400" b="0" i="0" u="none" strike="noStrike" kern="1200" cap="none" spc="0" normalizeH="0" baseline="0" noProof="0" smtClean="0">
                                                  <a:ln>
                                                    <a:noFill/>
                                                  </a:ln>
                                                  <a:solidFill>
                                                    <a:prstClr val="black"/>
                                                  </a:solidFill>
                                                  <a:effectLst/>
                                                  <a:uLnTx/>
                                                  <a:uFillTx/>
                                                  <a:latin typeface="Cambria Math"/>
                                                  <a:ea typeface="+mn-ea"/>
                                                  <a:cs typeface="+mn-cs"/>
                                                </a:rPr>
                                                <m:t>i</m:t>
                                              </m:r>
                                            </m:sub>
                                          </m:sSub>
                                        </m:e>
                                      </m:nary>
                                    </m:e>
                                  </m:d>
                                </m:e>
                                <m:sup>
                                  <m:r>
                                    <a:rPr kumimoji="0" lang="en-US" sz="2400" b="0" i="0" u="none" strike="noStrike" kern="1200" cap="none" spc="0" normalizeH="0" baseline="0" noProof="0" smtClean="0">
                                      <a:ln>
                                        <a:noFill/>
                                      </a:ln>
                                      <a:solidFill>
                                        <a:prstClr val="black"/>
                                      </a:solidFill>
                                      <a:effectLst/>
                                      <a:uLnTx/>
                                      <a:uFillTx/>
                                      <a:latin typeface="Cambria Math"/>
                                      <a:ea typeface="+mn-ea"/>
                                      <a:cs typeface="+mn-cs"/>
                                    </a:rPr>
                                    <m:t>2</m:t>
                                  </m:r>
                                </m:sup>
                              </m:sSup>
                            </m:num>
                            <m:den>
                              <m:r>
                                <m:rPr>
                                  <m:sty m:val="p"/>
                                </m:rPr>
                                <a:rPr kumimoji="0" lang="en-US" sz="2400" b="0" i="0" u="none" strike="noStrike" kern="1200" cap="none" spc="0" normalizeH="0" baseline="0" noProof="0" smtClean="0">
                                  <a:ln>
                                    <a:noFill/>
                                  </a:ln>
                                  <a:solidFill>
                                    <a:prstClr val="black"/>
                                  </a:solidFill>
                                  <a:effectLst/>
                                  <a:uLnTx/>
                                  <a:uFillTx/>
                                  <a:latin typeface="Cambria Math"/>
                                  <a:ea typeface="+mn-ea"/>
                                  <a:cs typeface="+mn-cs"/>
                                </a:rPr>
                                <m:t>n</m:t>
                              </m:r>
                            </m:den>
                          </m:f>
                        </m:e>
                      </m:nary>
                    </m:oMath>
                  </m:oMathPara>
                </a14:m>
                <a:endParaRPr kumimoji="0" lang="en-IN" sz="2400" b="0" i="0" u="none" strike="noStrike" kern="1200" cap="none" spc="0" normalizeH="0" baseline="0" noProof="0" dirty="0">
                  <a:ln>
                    <a:noFill/>
                  </a:ln>
                  <a:solidFill>
                    <a:prstClr val="black"/>
                  </a:solidFill>
                  <a:effectLst/>
                  <a:uLnTx/>
                  <a:uFillTx/>
                  <a:latin typeface="Constantia"/>
                  <a:ea typeface="+mn-ea"/>
                  <a:cs typeface="+mn-c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851920" y="1141970"/>
                <a:ext cx="3122778" cy="110055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915816" y="2499742"/>
                <a:ext cx="2719654" cy="8404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1" i="0" u="none" strike="noStrike" kern="1200" cap="none" spc="0" normalizeH="0" baseline="0" noProof="0" smtClean="0">
                          <a:ln>
                            <a:noFill/>
                          </a:ln>
                          <a:solidFill>
                            <a:prstClr val="black"/>
                          </a:solidFill>
                          <a:effectLst/>
                          <a:uLnTx/>
                          <a:uFillTx/>
                          <a:latin typeface="Cambria Math"/>
                          <a:ea typeface="+mn-ea"/>
                          <a:cs typeface="+mn-cs"/>
                        </a:rPr>
                        <m:t>=</m:t>
                      </m:r>
                      <m:sSup>
                        <m:sSup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1" i="0" u="none" strike="noStrike" kern="1200" cap="none" spc="0" normalizeH="0" baseline="0" noProof="0" smtClean="0">
                              <a:ln>
                                <a:noFill/>
                              </a:ln>
                              <a:solidFill>
                                <a:prstClr val="black"/>
                              </a:solidFill>
                              <a:effectLst/>
                              <a:uLnTx/>
                              <a:uFillTx/>
                              <a:latin typeface="Cambria Math"/>
                              <a:ea typeface="+mn-ea"/>
                              <a:cs typeface="+mn-cs"/>
                            </a:rPr>
                            <m:t>𝐘</m:t>
                          </m:r>
                        </m:e>
                        <m:sup>
                          <m:r>
                            <a:rPr kumimoji="0" lang="en-US" sz="2400" b="1" i="0" u="none" strike="noStrike" kern="1200" cap="none" spc="0" normalizeH="0" baseline="0" noProof="0" smtClean="0">
                              <a:ln>
                                <a:noFill/>
                              </a:ln>
                              <a:solidFill>
                                <a:prstClr val="black"/>
                              </a:solidFill>
                              <a:effectLst/>
                              <a:uLnTx/>
                              <a:uFillTx/>
                              <a:latin typeface="Cambria Math"/>
                              <a:ea typeface="+mn-ea"/>
                              <a:cs typeface="+mn-cs"/>
                            </a:rPr>
                            <m:t>′</m:t>
                          </m:r>
                        </m:sup>
                      </m:sSup>
                      <m:r>
                        <a:rPr kumimoji="0" lang="en-US" sz="2400" b="1" i="0" u="none" strike="noStrike" kern="1200" cap="none" spc="0" normalizeH="0" baseline="0" noProof="0" smtClean="0">
                          <a:ln>
                            <a:noFill/>
                          </a:ln>
                          <a:solidFill>
                            <a:prstClr val="black"/>
                          </a:solidFill>
                          <a:effectLst/>
                          <a:uLnTx/>
                          <a:uFillTx/>
                          <a:latin typeface="Cambria Math"/>
                          <a:ea typeface="+mn-ea"/>
                          <a:cs typeface="+mn-cs"/>
                        </a:rPr>
                        <m:t>𝐘</m:t>
                      </m:r>
                      <m:r>
                        <a:rPr kumimoji="0" lang="en-US" sz="2400" b="1" i="0" u="none" strike="noStrike" kern="1200" cap="none" spc="0" normalizeH="0" baseline="0" noProof="0" smtClean="0">
                          <a:ln>
                            <a:noFill/>
                          </a:ln>
                          <a:solidFill>
                            <a:prstClr val="black"/>
                          </a:solidFill>
                          <a:effectLst/>
                          <a:uLnTx/>
                          <a:uFillTx/>
                          <a:latin typeface="Cambria Math"/>
                          <a:ea typeface="+mn-ea"/>
                          <a:cs typeface="+mn-cs"/>
                        </a:rPr>
                        <m:t>−</m:t>
                      </m:r>
                      <m:f>
                        <m:f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nary>
                                    <m:naryPr>
                                      <m:chr m:val="∑"/>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naryPr>
                                    <m:sub>
                                      <m:r>
                                        <m:rPr>
                                          <m:sty m:val="p"/>
                                          <m:brk m:alnAt="23"/>
                                        </m:rPr>
                                        <a:rPr kumimoji="0" lang="en-US" sz="2400" b="0" i="0" u="none" strike="noStrike" kern="1200" cap="none" spc="0" normalizeH="0" baseline="0" noProof="0">
                                          <a:ln>
                                            <a:noFill/>
                                          </a:ln>
                                          <a:solidFill>
                                            <a:prstClr val="black"/>
                                          </a:solidFill>
                                          <a:effectLst/>
                                          <a:uLnTx/>
                                          <a:uFillTx/>
                                          <a:latin typeface="Cambria Math"/>
                                          <a:ea typeface="+mn-ea"/>
                                          <a:cs typeface="+mn-cs"/>
                                        </a:rPr>
                                        <m:t>i</m:t>
                                      </m:r>
                                      <m:r>
                                        <a:rPr kumimoji="0" lang="en-US" sz="2400" b="0" i="0" u="none" strike="noStrike" kern="1200" cap="none" spc="0" normalizeH="0" baseline="0" noProof="0">
                                          <a:ln>
                                            <a:noFill/>
                                          </a:ln>
                                          <a:solidFill>
                                            <a:prstClr val="black"/>
                                          </a:solidFill>
                                          <a:effectLst/>
                                          <a:uLnTx/>
                                          <a:uFillTx/>
                                          <a:latin typeface="Cambria Math"/>
                                          <a:ea typeface="+mn-ea"/>
                                          <a:cs typeface="+mn-cs"/>
                                        </a:rPr>
                                        <m:t>=1</m:t>
                                      </m:r>
                                    </m:sub>
                                    <m:sup>
                                      <m:r>
                                        <m:rPr>
                                          <m:sty m:val="p"/>
                                        </m:rPr>
                                        <a:rPr kumimoji="0" lang="en-US" sz="2400" b="0" i="0" u="none" strike="noStrike" kern="1200" cap="none" spc="0" normalizeH="0" baseline="0" noProof="0">
                                          <a:ln>
                                            <a:noFill/>
                                          </a:ln>
                                          <a:solidFill>
                                            <a:prstClr val="black"/>
                                          </a:solidFill>
                                          <a:effectLst/>
                                          <a:uLnTx/>
                                          <a:uFillTx/>
                                          <a:latin typeface="Cambria Math"/>
                                          <a:ea typeface="+mn-ea"/>
                                          <a:cs typeface="+mn-cs"/>
                                        </a:rPr>
                                        <m:t>n</m:t>
                                      </m:r>
                                    </m:sup>
                                    <m:e>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m:rPr>
                                              <m:sty m:val="p"/>
                                            </m:rPr>
                                            <a:rPr kumimoji="0" lang="en-US" sz="2400" b="0" i="0" u="none" strike="noStrike" kern="1200" cap="none" spc="0" normalizeH="0" baseline="0" noProof="0">
                                              <a:ln>
                                                <a:noFill/>
                                              </a:ln>
                                              <a:solidFill>
                                                <a:prstClr val="black"/>
                                              </a:solidFill>
                                              <a:effectLst/>
                                              <a:uLnTx/>
                                              <a:uFillTx/>
                                              <a:latin typeface="Cambria Math"/>
                                              <a:ea typeface="+mn-ea"/>
                                              <a:cs typeface="+mn-cs"/>
                                            </a:rPr>
                                            <m:t>Y</m:t>
                                          </m:r>
                                        </m:e>
                                        <m:sub>
                                          <m:r>
                                            <m:rPr>
                                              <m:sty m:val="p"/>
                                            </m:rPr>
                                            <a:rPr kumimoji="0" lang="en-US" sz="2400" b="0" i="0" u="none" strike="noStrike" kern="1200" cap="none" spc="0" normalizeH="0" baseline="0" noProof="0">
                                              <a:ln>
                                                <a:noFill/>
                                              </a:ln>
                                              <a:solidFill>
                                                <a:prstClr val="black"/>
                                              </a:solidFill>
                                              <a:effectLst/>
                                              <a:uLnTx/>
                                              <a:uFillTx/>
                                              <a:latin typeface="Cambria Math"/>
                                              <a:ea typeface="+mn-ea"/>
                                              <a:cs typeface="+mn-cs"/>
                                            </a:rPr>
                                            <m:t>i</m:t>
                                          </m:r>
                                        </m:sub>
                                      </m:sSub>
                                    </m:e>
                                  </m:nary>
                                </m:e>
                              </m:d>
                            </m:e>
                            <m:sup>
                              <m:r>
                                <a:rPr kumimoji="0" lang="en-US" sz="2400" b="0" i="0" u="none" strike="noStrike" kern="1200" cap="none" spc="0" normalizeH="0" baseline="0" noProof="0">
                                  <a:ln>
                                    <a:noFill/>
                                  </a:ln>
                                  <a:solidFill>
                                    <a:prstClr val="black"/>
                                  </a:solidFill>
                                  <a:effectLst/>
                                  <a:uLnTx/>
                                  <a:uFillTx/>
                                  <a:latin typeface="Cambria Math"/>
                                  <a:ea typeface="+mn-ea"/>
                                  <a:cs typeface="+mn-cs"/>
                                </a:rPr>
                                <m:t>2</m:t>
                              </m:r>
                            </m:sup>
                          </m:sSup>
                        </m:num>
                        <m:den>
                          <m:r>
                            <m:rPr>
                              <m:sty m:val="p"/>
                            </m:rPr>
                            <a:rPr kumimoji="0" lang="en-US" sz="2400" b="0" i="0" u="none" strike="noStrike" kern="1200" cap="none" spc="0" normalizeH="0" baseline="0" noProof="0">
                              <a:ln>
                                <a:noFill/>
                              </a:ln>
                              <a:solidFill>
                                <a:prstClr val="black"/>
                              </a:solidFill>
                              <a:effectLst/>
                              <a:uLnTx/>
                              <a:uFillTx/>
                              <a:latin typeface="Cambria Math"/>
                              <a:ea typeface="+mn-ea"/>
                              <a:cs typeface="+mn-cs"/>
                            </a:rPr>
                            <m:t>n</m:t>
                          </m:r>
                        </m:den>
                      </m:f>
                    </m:oMath>
                  </m:oMathPara>
                </a14:m>
                <a:endParaRPr kumimoji="0" lang="en-IN" sz="2400" b="0" i="0" u="none" strike="noStrike" kern="1200" cap="none" spc="0" normalizeH="0" baseline="0" noProof="0" dirty="0">
                  <a:ln>
                    <a:noFill/>
                  </a:ln>
                  <a:solidFill>
                    <a:prstClr val="black"/>
                  </a:solidFill>
                  <a:effectLst/>
                  <a:uLnTx/>
                  <a:uFillTx/>
                  <a:latin typeface="Constantia"/>
                  <a:ea typeface="+mn-ea"/>
                  <a:cs typeface="+mn-cs"/>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915816" y="2499742"/>
                <a:ext cx="2719654" cy="84048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910470" y="3904060"/>
                <a:ext cx="2980560" cy="4700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IN" sz="2400" b="0" i="0"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t>S</m:t>
                      </m:r>
                      <m:sSub>
                        <m:sSubPr>
                          <m:ctrlPr>
                            <a:rPr kumimoji="0" lang="en-IN" sz="2400" i="1"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ctrlPr>
                        </m:sSubPr>
                        <m:e>
                          <m:r>
                            <m:rPr>
                              <m:sty m:val="p"/>
                            </m:rPr>
                            <a:rPr kumimoji="0" lang="en-IN" sz="2400" b="0" i="0"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t>S</m:t>
                          </m:r>
                        </m:e>
                        <m:sub>
                          <m:r>
                            <m:rPr>
                              <m:sty m:val="p"/>
                            </m:rPr>
                            <a:rPr kumimoji="0" lang="en-IN" sz="2400" b="0" i="0"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t>Total</m:t>
                          </m:r>
                        </m:sub>
                      </m:sSub>
                      <m:r>
                        <a:rPr kumimoji="0" lang="en-US" sz="2400" b="1" i="0" u="none" strike="noStrike" kern="1200" cap="none" spc="0" normalizeH="0" baseline="0" noProof="0" smtClean="0">
                          <a:ln>
                            <a:noFill/>
                          </a:ln>
                          <a:solidFill>
                            <a:srgbClr val="C00000"/>
                          </a:solidFill>
                          <a:effectLst/>
                          <a:uLnTx/>
                          <a:uFillTx/>
                          <a:latin typeface="Cambria Math"/>
                          <a:ea typeface="+mn-ea"/>
                          <a:cs typeface="+mn-cs"/>
                        </a:rPr>
                        <m:t>=</m:t>
                      </m:r>
                      <m:sSup>
                        <m:sSupPr>
                          <m:ctrlPr>
                            <a:rPr kumimoji="0" lang="en-US" sz="2400" b="1" i="1"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ctrlPr>
                        </m:sSupPr>
                        <m:e>
                          <m:r>
                            <a:rPr kumimoji="0" lang="en-US" sz="2400" b="1" i="0" u="none" strike="noStrike" kern="1200" cap="none" spc="0" normalizeH="0" baseline="0" noProof="0" smtClean="0">
                              <a:ln>
                                <a:noFill/>
                              </a:ln>
                              <a:solidFill>
                                <a:srgbClr val="C00000"/>
                              </a:solidFill>
                              <a:effectLst/>
                              <a:uLnTx/>
                              <a:uFillTx/>
                              <a:latin typeface="Cambria Math"/>
                              <a:ea typeface="+mn-ea"/>
                              <a:cs typeface="+mn-cs"/>
                            </a:rPr>
                            <m:t>𝐘</m:t>
                          </m:r>
                        </m:e>
                        <m:sup>
                          <m:r>
                            <a:rPr kumimoji="0" lang="en-US" sz="2400" b="1" i="0" u="none" strike="noStrike" kern="1200" cap="none" spc="0" normalizeH="0" baseline="0" noProof="0" smtClean="0">
                              <a:ln>
                                <a:noFill/>
                              </a:ln>
                              <a:solidFill>
                                <a:srgbClr val="C00000"/>
                              </a:solidFill>
                              <a:effectLst/>
                              <a:uLnTx/>
                              <a:uFillTx/>
                              <a:latin typeface="Cambria Math"/>
                              <a:ea typeface="+mn-ea"/>
                              <a:cs typeface="+mn-cs"/>
                            </a:rPr>
                            <m:t>′</m:t>
                          </m:r>
                        </m:sup>
                      </m:sSup>
                      <m:r>
                        <a:rPr kumimoji="0" lang="en-US" sz="2400" b="1" i="0" u="none" strike="noStrike" kern="1200" cap="none" spc="0" normalizeH="0" baseline="0" noProof="0" smtClean="0">
                          <a:ln>
                            <a:noFill/>
                          </a:ln>
                          <a:solidFill>
                            <a:srgbClr val="C00000"/>
                          </a:solidFill>
                          <a:effectLst/>
                          <a:uLnTx/>
                          <a:uFillTx/>
                          <a:latin typeface="Cambria Math"/>
                          <a:ea typeface="+mn-ea"/>
                          <a:cs typeface="+mn-cs"/>
                        </a:rPr>
                        <m:t>𝐘</m:t>
                      </m:r>
                      <m:r>
                        <a:rPr kumimoji="0" lang="en-US" sz="2400" b="1" i="0" u="none" strike="noStrike" kern="1200" cap="none" spc="0" normalizeH="0" baseline="0" noProof="0" smtClean="0">
                          <a:ln>
                            <a:noFill/>
                          </a:ln>
                          <a:solidFill>
                            <a:srgbClr val="C00000"/>
                          </a:solidFill>
                          <a:effectLst/>
                          <a:uLnTx/>
                          <a:uFillTx/>
                          <a:latin typeface="Cambria Math"/>
                          <a:ea typeface="+mn-ea"/>
                          <a:cs typeface="+mn-cs"/>
                        </a:rPr>
                        <m:t>−</m:t>
                      </m:r>
                      <m:r>
                        <m:rPr>
                          <m:sty m:val="p"/>
                        </m:rPr>
                        <a:rPr kumimoji="0" lang="en-IN" sz="2400" b="0" i="0"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t>n</m:t>
                      </m:r>
                      <m:sSup>
                        <m:sSupPr>
                          <m:ctrlPr>
                            <a:rPr kumimoji="0" lang="en-IN" sz="2400" i="1"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ctrlPr>
                        </m:sSupPr>
                        <m:e>
                          <m:acc>
                            <m:accPr>
                              <m:chr m:val="̅"/>
                              <m:ctrlPr>
                                <a:rPr kumimoji="0" lang="en-IN" sz="2400" i="1"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ctrlPr>
                            </m:accPr>
                            <m:e>
                              <m:r>
                                <m:rPr>
                                  <m:sty m:val="p"/>
                                </m:rPr>
                                <a:rPr kumimoji="0" lang="en-IN" sz="2400" b="0" i="0"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t>Y</m:t>
                              </m:r>
                            </m:e>
                          </m:acc>
                        </m:e>
                        <m:sup>
                          <m:r>
                            <a:rPr kumimoji="0" lang="en-IN" sz="2400" b="0" i="0" u="none" strike="noStrike" kern="1200" cap="none" spc="0" normalizeH="0" baseline="0" noProof="0" smtClean="0">
                              <a:ln>
                                <a:noFill/>
                              </a:ln>
                              <a:solidFill>
                                <a:srgbClr val="C00000"/>
                              </a:solidFill>
                              <a:effectLst/>
                              <a:uLnTx/>
                              <a:uFillTx/>
                              <a:latin typeface="Cambria Math" panose="02040503050406030204" pitchFamily="18" charset="0"/>
                              <a:ea typeface="+mn-ea"/>
                              <a:cs typeface="+mn-cs"/>
                            </a:rPr>
                            <m:t>2</m:t>
                          </m:r>
                        </m:sup>
                      </m:sSup>
                    </m:oMath>
                  </m:oMathPara>
                </a14:m>
                <a:endParaRPr kumimoji="0" lang="en-IN" sz="2400" u="none" strike="noStrike" kern="1200" cap="none" spc="0" normalizeH="0" baseline="0" noProof="0" dirty="0">
                  <a:ln>
                    <a:noFill/>
                  </a:ln>
                  <a:solidFill>
                    <a:srgbClr val="C00000"/>
                  </a:solidFill>
                  <a:effectLst/>
                  <a:uLnTx/>
                  <a:uFillTx/>
                  <a:latin typeface="Constantia"/>
                  <a:ea typeface="+mn-ea"/>
                  <a:cs typeface="+mn-cs"/>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910470" y="3904060"/>
                <a:ext cx="2980560" cy="470000"/>
              </a:xfrm>
              <a:prstGeom prst="rect">
                <a:avLst/>
              </a:prstGeom>
              <a:blipFill>
                <a:blip r:embed="rId5"/>
                <a:stretch>
                  <a:fillRect r="-7975"/>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6">
            <p14:nvContentPartPr>
              <p14:cNvPr id="2" name="Ink 1">
                <a:extLst>
                  <a:ext uri="{FF2B5EF4-FFF2-40B4-BE49-F238E27FC236}">
                    <a16:creationId xmlns:a16="http://schemas.microsoft.com/office/drawing/2014/main" id="{22ED1CE5-652C-0509-86F1-B8C036300170}"/>
                  </a:ext>
                </a:extLst>
              </p14:cNvPr>
              <p14:cNvContentPartPr/>
              <p14:nvPr/>
            </p14:nvContentPartPr>
            <p14:xfrm>
              <a:off x="2103480" y="1959840"/>
              <a:ext cx="3749760" cy="2658600"/>
            </p14:xfrm>
          </p:contentPart>
        </mc:Choice>
        <mc:Fallback>
          <p:pic>
            <p:nvPicPr>
              <p:cNvPr id="2" name="Ink 1">
                <a:extLst>
                  <a:ext uri="{FF2B5EF4-FFF2-40B4-BE49-F238E27FC236}">
                    <a16:creationId xmlns:a16="http://schemas.microsoft.com/office/drawing/2014/main" id="{22ED1CE5-652C-0509-86F1-B8C036300170}"/>
                  </a:ext>
                </a:extLst>
              </p:cNvPr>
              <p:cNvPicPr/>
              <p:nvPr/>
            </p:nvPicPr>
            <p:blipFill>
              <a:blip r:embed="rId7"/>
              <a:stretch>
                <a:fillRect/>
              </a:stretch>
            </p:blipFill>
            <p:spPr>
              <a:xfrm>
                <a:off x="2094120" y="1950480"/>
                <a:ext cx="3768480" cy="2677320"/>
              </a:xfrm>
              <a:prstGeom prst="rect">
                <a:avLst/>
              </a:prstGeom>
            </p:spPr>
          </p:pic>
        </mc:Fallback>
      </mc:AlternateContent>
    </p:spTree>
    <p:extLst>
      <p:ext uri="{BB962C8B-B14F-4D97-AF65-F5344CB8AC3E}">
        <p14:creationId xmlns:p14="http://schemas.microsoft.com/office/powerpoint/2010/main" val="1904712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1835696" y="699542"/>
                <a:ext cx="6336704" cy="4111382"/>
              </a:xfrm>
              <a:prstGeom prst="rect">
                <a:avLst/>
              </a:prstGeom>
              <a:noFill/>
            </p:spPr>
            <p:txBody>
              <a:bodyPr wrap="square" rtlCol="0">
                <a:spAutoFit/>
              </a:bodyPr>
              <a:lstStyle/>
              <a:p>
                <a:pPr lvl="0">
                  <a:lnSpc>
                    <a:spcPct val="200000"/>
                  </a:lnSpc>
                </a:pPr>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a:t>
                </a:r>
                <a:r>
                  <a:rPr kumimoji="0" lang="en-IN" sz="2100" i="0" u="none" strike="noStrike" kern="1200" cap="none" spc="0" normalizeH="0" baseline="0" noProof="0" dirty="0" err="1">
                    <a:ln>
                      <a:noFill/>
                    </a:ln>
                    <a:solidFill>
                      <a:srgbClr val="0000FF"/>
                    </a:solidFill>
                    <a:effectLst/>
                    <a:uLnTx/>
                    <a:uFillTx/>
                    <a:latin typeface="Arial" panose="020B0604020202020204" pitchFamily="34" charset="0"/>
                    <a:ea typeface="Cambria Math" panose="02040503050406030204" pitchFamily="18" charset="0"/>
                    <a:cs typeface="Arial" panose="020B0604020202020204" pitchFamily="34" charset="0"/>
                  </a:rPr>
                  <a:t>SS</a:t>
                </a:r>
                <a:r>
                  <a:rPr kumimoji="0" lang="en-IN" sz="2100" i="0" u="none" strike="noStrike" kern="1200" cap="none" spc="0" normalizeH="0" baseline="-25000" noProof="0" dirty="0" err="1">
                    <a:ln>
                      <a:noFill/>
                    </a:ln>
                    <a:solidFill>
                      <a:srgbClr val="0000FF"/>
                    </a:solidFill>
                    <a:effectLst/>
                    <a:uLnTx/>
                    <a:uFillTx/>
                    <a:latin typeface="Arial" panose="020B0604020202020204" pitchFamily="34" charset="0"/>
                    <a:ea typeface="Cambria Math" panose="02040503050406030204" pitchFamily="18" charset="0"/>
                    <a:cs typeface="Arial" panose="020B0604020202020204" pitchFamily="34" charset="0"/>
                  </a:rPr>
                  <a:t>Residual</a:t>
                </a:r>
                <a:r>
                  <a:rPr kumimoji="0" lang="en-IN" sz="2100" b="1" i="0" u="none" strike="noStrike" kern="1200" cap="none" spc="0" normalizeH="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a:t>
                </a:r>
                <a:r>
                  <a:rPr kumimoji="0" lang="en-IN" sz="2100" i="0" u="none" strike="noStrike" kern="1200" cap="none" spc="0" normalizeH="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a:t>
                </a:r>
                <a:r>
                  <a:rPr kumimoji="0" lang="en-IN" sz="2100" b="1" i="0" u="none" strike="noStrike" kern="1200" cap="none" spc="0" normalizeH="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a:t>
                </a:r>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a:t>
                </a:r>
                <a:r>
                  <a:rPr kumimoji="0" lang="en-IN" sz="2100" b="1" i="0" u="none" strike="noStrike" kern="1200" cap="none" spc="0" normalizeH="0" baseline="0" noProof="0" dirty="0" err="1">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e</a:t>
                </a:r>
                <a14:m>
                  <m:oMath xmlns:m="http://schemas.openxmlformats.org/officeDocument/2006/math">
                    <m:r>
                      <a:rPr lang="en-US" sz="2100" b="1">
                        <a:solidFill>
                          <a:prstClr val="black"/>
                        </a:solidFill>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err="1">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e</a:t>
                </a:r>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a:t>
                </a:r>
              </a:p>
              <a:p>
                <a:pPr marL="0" marR="0" lvl="0" indent="0" algn="l" defTabSz="914400" rtl="0" eaLnBrk="1" fontAlgn="auto" latinLnBrk="0" hangingPunct="1">
                  <a:lnSpc>
                    <a:spcPct val="200000"/>
                  </a:lnSpc>
                  <a:spcBef>
                    <a:spcPts val="0"/>
                  </a:spcBef>
                  <a:spcAft>
                    <a:spcPts val="0"/>
                  </a:spcAft>
                  <a:buClrTx/>
                  <a:buSzTx/>
                  <a:buFontTx/>
                  <a:buNone/>
                  <a:tabLst/>
                  <a:defRPr/>
                </a:pPr>
                <a14:m>
                  <m:oMath xmlns:m="http://schemas.openxmlformats.org/officeDocument/2006/math">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𝐘</m:t>
                    </m:r>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𝐗</m:t>
                    </m:r>
                    <m:acc>
                      <m:accPr>
                        <m:chr m:val="̂"/>
                        <m:ctrlPr>
                          <a:rPr kumimoji="0" lang="en-US" sz="21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𝛃</m:t>
                        </m:r>
                      </m:e>
                    </m:acc>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𝐘</m:t>
                    </m:r>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𝐗</m:t>
                    </m:r>
                    <m:acc>
                      <m:accPr>
                        <m:chr m:val="̂"/>
                        <m:ctrlPr>
                          <a:rPr kumimoji="0" lang="en-US" sz="21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𝛃</m:t>
                        </m:r>
                      </m:e>
                    </m:acc>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(Y</a:t>
                </a:r>
                <a14:m>
                  <m:oMath xmlns:m="http://schemas.openxmlformats.org/officeDocument/2006/math">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Y-2</a:t>
                </a:r>
                <a14:m>
                  <m:oMath xmlns:m="http://schemas.openxmlformats.org/officeDocument/2006/math">
                    <m:acc>
                      <m:accPr>
                        <m:chr m:val="̂"/>
                        <m:ctrlPr>
                          <a:rPr kumimoji="0" lang="en-US" sz="21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𝛃</m:t>
                        </m:r>
                      </m:e>
                    </m:acc>
                  </m:oMath>
                </a14:m>
                <a:r>
                  <a:rPr kumimoji="0" lang="en-US"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1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 </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Y+</a:t>
                </a:r>
                <a14:m>
                  <m:oMath xmlns:m="http://schemas.openxmlformats.org/officeDocument/2006/math">
                    <m:acc>
                      <m:accPr>
                        <m:chr m:val="̂"/>
                        <m:ctrlPr>
                          <a:rPr kumimoji="0" lang="en-US" sz="21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𝛃</m:t>
                        </m:r>
                      </m:e>
                    </m:acc>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kumimoji="0" lang="en-US" sz="21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X</a:t>
                </a:r>
                <a:r>
                  <a:rPr kumimoji="0" lang="en-US"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acc>
                      <m:accPr>
                        <m:chr m:val="̂"/>
                        <m:ctrlPr>
                          <a:rPr kumimoji="0" lang="en-US" sz="21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𝛃</m:t>
                        </m:r>
                      </m:e>
                    </m:acc>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(Y</a:t>
                </a:r>
                <a14:m>
                  <m:oMath xmlns:m="http://schemas.openxmlformats.org/officeDocument/2006/math">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Y-2</a:t>
                </a:r>
                <a14:m>
                  <m:oMath xmlns:m="http://schemas.openxmlformats.org/officeDocument/2006/math">
                    <m:acc>
                      <m:accPr>
                        <m:chr m:val="̂"/>
                        <m:ctrlPr>
                          <a:rPr kumimoji="0" lang="en-US" sz="21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𝛃</m:t>
                        </m:r>
                      </m:e>
                    </m:acc>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Y+</a:t>
                </a:r>
                <a14:m>
                  <m:oMath xmlns:m="http://schemas.openxmlformats.org/officeDocument/2006/math">
                    <m:acc>
                      <m:accPr>
                        <m:chr m:val="̂"/>
                        <m:ctrlPr>
                          <a:rPr kumimoji="0" lang="en-US" sz="21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𝛃</m:t>
                        </m:r>
                      </m:e>
                    </m:acc>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Y</a:t>
                </a:r>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a:t>
                </a:r>
              </a:p>
              <a:p>
                <a:pPr lvl="0">
                  <a:lnSpc>
                    <a:spcPct val="200000"/>
                  </a:lnSpc>
                </a:pPr>
                <a:r>
                  <a:rPr lang="en-IN" sz="2100" dirty="0">
                    <a:solidFill>
                      <a:srgbClr val="0000FF"/>
                    </a:solidFill>
                    <a:latin typeface="Arial" panose="020B0604020202020204" pitchFamily="34" charset="0"/>
                    <a:ea typeface="Cambria Math" panose="02040503050406030204" pitchFamily="18" charset="0"/>
                    <a:cs typeface="Arial" panose="020B0604020202020204" pitchFamily="34" charset="0"/>
                  </a:rPr>
                  <a:t>SS</a:t>
                </a:r>
                <a:r>
                  <a:rPr lang="en-IN" sz="2100" baseline="-25000" dirty="0" err="1">
                    <a:solidFill>
                      <a:srgbClr val="0000FF"/>
                    </a:solidFill>
                    <a:latin typeface="Arial" panose="020B0604020202020204" pitchFamily="34" charset="0"/>
                    <a:ea typeface="Cambria Math" panose="02040503050406030204" pitchFamily="18" charset="0"/>
                    <a:cs typeface="Arial" panose="020B0604020202020204" pitchFamily="34" charset="0"/>
                  </a:rPr>
                  <a:t>Residual</a:t>
                </a:r>
                <a:r>
                  <a:rPr lang="en-IN" sz="2100" b="1" dirty="0">
                    <a:solidFill>
                      <a:srgbClr val="0000FF"/>
                    </a:solidFill>
                    <a:latin typeface="Arial" panose="020B0604020202020204" pitchFamily="34" charset="0"/>
                    <a:ea typeface="Cambria Math" panose="02040503050406030204" pitchFamily="18" charset="0"/>
                    <a:cs typeface="Arial" panose="020B0604020202020204" pitchFamily="34" charset="0"/>
                  </a:rPr>
                  <a:t> </a:t>
                </a:r>
                <a:r>
                  <a:rPr kumimoji="0" lang="en-US" sz="2100" b="1" i="0" u="none" strike="noStrike" kern="1200" cap="none" spc="0" normalizeH="0" baseline="0" noProof="0" dirty="0">
                    <a:ln>
                      <a:noFill/>
                    </a:ln>
                    <a:solidFill>
                      <a:schemeClr val="bg1"/>
                    </a:solidFill>
                    <a:effectLst/>
                    <a:uLnTx/>
                    <a:uFillTx/>
                    <a:latin typeface="Arial" panose="020B0604020202020204" pitchFamily="34" charset="0"/>
                    <a:ea typeface="Cambria Math" panose="02040503050406030204" pitchFamily="18" charset="0"/>
                    <a:cs typeface="Arial" panose="020B0604020202020204" pitchFamily="34" charset="0"/>
                  </a:rPr>
                  <a:t>= (</a:t>
                </a:r>
                <a:r>
                  <a:rPr kumimoji="0" lang="en-US" sz="2100" b="1" i="0" u="none" strike="noStrike" kern="1200" cap="none" spc="0" normalizeH="0" baseline="0" noProof="0" dirty="0">
                    <a:ln>
                      <a:noFill/>
                    </a:ln>
                    <a:solidFill>
                      <a:srgbClr val="C00000"/>
                    </a:solidFill>
                    <a:effectLst/>
                    <a:uLnTx/>
                    <a:uFillTx/>
                    <a:latin typeface="Arial" panose="020B0604020202020204" pitchFamily="34" charset="0"/>
                    <a:ea typeface="Cambria Math" panose="02040503050406030204" pitchFamily="18" charset="0"/>
                    <a:cs typeface="Arial" panose="020B0604020202020204" pitchFamily="34" charset="0"/>
                  </a:rPr>
                  <a:t>Y</a:t>
                </a:r>
                <a14:m>
                  <m:oMath xmlns:m="http://schemas.openxmlformats.org/officeDocument/2006/math">
                    <m:r>
                      <a:rPr kumimoji="0" lang="en-US" sz="2100" b="1" i="0" u="none" strike="noStrike" kern="1200" cap="none" spc="0" normalizeH="0" baseline="0" noProof="0">
                        <a:ln>
                          <a:noFill/>
                        </a:ln>
                        <a:solidFill>
                          <a:srgbClr val="C00000"/>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srgbClr val="C00000"/>
                    </a:solidFill>
                    <a:effectLst/>
                    <a:uLnTx/>
                    <a:uFillTx/>
                    <a:latin typeface="Arial" panose="020B0604020202020204" pitchFamily="34" charset="0"/>
                    <a:ea typeface="Cambria Math" panose="02040503050406030204" pitchFamily="18" charset="0"/>
                    <a:cs typeface="Arial" panose="020B0604020202020204" pitchFamily="34" charset="0"/>
                  </a:rPr>
                  <a:t>Y</a:t>
                </a:r>
                <a:r>
                  <a:rPr kumimoji="0" lang="en-IN" sz="2100" b="1" i="0" u="none" strike="noStrike" kern="1200" cap="none" spc="0" normalizeH="0" baseline="0" noProof="0" dirty="0">
                    <a:ln>
                      <a:noFill/>
                    </a:ln>
                    <a:solidFill>
                      <a:schemeClr val="bg1"/>
                    </a:solidFill>
                    <a:effectLst/>
                    <a:uLnTx/>
                    <a:uFillTx/>
                    <a:latin typeface="Arial" panose="020B0604020202020204" pitchFamily="34" charset="0"/>
                    <a:ea typeface="Cambria Math" panose="02040503050406030204" pitchFamily="18" charset="0"/>
                    <a:cs typeface="Arial" panose="020B0604020202020204" pitchFamily="34" charset="0"/>
                  </a:rPr>
                  <a:t>-</a:t>
                </a:r>
                <a14:m>
                  <m:oMath xmlns:m="http://schemas.openxmlformats.org/officeDocument/2006/math">
                    <m:acc>
                      <m:accPr>
                        <m:chr m:val="̂"/>
                        <m:ctrlPr>
                          <a:rPr kumimoji="0" lang="en-US" sz="2100" b="1" i="1" u="none" strike="noStrike" kern="1200" cap="none" spc="0" normalizeH="0" baseline="0" noProof="0" smtClean="0">
                            <a:ln>
                              <a:noFill/>
                            </a:ln>
                            <a:solidFill>
                              <a:srgbClr val="00B0F0"/>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a:ln>
                              <a:noFill/>
                            </a:ln>
                            <a:solidFill>
                              <a:srgbClr val="00B0F0"/>
                            </a:solidFill>
                            <a:effectLst/>
                            <a:uLnTx/>
                            <a:uFillTx/>
                            <a:latin typeface="Cambria Math" panose="02040503050406030204" pitchFamily="18" charset="0"/>
                            <a:ea typeface="Cambria Math" panose="02040503050406030204" pitchFamily="18" charset="0"/>
                          </a:rPr>
                          <m:t>𝛃</m:t>
                        </m:r>
                      </m:e>
                    </m:acc>
                    <m:r>
                      <a:rPr kumimoji="0" lang="en-US" sz="2100" b="1" i="0" u="none" strike="noStrike" kern="1200" cap="none" spc="0" normalizeH="0" baseline="0" noProof="0">
                        <a:ln>
                          <a:noFill/>
                        </a:ln>
                        <a:solidFill>
                          <a:srgbClr val="00B0F0"/>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srgbClr val="00B0F0"/>
                    </a:solidFill>
                    <a:effectLst/>
                    <a:uLnTx/>
                    <a:uFillTx/>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kumimoji="0" lang="en-US" sz="2100" b="1" i="0" u="none" strike="noStrike" kern="1200" cap="none" spc="0" normalizeH="0" baseline="0" noProof="0">
                        <a:ln>
                          <a:noFill/>
                        </a:ln>
                        <a:solidFill>
                          <a:srgbClr val="00B0F0"/>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srgbClr val="00B0F0"/>
                    </a:solidFill>
                    <a:effectLst/>
                    <a:uLnTx/>
                    <a:uFillTx/>
                    <a:latin typeface="Arial" panose="020B0604020202020204" pitchFamily="34" charset="0"/>
                    <a:ea typeface="Cambria Math" panose="02040503050406030204" pitchFamily="18" charset="0"/>
                    <a:cs typeface="Arial" panose="020B0604020202020204" pitchFamily="34" charset="0"/>
                  </a:rPr>
                  <a:t>Y</a:t>
                </a:r>
                <a:r>
                  <a:rPr kumimoji="0" lang="en-IN" sz="2100" b="1" i="0" u="none" strike="noStrike" kern="1200" cap="none" spc="0" normalizeH="0" baseline="0" noProof="0" dirty="0">
                    <a:ln>
                      <a:noFill/>
                    </a:ln>
                    <a:solidFill>
                      <a:schemeClr val="bg1"/>
                    </a:solidFill>
                    <a:effectLst/>
                    <a:uLnTx/>
                    <a:uFillTx/>
                    <a:latin typeface="Arial" panose="020B0604020202020204" pitchFamily="34" charset="0"/>
                    <a:ea typeface="Cambria Math" panose="02040503050406030204" pitchFamily="18" charset="0"/>
                    <a:cs typeface="Arial" panose="020B0604020202020204" pitchFamily="34" charset="0"/>
                  </a:rPr>
                  <a:t>)  </a:t>
                </a:r>
                <a:r>
                  <a:rPr kumimoji="0" lang="en-US"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As  </a:t>
                </a:r>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X</a:t>
                </a:r>
                <a:r>
                  <a:rPr kumimoji="0" lang="en-US"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acc>
                      <m:accPr>
                        <m:chr m:val="̂"/>
                        <m:ctrlPr>
                          <a:rPr kumimoji="0" lang="en-US" sz="21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ctrlPr>
                      </m:accPr>
                      <m:e>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𝛃</m:t>
                        </m:r>
                      </m:e>
                    </m:acc>
                  </m:oMath>
                </a14:m>
                <a:r>
                  <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 = X</a:t>
                </a:r>
                <a14:m>
                  <m:oMath xmlns:m="http://schemas.openxmlformats.org/officeDocument/2006/math">
                    <m:r>
                      <a:rPr kumimoji="0" lang="en-US" sz="2100" b="1"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rPr>
                  <a:t>Y</a:t>
                </a:r>
                <a:endParaRPr lang="en-IN" sz="2100" b="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lnSpc>
                    <a:spcPct val="200000"/>
                  </a:lnSpc>
                </a:pPr>
                <a:r>
                  <a:rPr lang="en-IN" sz="2100" dirty="0" err="1">
                    <a:solidFill>
                      <a:srgbClr val="0000FF"/>
                    </a:solidFill>
                    <a:latin typeface="Arial" panose="020B0604020202020204" pitchFamily="34" charset="0"/>
                    <a:ea typeface="Cambria Math" panose="02040503050406030204" pitchFamily="18" charset="0"/>
                    <a:cs typeface="Arial" panose="020B0604020202020204" pitchFamily="34" charset="0"/>
                  </a:rPr>
                  <a:t>SS</a:t>
                </a:r>
                <a:r>
                  <a:rPr lang="en-IN" sz="2100" baseline="-25000" dirty="0" err="1">
                    <a:solidFill>
                      <a:srgbClr val="0000FF"/>
                    </a:solidFill>
                    <a:latin typeface="Arial" panose="020B0604020202020204" pitchFamily="34" charset="0"/>
                    <a:ea typeface="Cambria Math" panose="02040503050406030204" pitchFamily="18" charset="0"/>
                    <a:cs typeface="Arial" panose="020B0604020202020204" pitchFamily="34" charset="0"/>
                  </a:rPr>
                  <a:t>Residual</a:t>
                </a:r>
                <a:r>
                  <a:rPr lang="en-IN" sz="2100" b="1" dirty="0">
                    <a:solidFill>
                      <a:srgbClr val="0000FF"/>
                    </a:solidFill>
                    <a:latin typeface="Arial" panose="020B0604020202020204" pitchFamily="34" charset="0"/>
                    <a:ea typeface="Cambria Math" panose="02040503050406030204" pitchFamily="18" charset="0"/>
                    <a:cs typeface="Arial" panose="020B0604020202020204" pitchFamily="34" charset="0"/>
                  </a:rPr>
                  <a:t> </a:t>
                </a:r>
                <a:r>
                  <a:rPr lang="en-US" sz="2100" b="1" dirty="0">
                    <a:solidFill>
                      <a:schemeClr val="bg1"/>
                    </a:solidFill>
                    <a:latin typeface="Arial" panose="020B0604020202020204" pitchFamily="34" charset="0"/>
                    <a:ea typeface="Cambria Math" panose="02040503050406030204" pitchFamily="18" charset="0"/>
                    <a:cs typeface="Arial" panose="020B0604020202020204" pitchFamily="34" charset="0"/>
                  </a:rPr>
                  <a:t>= </a:t>
                </a:r>
                <a:r>
                  <a:rPr lang="en-US" sz="2100" dirty="0">
                    <a:solidFill>
                      <a:srgbClr val="C00000"/>
                    </a:solidFill>
                    <a:latin typeface="Arial" panose="020B0604020202020204" pitchFamily="34" charset="0"/>
                    <a:ea typeface="Cambria Math" panose="02040503050406030204" pitchFamily="18" charset="0"/>
                    <a:cs typeface="Arial" panose="020B0604020202020204" pitchFamily="34" charset="0"/>
                  </a:rPr>
                  <a:t>Actual </a:t>
                </a:r>
                <a:r>
                  <a:rPr lang="en-US" sz="2100" dirty="0" err="1">
                    <a:solidFill>
                      <a:srgbClr val="C00000"/>
                    </a:solidFill>
                    <a:latin typeface="Arial" panose="020B0604020202020204" pitchFamily="34" charset="0"/>
                    <a:ea typeface="Cambria Math" panose="02040503050406030204" pitchFamily="18" charset="0"/>
                    <a:cs typeface="Arial" panose="020B0604020202020204" pitchFamily="34" charset="0"/>
                  </a:rPr>
                  <a:t>SS</a:t>
                </a:r>
                <a:r>
                  <a:rPr lang="en-US" sz="2100" baseline="-25000" dirty="0" err="1">
                    <a:solidFill>
                      <a:srgbClr val="C00000"/>
                    </a:solidFill>
                    <a:latin typeface="Arial" panose="020B0604020202020204" pitchFamily="34" charset="0"/>
                    <a:ea typeface="Cambria Math" panose="02040503050406030204" pitchFamily="18" charset="0"/>
                    <a:cs typeface="Arial" panose="020B0604020202020204" pitchFamily="34" charset="0"/>
                  </a:rPr>
                  <a:t>Total</a:t>
                </a:r>
                <a:r>
                  <a:rPr lang="en-US" sz="2100" dirty="0">
                    <a:solidFill>
                      <a:schemeClr val="bg1"/>
                    </a:solidFill>
                    <a:latin typeface="Arial" panose="020B0604020202020204" pitchFamily="34" charset="0"/>
                    <a:ea typeface="Cambria Math" panose="02040503050406030204" pitchFamily="18" charset="0"/>
                    <a:cs typeface="Arial" panose="020B0604020202020204" pitchFamily="34" charset="0"/>
                  </a:rPr>
                  <a:t>+ </a:t>
                </a:r>
                <a:r>
                  <a:rPr lang="en-US" sz="2100" dirty="0">
                    <a:solidFill>
                      <a:srgbClr val="00B0F0"/>
                    </a:solidFill>
                    <a:latin typeface="Arial" panose="020B0604020202020204" pitchFamily="34" charset="0"/>
                    <a:ea typeface="Cambria Math" panose="02040503050406030204" pitchFamily="18" charset="0"/>
                    <a:cs typeface="Arial" panose="020B0604020202020204" pitchFamily="34" charset="0"/>
                  </a:rPr>
                  <a:t>Actual </a:t>
                </a:r>
                <a:r>
                  <a:rPr lang="en-US" sz="2100" dirty="0" err="1">
                    <a:solidFill>
                      <a:srgbClr val="00B0F0"/>
                    </a:solidFill>
                    <a:latin typeface="Arial" panose="020B0604020202020204" pitchFamily="34" charset="0"/>
                    <a:ea typeface="Cambria Math" panose="02040503050406030204" pitchFamily="18" charset="0"/>
                    <a:cs typeface="Arial" panose="020B0604020202020204" pitchFamily="34" charset="0"/>
                  </a:rPr>
                  <a:t>SS</a:t>
                </a:r>
                <a:r>
                  <a:rPr lang="en-US" sz="2100" baseline="-25000" dirty="0" err="1">
                    <a:solidFill>
                      <a:srgbClr val="00B0F0"/>
                    </a:solidFill>
                    <a:latin typeface="Arial" panose="020B0604020202020204" pitchFamily="34" charset="0"/>
                    <a:ea typeface="Cambria Math" panose="02040503050406030204" pitchFamily="18" charset="0"/>
                    <a:cs typeface="Arial" panose="020B0604020202020204" pitchFamily="34" charset="0"/>
                  </a:rPr>
                  <a:t>Regression</a:t>
                </a:r>
                <a:endParaRPr kumimoji="0" lang="en-IN" sz="2100" b="1" i="0" u="none" strike="noStrike" kern="1200" cap="none" spc="0" normalizeH="0" baseline="0" noProof="0" dirty="0">
                  <a:ln>
                    <a:noFill/>
                  </a:ln>
                  <a:solidFill>
                    <a:prstClr val="black"/>
                  </a:solidFill>
                  <a:effectLst/>
                  <a:uLnTx/>
                  <a:uFillTx/>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835696" y="699542"/>
                <a:ext cx="6336704" cy="4111382"/>
              </a:xfrm>
              <a:prstGeom prst="rect">
                <a:avLst/>
              </a:prstGeom>
              <a:blipFill>
                <a:blip r:embed="rId2"/>
                <a:stretch>
                  <a:fillRect l="-1154"/>
                </a:stretch>
              </a:blipFill>
            </p:spPr>
            <p:txBody>
              <a:bodyPr/>
              <a:lstStyle/>
              <a:p>
                <a:r>
                  <a:rPr lang="en-IN">
                    <a:noFill/>
                  </a:rPr>
                  <a:t> </a:t>
                </a:r>
              </a:p>
            </p:txBody>
          </p:sp>
        </mc:Fallback>
      </mc:AlternateContent>
      <p:sp>
        <p:nvSpPr>
          <p:cNvPr id="3" name="TextBox 3"/>
          <p:cNvSpPr txBox="1">
            <a:spLocks noChangeArrowheads="1"/>
          </p:cNvSpPr>
          <p:nvPr/>
        </p:nvSpPr>
        <p:spPr bwMode="auto">
          <a:xfrm>
            <a:off x="107504" y="79248"/>
            <a:ext cx="8713788" cy="523220"/>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0070C0"/>
                </a:solidFill>
                <a:effectLst>
                  <a:outerShdw blurRad="38100" dist="38100" dir="2700000" algn="tl">
                    <a:srgbClr val="000000">
                      <a:alpha val="43137"/>
                    </a:srgbClr>
                  </a:outerShdw>
                </a:effectLst>
                <a:latin typeface="Airal"/>
              </a:rPr>
              <a:t>Derivation for Actual Regression Sum of Squares</a:t>
            </a:r>
            <a:endParaRPr kumimoji="0" lang="en-IN" sz="28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773AC2A-39B9-84C3-0722-C04363C95B9D}"/>
                  </a:ext>
                </a:extLst>
              </p14:cNvPr>
              <p14:cNvContentPartPr/>
              <p14:nvPr/>
            </p14:nvContentPartPr>
            <p14:xfrm>
              <a:off x="1646280" y="1677240"/>
              <a:ext cx="7404480" cy="3291120"/>
            </p14:xfrm>
          </p:contentPart>
        </mc:Choice>
        <mc:Fallback>
          <p:pic>
            <p:nvPicPr>
              <p:cNvPr id="2" name="Ink 1">
                <a:extLst>
                  <a:ext uri="{FF2B5EF4-FFF2-40B4-BE49-F238E27FC236}">
                    <a16:creationId xmlns:a16="http://schemas.microsoft.com/office/drawing/2014/main" id="{C773AC2A-39B9-84C3-0722-C04363C95B9D}"/>
                  </a:ext>
                </a:extLst>
              </p:cNvPr>
              <p:cNvPicPr/>
              <p:nvPr/>
            </p:nvPicPr>
            <p:blipFill>
              <a:blip r:embed="rId4"/>
              <a:stretch>
                <a:fillRect/>
              </a:stretch>
            </p:blipFill>
            <p:spPr>
              <a:xfrm>
                <a:off x="1636920" y="1667880"/>
                <a:ext cx="7423200" cy="3309840"/>
              </a:xfrm>
              <a:prstGeom prst="rect">
                <a:avLst/>
              </a:prstGeom>
            </p:spPr>
          </p:pic>
        </mc:Fallback>
      </mc:AlternateContent>
    </p:spTree>
    <p:extLst>
      <p:ext uri="{BB962C8B-B14F-4D97-AF65-F5344CB8AC3E}">
        <p14:creationId xmlns:p14="http://schemas.microsoft.com/office/powerpoint/2010/main" val="572603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Box 3"/>
          <p:cNvSpPr txBox="1">
            <a:spLocks noChangeArrowheads="1"/>
          </p:cNvSpPr>
          <p:nvPr/>
        </p:nvSpPr>
        <p:spPr bwMode="auto">
          <a:xfrm>
            <a:off x="107504" y="79248"/>
            <a:ext cx="8713788" cy="523220"/>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0070C0"/>
                </a:solidFill>
                <a:effectLst>
                  <a:outerShdw blurRad="38100" dist="38100" dir="2700000" algn="tl">
                    <a:srgbClr val="000000">
                      <a:alpha val="43137"/>
                    </a:srgbClr>
                  </a:outerShdw>
                </a:effectLst>
                <a:latin typeface="Airal"/>
              </a:rPr>
              <a:t>Manipulation of Residual </a:t>
            </a:r>
            <a:r>
              <a:rPr kumimoji="0" lang="en-US" sz="28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rPr>
              <a:t>Sum of Squares</a:t>
            </a:r>
            <a:endParaRPr kumimoji="0" lang="en-IN" sz="28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ndParaRPr>
          </a:p>
        </p:txBody>
      </p:sp>
      <mc:AlternateContent xmlns:mc="http://schemas.openxmlformats.org/markup-compatibility/2006" xmlns:a14="http://schemas.microsoft.com/office/drawing/2010/main">
        <mc:Choice Requires="a14">
          <p:sp>
            <p:nvSpPr>
              <p:cNvPr id="8" name="TextBox 7"/>
              <p:cNvSpPr txBox="1"/>
              <p:nvPr/>
            </p:nvSpPr>
            <p:spPr>
              <a:xfrm>
                <a:off x="217453" y="618336"/>
                <a:ext cx="8493890" cy="3866571"/>
              </a:xfrm>
              <a:prstGeom prst="rect">
                <a:avLst/>
              </a:prstGeom>
              <a:noFill/>
            </p:spPr>
            <p:txBody>
              <a:bodyPr wrap="square" rtlCol="0">
                <a:spAutoFit/>
              </a:bodyPr>
              <a:lstStyle/>
              <a:p>
                <a:pPr lvl="0" algn="ctr">
                  <a:lnSpc>
                    <a:spcPct val="200000"/>
                  </a:lnSpc>
                </a:pPr>
                <a:r>
                  <a:rPr lang="en-US" sz="2000" dirty="0" err="1">
                    <a:solidFill>
                      <a:prstClr val="black">
                        <a:lumMod val="95000"/>
                        <a:lumOff val="5000"/>
                      </a:prstClr>
                    </a:solidFill>
                    <a:latin typeface="Arial" pitchFamily="34" charset="0"/>
                    <a:cs typeface="Arial" pitchFamily="34" charset="0"/>
                  </a:rPr>
                  <a:t>SS</a:t>
                </a:r>
                <a:r>
                  <a:rPr lang="en-US" sz="2000" baseline="-25000" dirty="0" err="1">
                    <a:solidFill>
                      <a:prstClr val="black">
                        <a:lumMod val="95000"/>
                        <a:lumOff val="5000"/>
                      </a:prstClr>
                    </a:solidFill>
                    <a:latin typeface="Arial" pitchFamily="34" charset="0"/>
                    <a:cs typeface="Arial" pitchFamily="34" charset="0"/>
                  </a:rPr>
                  <a:t>Residual</a:t>
                </a:r>
                <a:r>
                  <a:rPr lang="en-US" sz="2000" baseline="-25000" dirty="0">
                    <a:solidFill>
                      <a:prstClr val="black">
                        <a:lumMod val="95000"/>
                        <a:lumOff val="5000"/>
                      </a:prstClr>
                    </a:solidFill>
                    <a:latin typeface="Arial" pitchFamily="34" charset="0"/>
                    <a:cs typeface="Arial" pitchFamily="34" charset="0"/>
                  </a:rPr>
                  <a:t> </a:t>
                </a:r>
                <a:r>
                  <a:rPr lang="en-US" sz="2000" dirty="0">
                    <a:solidFill>
                      <a:prstClr val="black">
                        <a:lumMod val="95000"/>
                        <a:lumOff val="5000"/>
                      </a:prstClr>
                    </a:solidFill>
                    <a:latin typeface="Arial" pitchFamily="34" charset="0"/>
                    <a:cs typeface="Arial" pitchFamily="34" charset="0"/>
                  </a:rPr>
                  <a:t>= </a:t>
                </a:r>
                <a:r>
                  <a:rPr lang="en-US" sz="2000" dirty="0" err="1">
                    <a:solidFill>
                      <a:prstClr val="black">
                        <a:lumMod val="95000"/>
                        <a:lumOff val="5000"/>
                      </a:prstClr>
                    </a:solidFill>
                    <a:latin typeface="Arial" pitchFamily="34" charset="0"/>
                    <a:cs typeface="Arial" pitchFamily="34" charset="0"/>
                  </a:rPr>
                  <a:t>SS</a:t>
                </a:r>
                <a:r>
                  <a:rPr lang="en-US" sz="2000" baseline="-25000" dirty="0" err="1">
                    <a:solidFill>
                      <a:prstClr val="black">
                        <a:lumMod val="95000"/>
                        <a:lumOff val="5000"/>
                      </a:prstClr>
                    </a:solidFill>
                    <a:latin typeface="Arial" pitchFamily="34" charset="0"/>
                    <a:cs typeface="Arial" pitchFamily="34" charset="0"/>
                  </a:rPr>
                  <a:t>total</a:t>
                </a:r>
                <a:r>
                  <a:rPr lang="en-US" sz="2000" baseline="-25000" dirty="0">
                    <a:solidFill>
                      <a:prstClr val="black">
                        <a:lumMod val="95000"/>
                        <a:lumOff val="5000"/>
                      </a:prstClr>
                    </a:solidFill>
                    <a:latin typeface="Arial" pitchFamily="34" charset="0"/>
                    <a:cs typeface="Arial" pitchFamily="34" charset="0"/>
                  </a:rPr>
                  <a:t>  </a:t>
                </a:r>
                <a:r>
                  <a:rPr lang="en-US" sz="2000" dirty="0">
                    <a:solidFill>
                      <a:prstClr val="black">
                        <a:lumMod val="95000"/>
                        <a:lumOff val="5000"/>
                      </a:prstClr>
                    </a:solidFill>
                    <a:latin typeface="Arial" pitchFamily="34" charset="0"/>
                    <a:cs typeface="Arial" pitchFamily="34" charset="0"/>
                  </a:rPr>
                  <a:t>-</a:t>
                </a:r>
                <a:r>
                  <a:rPr lang="en-US" sz="2000" baseline="-25000" dirty="0">
                    <a:solidFill>
                      <a:prstClr val="black">
                        <a:lumMod val="95000"/>
                        <a:lumOff val="5000"/>
                      </a:prstClr>
                    </a:solidFill>
                    <a:latin typeface="Arial" pitchFamily="34" charset="0"/>
                    <a:cs typeface="Arial" pitchFamily="34" charset="0"/>
                  </a:rPr>
                  <a:t> </a:t>
                </a:r>
                <a:r>
                  <a:rPr lang="en-US" sz="2000" dirty="0" err="1">
                    <a:solidFill>
                      <a:prstClr val="black">
                        <a:lumMod val="95000"/>
                        <a:lumOff val="5000"/>
                      </a:prstClr>
                    </a:solidFill>
                    <a:latin typeface="Arial" pitchFamily="34" charset="0"/>
                    <a:cs typeface="Arial" pitchFamily="34" charset="0"/>
                  </a:rPr>
                  <a:t>SS</a:t>
                </a:r>
                <a:r>
                  <a:rPr lang="en-US" sz="2000" baseline="-25000" dirty="0" err="1">
                    <a:solidFill>
                      <a:prstClr val="black">
                        <a:lumMod val="95000"/>
                        <a:lumOff val="5000"/>
                      </a:prstClr>
                    </a:solidFill>
                    <a:latin typeface="Arial" pitchFamily="34" charset="0"/>
                    <a:cs typeface="Arial" pitchFamily="34" charset="0"/>
                  </a:rPr>
                  <a:t>regression</a:t>
                </a:r>
                <a:endParaRPr lang="en-US" sz="2000" baseline="-25000" dirty="0">
                  <a:solidFill>
                    <a:prstClr val="black">
                      <a:lumMod val="95000"/>
                      <a:lumOff val="5000"/>
                    </a:prstClr>
                  </a:solidFill>
                  <a:latin typeface="Arial" pitchFamily="34" charset="0"/>
                  <a:cs typeface="Arial" pitchFamily="34" charset="0"/>
                </a:endParaRPr>
              </a:p>
              <a:p>
                <a:pPr lvl="0" algn="just">
                  <a:lnSpc>
                    <a:spcPct val="200000"/>
                  </a:lnSpc>
                </a:pPr>
                <a:r>
                  <a:rPr lang="en-IN" sz="2000" dirty="0">
                    <a:solidFill>
                      <a:schemeClr val="bg1"/>
                    </a:solidFill>
                    <a:latin typeface="Arial" panose="020B0604020202020204" pitchFamily="34" charset="0"/>
                    <a:cs typeface="Arial" panose="020B0604020202020204" pitchFamily="34" charset="0"/>
                  </a:rPr>
                  <a:t>We previously defined </a:t>
                </a:r>
                <a:r>
                  <a:rPr lang="en-IN" sz="2000" dirty="0" err="1">
                    <a:solidFill>
                      <a:srgbClr val="0000FF"/>
                    </a:solidFill>
                    <a:latin typeface="Arial" panose="020B0604020202020204" pitchFamily="34" charset="0"/>
                    <a:cs typeface="Arial" panose="020B0604020202020204" pitchFamily="34" charset="0"/>
                  </a:rPr>
                  <a:t>SS</a:t>
                </a:r>
                <a:r>
                  <a:rPr lang="en-IN" sz="2000" baseline="-25000" dirty="0" err="1">
                    <a:solidFill>
                      <a:srgbClr val="0000FF"/>
                    </a:solidFill>
                    <a:latin typeface="Arial" panose="020B0604020202020204" pitchFamily="34" charset="0"/>
                    <a:cs typeface="Arial" panose="020B0604020202020204" pitchFamily="34" charset="0"/>
                  </a:rPr>
                  <a:t>Residual</a:t>
                </a:r>
                <a:r>
                  <a:rPr lang="en-IN" sz="2000" dirty="0">
                    <a:solidFill>
                      <a:schemeClr val="bg1"/>
                    </a:solidFill>
                    <a:latin typeface="Arial" panose="020B0604020202020204" pitchFamily="34" charset="0"/>
                    <a:cs typeface="Arial" panose="020B0604020202020204" pitchFamily="34" charset="0"/>
                  </a:rPr>
                  <a:t> as follows</a:t>
                </a:r>
              </a:p>
              <a:p>
                <a:pPr lvl="0" algn="ctr">
                  <a:lnSpc>
                    <a:spcPct val="200000"/>
                  </a:lnSpc>
                </a:pPr>
                <a:r>
                  <a:rPr lang="en-IN" sz="2000" dirty="0" err="1">
                    <a:solidFill>
                      <a:srgbClr val="0000FF"/>
                    </a:solidFill>
                    <a:latin typeface="Arial" panose="020B0604020202020204" pitchFamily="34" charset="0"/>
                    <a:ea typeface="Cambria Math" panose="02040503050406030204" pitchFamily="18" charset="0"/>
                    <a:cs typeface="Arial" panose="020B0604020202020204" pitchFamily="34" charset="0"/>
                  </a:rPr>
                  <a:t>SS</a:t>
                </a:r>
                <a:r>
                  <a:rPr lang="en-IN" sz="2000" baseline="-25000" dirty="0" err="1">
                    <a:solidFill>
                      <a:srgbClr val="0000FF"/>
                    </a:solidFill>
                    <a:latin typeface="Arial" panose="020B0604020202020204" pitchFamily="34" charset="0"/>
                    <a:ea typeface="Cambria Math" panose="02040503050406030204" pitchFamily="18" charset="0"/>
                    <a:cs typeface="Arial" panose="020B0604020202020204" pitchFamily="34" charset="0"/>
                  </a:rPr>
                  <a:t>Residual</a:t>
                </a:r>
                <a:r>
                  <a:rPr lang="en-IN" sz="2000" baseline="-25000" dirty="0">
                    <a:solidFill>
                      <a:srgbClr val="0000FF"/>
                    </a:solidFill>
                    <a:latin typeface="Arial" panose="020B0604020202020204" pitchFamily="34" charset="0"/>
                    <a:ea typeface="Cambria Math" panose="02040503050406030204" pitchFamily="18" charset="0"/>
                    <a:cs typeface="Arial" panose="020B0604020202020204" pitchFamily="34" charset="0"/>
                  </a:rPr>
                  <a:t> </a:t>
                </a:r>
                <a:r>
                  <a:rPr lang="en-US" sz="2000" b="1" dirty="0">
                    <a:solidFill>
                      <a:srgbClr val="0000FF"/>
                    </a:solidFill>
                    <a:latin typeface="Arial" panose="020B0604020202020204" pitchFamily="34" charset="0"/>
                    <a:ea typeface="Cambria Math" panose="02040503050406030204" pitchFamily="18" charset="0"/>
                    <a:cs typeface="Arial" panose="020B0604020202020204" pitchFamily="34" charset="0"/>
                  </a:rPr>
                  <a:t>= (Y</a:t>
                </a:r>
                <a14:m>
                  <m:oMath xmlns:m="http://schemas.openxmlformats.org/officeDocument/2006/math">
                    <m:r>
                      <a:rPr lang="en-US" sz="2000" b="1">
                        <a:solidFill>
                          <a:srgbClr val="0000FF"/>
                        </a:solidFill>
                        <a:latin typeface="Cambria Math" panose="02040503050406030204" pitchFamily="18" charset="0"/>
                        <a:ea typeface="Cambria Math" panose="02040503050406030204" pitchFamily="18" charset="0"/>
                      </a:rPr>
                      <m:t>′</m:t>
                    </m:r>
                  </m:oMath>
                </a14:m>
                <a:r>
                  <a:rPr lang="en-IN" sz="2000" b="1" dirty="0">
                    <a:solidFill>
                      <a:srgbClr val="0000FF"/>
                    </a:solidFill>
                    <a:latin typeface="Arial" panose="020B0604020202020204" pitchFamily="34" charset="0"/>
                    <a:ea typeface="Cambria Math" panose="02040503050406030204" pitchFamily="18" charset="0"/>
                    <a:cs typeface="Arial" panose="020B0604020202020204" pitchFamily="34" charset="0"/>
                  </a:rPr>
                  <a:t>Y-</a:t>
                </a:r>
                <a14:m>
                  <m:oMath xmlns:m="http://schemas.openxmlformats.org/officeDocument/2006/math">
                    <m:acc>
                      <m:accPr>
                        <m:chr m:val="̂"/>
                        <m:ctrlPr>
                          <a:rPr lang="en-US" sz="2000" b="1" i="1">
                            <a:solidFill>
                              <a:srgbClr val="0000FF"/>
                            </a:solidFill>
                            <a:latin typeface="Cambria Math" panose="02040503050406030204" pitchFamily="18" charset="0"/>
                            <a:ea typeface="Cambria Math" panose="02040503050406030204" pitchFamily="18" charset="0"/>
                          </a:rPr>
                        </m:ctrlPr>
                      </m:accPr>
                      <m:e>
                        <m:r>
                          <a:rPr lang="en-US" sz="2000" b="1">
                            <a:solidFill>
                              <a:srgbClr val="0000FF"/>
                            </a:solidFill>
                            <a:latin typeface="Cambria Math" panose="02040503050406030204" pitchFamily="18" charset="0"/>
                            <a:ea typeface="Cambria Math" panose="02040503050406030204" pitchFamily="18" charset="0"/>
                          </a:rPr>
                          <m:t>𝛃</m:t>
                        </m:r>
                      </m:e>
                    </m:acc>
                    <m:r>
                      <a:rPr lang="en-US" sz="2000" b="1">
                        <a:solidFill>
                          <a:srgbClr val="0000FF"/>
                        </a:solidFill>
                        <a:latin typeface="Cambria Math" panose="02040503050406030204" pitchFamily="18" charset="0"/>
                        <a:ea typeface="Cambria Math" panose="02040503050406030204" pitchFamily="18" charset="0"/>
                      </a:rPr>
                      <m:t>′</m:t>
                    </m:r>
                  </m:oMath>
                </a14:m>
                <a:r>
                  <a:rPr lang="en-IN" sz="2000" b="1" dirty="0">
                    <a:solidFill>
                      <a:srgbClr val="0000FF"/>
                    </a:solidFill>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lang="en-US" sz="2000" b="1">
                        <a:solidFill>
                          <a:srgbClr val="0000FF"/>
                        </a:solidFill>
                        <a:latin typeface="Cambria Math" panose="02040503050406030204" pitchFamily="18" charset="0"/>
                        <a:ea typeface="Cambria Math" panose="02040503050406030204" pitchFamily="18" charset="0"/>
                      </a:rPr>
                      <m:t>′</m:t>
                    </m:r>
                  </m:oMath>
                </a14:m>
                <a:r>
                  <a:rPr lang="en-IN" sz="2000" b="1" dirty="0">
                    <a:solidFill>
                      <a:srgbClr val="0000FF"/>
                    </a:solidFill>
                    <a:latin typeface="Arial" panose="020B0604020202020204" pitchFamily="34" charset="0"/>
                    <a:ea typeface="Cambria Math" panose="02040503050406030204" pitchFamily="18" charset="0"/>
                    <a:cs typeface="Arial" panose="020B0604020202020204" pitchFamily="34" charset="0"/>
                  </a:rPr>
                  <a:t>Y)</a:t>
                </a:r>
              </a:p>
              <a:p>
                <a:pPr lvl="0" algn="ctr">
                  <a:lnSpc>
                    <a:spcPct val="200000"/>
                  </a:lnSpc>
                </a:pPr>
                <a:r>
                  <a:rPr lang="en-US" sz="2000" dirty="0" err="1">
                    <a:solidFill>
                      <a:srgbClr val="0000FF"/>
                    </a:solidFill>
                    <a:latin typeface="Arial" pitchFamily="34" charset="0"/>
                    <a:cs typeface="Arial" pitchFamily="34" charset="0"/>
                  </a:rPr>
                  <a:t>SS</a:t>
                </a:r>
                <a:r>
                  <a:rPr lang="en-US" sz="2000" baseline="-25000" dirty="0" err="1">
                    <a:solidFill>
                      <a:srgbClr val="0000FF"/>
                    </a:solidFill>
                    <a:latin typeface="Arial" pitchFamily="34" charset="0"/>
                    <a:cs typeface="Arial" pitchFamily="34" charset="0"/>
                  </a:rPr>
                  <a:t>Residual</a:t>
                </a:r>
                <a:r>
                  <a:rPr lang="en-US" sz="2000" baseline="-25000" dirty="0">
                    <a:solidFill>
                      <a:prstClr val="black">
                        <a:lumMod val="95000"/>
                        <a:lumOff val="5000"/>
                      </a:prstClr>
                    </a:solidFill>
                    <a:latin typeface="Arial" pitchFamily="34" charset="0"/>
                    <a:cs typeface="Arial" pitchFamily="34" charset="0"/>
                  </a:rPr>
                  <a:t> </a:t>
                </a:r>
                <a:r>
                  <a:rPr lang="en-US" sz="2000" dirty="0">
                    <a:solidFill>
                      <a:prstClr val="black">
                        <a:lumMod val="95000"/>
                        <a:lumOff val="5000"/>
                      </a:prstClr>
                    </a:solidFill>
                    <a:latin typeface="Arial" pitchFamily="34" charset="0"/>
                    <a:cs typeface="Arial" pitchFamily="34" charset="0"/>
                  </a:rPr>
                  <a:t>= </a:t>
                </a:r>
                <a:r>
                  <a:rPr lang="en-US" sz="2000" b="1" dirty="0">
                    <a:solidFill>
                      <a:srgbClr val="0000FF"/>
                    </a:solidFill>
                    <a:latin typeface="Arial" panose="020B0604020202020204" pitchFamily="34" charset="0"/>
                    <a:ea typeface="Cambria Math" panose="02040503050406030204" pitchFamily="18" charset="0"/>
                    <a:cs typeface="Arial" panose="020B0604020202020204" pitchFamily="34" charset="0"/>
                  </a:rPr>
                  <a:t>Y</a:t>
                </a:r>
                <a14:m>
                  <m:oMath xmlns:m="http://schemas.openxmlformats.org/officeDocument/2006/math">
                    <m:r>
                      <a:rPr lang="en-US" sz="2000" b="1">
                        <a:solidFill>
                          <a:srgbClr val="0000FF"/>
                        </a:solidFill>
                        <a:latin typeface="Cambria Math" panose="02040503050406030204" pitchFamily="18" charset="0"/>
                        <a:ea typeface="Cambria Math" panose="02040503050406030204" pitchFamily="18" charset="0"/>
                      </a:rPr>
                      <m:t>′</m:t>
                    </m:r>
                  </m:oMath>
                </a14:m>
                <a:r>
                  <a:rPr lang="en-IN" sz="2000" b="1" dirty="0">
                    <a:solidFill>
                      <a:srgbClr val="0000FF"/>
                    </a:solidFill>
                    <a:latin typeface="Arial" panose="020B0604020202020204" pitchFamily="34" charset="0"/>
                    <a:ea typeface="Cambria Math" panose="02040503050406030204" pitchFamily="18" charset="0"/>
                    <a:cs typeface="Arial" panose="020B0604020202020204" pitchFamily="34" charset="0"/>
                  </a:rPr>
                  <a:t>Y</a:t>
                </a:r>
                <a:r>
                  <a:rPr lang="en-US" sz="2000" dirty="0">
                    <a:solidFill>
                      <a:prstClr val="black">
                        <a:lumMod val="95000"/>
                        <a:lumOff val="5000"/>
                      </a:prstClr>
                    </a:solidFill>
                    <a:latin typeface="Arial" pitchFamily="34" charset="0"/>
                    <a:cs typeface="Arial" pitchFamily="34" charset="0"/>
                  </a:rPr>
                  <a:t> -  </a:t>
                </a:r>
                <a:r>
                  <a:rPr lang="en-US" sz="2000" dirty="0" err="1">
                    <a:solidFill>
                      <a:srgbClr val="00B0F0"/>
                    </a:solidFill>
                    <a:latin typeface="Arial" pitchFamily="34" charset="0"/>
                    <a:cs typeface="Arial" pitchFamily="34" charset="0"/>
                  </a:rPr>
                  <a:t>SS</a:t>
                </a:r>
                <a:r>
                  <a:rPr lang="en-US" sz="2000" baseline="-25000" dirty="0" err="1">
                    <a:solidFill>
                      <a:srgbClr val="00B0F0"/>
                    </a:solidFill>
                    <a:latin typeface="Arial" pitchFamily="34" charset="0"/>
                    <a:cs typeface="Arial" pitchFamily="34" charset="0"/>
                  </a:rPr>
                  <a:t>Regression</a:t>
                </a:r>
                <a:r>
                  <a:rPr lang="en-US" sz="2000" dirty="0">
                    <a:solidFill>
                      <a:prstClr val="black">
                        <a:lumMod val="95000"/>
                        <a:lumOff val="5000"/>
                      </a:prstClr>
                    </a:solidFill>
                    <a:latin typeface="Arial" pitchFamily="34" charset="0"/>
                    <a:cs typeface="Arial" pitchFamily="34" charset="0"/>
                  </a:rPr>
                  <a:t> </a:t>
                </a:r>
              </a:p>
              <a:p>
                <a:pPr algn="just">
                  <a:lnSpc>
                    <a:spcPct val="200000"/>
                  </a:lnSpc>
                </a:pPr>
                <a:r>
                  <a:rPr kumimoji="0" lang="en-US" sz="2000" b="0" i="0" u="none" strike="noStrike" kern="1200" cap="none" spc="0" normalizeH="0" noProof="0" dirty="0">
                    <a:ln>
                      <a:noFill/>
                    </a:ln>
                    <a:solidFill>
                      <a:schemeClr val="bg1"/>
                    </a:solidFill>
                    <a:effectLst/>
                    <a:uLnTx/>
                    <a:uFillTx/>
                    <a:latin typeface="Arial" pitchFamily="34" charset="0"/>
                    <a:cs typeface="Arial" pitchFamily="34" charset="0"/>
                  </a:rPr>
                  <a:t>Subtracting </a:t>
                </a:r>
                <a14:m>
                  <m:oMath xmlns:m="http://schemas.openxmlformats.org/officeDocument/2006/math">
                    <m:r>
                      <m:rPr>
                        <m:sty m:val="p"/>
                      </m:rPr>
                      <a:rPr lang="en-IN" sz="2000">
                        <a:solidFill>
                          <a:srgbClr val="C00000"/>
                        </a:solidFill>
                        <a:latin typeface="Cambria Math" panose="02040503050406030204" pitchFamily="18" charset="0"/>
                      </a:rPr>
                      <m:t>n</m:t>
                    </m:r>
                    <m:sSup>
                      <m:sSupPr>
                        <m:ctrlPr>
                          <a:rPr lang="en-IN" sz="2000" b="1" i="1">
                            <a:solidFill>
                              <a:srgbClr val="C00000"/>
                            </a:solidFill>
                            <a:latin typeface="Cambria Math" panose="02040503050406030204" pitchFamily="18" charset="0"/>
                          </a:rPr>
                        </m:ctrlPr>
                      </m:sSupPr>
                      <m:e>
                        <m:acc>
                          <m:accPr>
                            <m:chr m:val="̅"/>
                            <m:ctrlPr>
                              <a:rPr lang="en-IN" sz="2000" i="1">
                                <a:solidFill>
                                  <a:srgbClr val="C00000"/>
                                </a:solidFill>
                                <a:latin typeface="Cambria Math" panose="02040503050406030204" pitchFamily="18" charset="0"/>
                              </a:rPr>
                            </m:ctrlPr>
                          </m:accPr>
                          <m:e>
                            <m:r>
                              <m:rPr>
                                <m:sty m:val="p"/>
                              </m:rPr>
                              <a:rPr lang="en-IN" sz="2000" b="0" i="1">
                                <a:solidFill>
                                  <a:srgbClr val="C00000"/>
                                </a:solidFill>
                                <a:latin typeface="Cambria Math" panose="02040503050406030204" pitchFamily="18" charset="0"/>
                              </a:rPr>
                              <m:t>Y</m:t>
                            </m:r>
                          </m:e>
                        </m:acc>
                      </m:e>
                      <m:sup>
                        <m:r>
                          <a:rPr lang="en-IN" sz="2000" b="1">
                            <a:solidFill>
                              <a:srgbClr val="C00000"/>
                            </a:solidFill>
                            <a:latin typeface="Cambria Math" panose="02040503050406030204" pitchFamily="18" charset="0"/>
                          </a:rPr>
                          <m:t>𝟐</m:t>
                        </m:r>
                      </m:sup>
                    </m:sSup>
                  </m:oMath>
                </a14:m>
                <a:r>
                  <a:rPr lang="en-IN" sz="2000" dirty="0">
                    <a:solidFill>
                      <a:srgbClr val="C00000"/>
                    </a:solidFill>
                    <a:latin typeface="Arial" panose="020B0604020202020204" pitchFamily="34" charset="0"/>
                    <a:cs typeface="Arial" panose="020B0604020202020204" pitchFamily="34" charset="0"/>
                  </a:rPr>
                  <a:t> </a:t>
                </a:r>
                <a:r>
                  <a:rPr lang="en-IN" sz="2000" dirty="0">
                    <a:solidFill>
                      <a:schemeClr val="bg1"/>
                    </a:solidFill>
                    <a:latin typeface="Arial" panose="020B0604020202020204" pitchFamily="34" charset="0"/>
                    <a:cs typeface="Arial" panose="020B0604020202020204" pitchFamily="34" charset="0"/>
                  </a:rPr>
                  <a:t>from both terms on RHS we get</a:t>
                </a:r>
              </a:p>
              <a:p>
                <a:pPr lvl="0" algn="ctr">
                  <a:lnSpc>
                    <a:spcPct val="200000"/>
                  </a:lnSpc>
                </a:pPr>
                <a:r>
                  <a:rPr lang="en-US" sz="2000" dirty="0">
                    <a:solidFill>
                      <a:srgbClr val="0000FF"/>
                    </a:solidFill>
                    <a:latin typeface="Arial" pitchFamily="34" charset="0"/>
                    <a:cs typeface="Arial" pitchFamily="34" charset="0"/>
                  </a:rPr>
                  <a:t>SS</a:t>
                </a:r>
                <a:r>
                  <a:rPr lang="en-US" sz="2000" baseline="-25000" dirty="0" err="1">
                    <a:solidFill>
                      <a:srgbClr val="0000FF"/>
                    </a:solidFill>
                    <a:latin typeface="Arial" pitchFamily="34" charset="0"/>
                    <a:cs typeface="Arial" pitchFamily="34" charset="0"/>
                  </a:rPr>
                  <a:t>Residual</a:t>
                </a:r>
                <a:r>
                  <a:rPr lang="en-US" sz="2000" baseline="-25000" dirty="0">
                    <a:solidFill>
                      <a:prstClr val="black">
                        <a:lumMod val="95000"/>
                        <a:lumOff val="5000"/>
                      </a:prstClr>
                    </a:solidFill>
                    <a:latin typeface="Arial" pitchFamily="34" charset="0"/>
                    <a:cs typeface="Arial" pitchFamily="34" charset="0"/>
                  </a:rPr>
                  <a:t> </a:t>
                </a:r>
                <a:r>
                  <a:rPr lang="en-US" sz="2000" dirty="0">
                    <a:solidFill>
                      <a:prstClr val="black">
                        <a:lumMod val="95000"/>
                        <a:lumOff val="5000"/>
                      </a:prstClr>
                    </a:solidFill>
                    <a:latin typeface="Arial" pitchFamily="34" charset="0"/>
                    <a:cs typeface="Arial" pitchFamily="34" charset="0"/>
                  </a:rPr>
                  <a:t>= </a:t>
                </a:r>
                <a:r>
                  <a:rPr lang="en-US" sz="2000" dirty="0">
                    <a:solidFill>
                      <a:srgbClr val="C00000"/>
                    </a:solidFill>
                    <a:latin typeface="Arial" pitchFamily="34" charset="0"/>
                    <a:cs typeface="Arial" pitchFamily="34" charset="0"/>
                  </a:rPr>
                  <a:t>(</a:t>
                </a:r>
                <a:r>
                  <a:rPr lang="en-US" sz="2000" b="1" dirty="0">
                    <a:solidFill>
                      <a:srgbClr val="C00000"/>
                    </a:solidFill>
                    <a:latin typeface="Arial" panose="020B0604020202020204" pitchFamily="34" charset="0"/>
                    <a:ea typeface="Cambria Math" panose="02040503050406030204" pitchFamily="18" charset="0"/>
                    <a:cs typeface="Arial" panose="020B0604020202020204" pitchFamily="34" charset="0"/>
                  </a:rPr>
                  <a:t>Y</a:t>
                </a:r>
                <a14:m>
                  <m:oMath xmlns:m="http://schemas.openxmlformats.org/officeDocument/2006/math">
                    <m:r>
                      <a:rPr lang="en-US" sz="2000" b="1" i="0">
                        <a:solidFill>
                          <a:srgbClr val="C00000"/>
                        </a:solidFill>
                        <a:latin typeface="Cambria Math" panose="02040503050406030204" pitchFamily="18" charset="0"/>
                        <a:ea typeface="Cambria Math" panose="02040503050406030204" pitchFamily="18" charset="0"/>
                      </a:rPr>
                      <m:t>′</m:t>
                    </m:r>
                  </m:oMath>
                </a14:m>
                <a:r>
                  <a:rPr lang="en-IN" sz="2000" b="1" dirty="0">
                    <a:solidFill>
                      <a:srgbClr val="C00000"/>
                    </a:solidFill>
                    <a:latin typeface="Arial" panose="020B0604020202020204" pitchFamily="34" charset="0"/>
                    <a:ea typeface="Cambria Math" panose="02040503050406030204" pitchFamily="18" charset="0"/>
                    <a:cs typeface="Arial" panose="020B0604020202020204" pitchFamily="34" charset="0"/>
                  </a:rPr>
                  <a:t>Y</a:t>
                </a:r>
                <a:r>
                  <a:rPr lang="en-US" sz="2000" dirty="0">
                    <a:solidFill>
                      <a:srgbClr val="C00000"/>
                    </a:solidFill>
                    <a:latin typeface="Arial" pitchFamily="34" charset="0"/>
                    <a:cs typeface="Arial" pitchFamily="34" charset="0"/>
                  </a:rPr>
                  <a:t> - </a:t>
                </a:r>
                <a14:m>
                  <m:oMath xmlns:m="http://schemas.openxmlformats.org/officeDocument/2006/math">
                    <m:r>
                      <m:rPr>
                        <m:sty m:val="p"/>
                      </m:rPr>
                      <a:rPr lang="en-IN" sz="2000" b="0" i="0">
                        <a:solidFill>
                          <a:srgbClr val="C00000"/>
                        </a:solidFill>
                        <a:latin typeface="Cambria Math" panose="02040503050406030204" pitchFamily="18" charset="0"/>
                      </a:rPr>
                      <m:t>n</m:t>
                    </m:r>
                    <m:sSup>
                      <m:sSupPr>
                        <m:ctrlPr>
                          <a:rPr lang="en-IN" sz="2000" i="1">
                            <a:solidFill>
                              <a:srgbClr val="C00000"/>
                            </a:solidFill>
                            <a:latin typeface="Cambria Math" panose="02040503050406030204" pitchFamily="18" charset="0"/>
                          </a:rPr>
                        </m:ctrlPr>
                      </m:sSupPr>
                      <m:e>
                        <m:acc>
                          <m:accPr>
                            <m:chr m:val="̅"/>
                            <m:ctrlPr>
                              <a:rPr lang="en-IN" sz="2000" i="1">
                                <a:solidFill>
                                  <a:srgbClr val="C00000"/>
                                </a:solidFill>
                                <a:latin typeface="Cambria Math" panose="02040503050406030204" pitchFamily="18" charset="0"/>
                              </a:rPr>
                            </m:ctrlPr>
                          </m:accPr>
                          <m:e>
                            <m:r>
                              <m:rPr>
                                <m:sty m:val="p"/>
                              </m:rPr>
                              <a:rPr lang="en-IN" sz="2000" b="0" i="0">
                                <a:solidFill>
                                  <a:srgbClr val="C00000"/>
                                </a:solidFill>
                                <a:latin typeface="Cambria Math" panose="02040503050406030204" pitchFamily="18" charset="0"/>
                              </a:rPr>
                              <m:t>Y</m:t>
                            </m:r>
                          </m:e>
                        </m:acc>
                      </m:e>
                      <m:sup>
                        <m:r>
                          <a:rPr lang="en-IN" sz="2000" b="0" i="0">
                            <a:solidFill>
                              <a:srgbClr val="C00000"/>
                            </a:solidFill>
                            <a:latin typeface="Cambria Math" panose="02040503050406030204" pitchFamily="18" charset="0"/>
                          </a:rPr>
                          <m:t>2</m:t>
                        </m:r>
                      </m:sup>
                    </m:sSup>
                  </m:oMath>
                </a14:m>
                <a:r>
                  <a:rPr lang="en-US" sz="2000" dirty="0">
                    <a:solidFill>
                      <a:srgbClr val="C00000"/>
                    </a:solidFill>
                    <a:latin typeface="Arial" pitchFamily="34" charset="0"/>
                    <a:cs typeface="Arial" pitchFamily="34" charset="0"/>
                  </a:rPr>
                  <a:t>)</a:t>
                </a:r>
                <a:r>
                  <a:rPr lang="en-US" sz="2000" dirty="0">
                    <a:solidFill>
                      <a:prstClr val="black">
                        <a:lumMod val="95000"/>
                        <a:lumOff val="5000"/>
                      </a:prstClr>
                    </a:solidFill>
                    <a:latin typeface="Arial" pitchFamily="34" charset="0"/>
                    <a:cs typeface="Arial" pitchFamily="34" charset="0"/>
                  </a:rPr>
                  <a:t> - </a:t>
                </a:r>
                <a:r>
                  <a:rPr lang="en-US" sz="2000" dirty="0">
                    <a:solidFill>
                      <a:srgbClr val="00B0F0"/>
                    </a:solidFill>
                    <a:latin typeface="Arial" pitchFamily="34" charset="0"/>
                    <a:cs typeface="Arial" pitchFamily="34" charset="0"/>
                  </a:rPr>
                  <a:t>(</a:t>
                </a:r>
                <a14:m>
                  <m:oMath xmlns:m="http://schemas.openxmlformats.org/officeDocument/2006/math">
                    <m:acc>
                      <m:accPr>
                        <m:chr m:val="̂"/>
                        <m:ctrlPr>
                          <a:rPr lang="en-US" sz="2000" b="1" i="1">
                            <a:solidFill>
                              <a:srgbClr val="00B0F0"/>
                            </a:solidFill>
                            <a:latin typeface="Cambria Math" panose="02040503050406030204" pitchFamily="18" charset="0"/>
                            <a:ea typeface="Cambria Math" panose="02040503050406030204" pitchFamily="18" charset="0"/>
                          </a:rPr>
                        </m:ctrlPr>
                      </m:accPr>
                      <m:e>
                        <m:r>
                          <a:rPr lang="en-US" sz="2000" b="1" i="0">
                            <a:solidFill>
                              <a:srgbClr val="00B0F0"/>
                            </a:solidFill>
                            <a:latin typeface="Cambria Math" panose="02040503050406030204" pitchFamily="18" charset="0"/>
                            <a:ea typeface="Cambria Math" panose="02040503050406030204" pitchFamily="18" charset="0"/>
                          </a:rPr>
                          <m:t>𝛃</m:t>
                        </m:r>
                      </m:e>
                    </m:acc>
                    <m:r>
                      <a:rPr lang="en-US" sz="2000" b="1" i="0">
                        <a:solidFill>
                          <a:srgbClr val="00B0F0"/>
                        </a:solidFill>
                        <a:latin typeface="Cambria Math" panose="02040503050406030204" pitchFamily="18" charset="0"/>
                        <a:ea typeface="Cambria Math" panose="02040503050406030204" pitchFamily="18" charset="0"/>
                      </a:rPr>
                      <m:t>′</m:t>
                    </m:r>
                  </m:oMath>
                </a14:m>
                <a:r>
                  <a:rPr lang="en-IN" sz="2000" b="1" dirty="0">
                    <a:solidFill>
                      <a:srgbClr val="00B0F0"/>
                    </a:solidFill>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lang="en-US" sz="2000" b="1" i="0">
                        <a:solidFill>
                          <a:srgbClr val="00B0F0"/>
                        </a:solidFill>
                        <a:latin typeface="Cambria Math" panose="02040503050406030204" pitchFamily="18" charset="0"/>
                        <a:ea typeface="Cambria Math" panose="02040503050406030204" pitchFamily="18" charset="0"/>
                      </a:rPr>
                      <m:t>′</m:t>
                    </m:r>
                  </m:oMath>
                </a14:m>
                <a:r>
                  <a:rPr lang="en-IN" sz="2000" b="1" dirty="0">
                    <a:solidFill>
                      <a:srgbClr val="00B0F0"/>
                    </a:solidFill>
                    <a:latin typeface="Arial" panose="020B0604020202020204" pitchFamily="34" charset="0"/>
                    <a:ea typeface="Cambria Math" panose="02040503050406030204" pitchFamily="18" charset="0"/>
                    <a:cs typeface="Arial" panose="020B0604020202020204" pitchFamily="34" charset="0"/>
                  </a:rPr>
                  <a:t>Y -</a:t>
                </a:r>
                <a14:m>
                  <m:oMath xmlns:m="http://schemas.openxmlformats.org/officeDocument/2006/math">
                    <m:r>
                      <m:rPr>
                        <m:sty m:val="p"/>
                      </m:rPr>
                      <a:rPr lang="en-IN" sz="2000" i="0">
                        <a:solidFill>
                          <a:srgbClr val="00B0F0"/>
                        </a:solidFill>
                        <a:latin typeface="Cambria Math" panose="02040503050406030204" pitchFamily="18" charset="0"/>
                      </a:rPr>
                      <m:t>n</m:t>
                    </m:r>
                    <m:sSup>
                      <m:sSupPr>
                        <m:ctrlPr>
                          <a:rPr lang="en-IN" sz="2000" i="1">
                            <a:solidFill>
                              <a:srgbClr val="00B0F0"/>
                            </a:solidFill>
                            <a:latin typeface="Cambria Math" panose="02040503050406030204" pitchFamily="18" charset="0"/>
                          </a:rPr>
                        </m:ctrlPr>
                      </m:sSupPr>
                      <m:e>
                        <m:acc>
                          <m:accPr>
                            <m:chr m:val="̅"/>
                            <m:ctrlPr>
                              <a:rPr lang="en-IN" sz="2000" i="1">
                                <a:solidFill>
                                  <a:srgbClr val="00B0F0"/>
                                </a:solidFill>
                                <a:latin typeface="Cambria Math" panose="02040503050406030204" pitchFamily="18" charset="0"/>
                              </a:rPr>
                            </m:ctrlPr>
                          </m:accPr>
                          <m:e>
                            <m:r>
                              <m:rPr>
                                <m:sty m:val="p"/>
                              </m:rPr>
                              <a:rPr lang="en-IN" sz="2000" b="0" i="0">
                                <a:solidFill>
                                  <a:srgbClr val="00B0F0"/>
                                </a:solidFill>
                                <a:latin typeface="Cambria Math" panose="02040503050406030204" pitchFamily="18" charset="0"/>
                              </a:rPr>
                              <m:t>Y</m:t>
                            </m:r>
                          </m:e>
                        </m:acc>
                      </m:e>
                      <m:sup>
                        <m:r>
                          <a:rPr lang="en-IN" sz="2000" b="0" i="0">
                            <a:solidFill>
                              <a:srgbClr val="00B0F0"/>
                            </a:solidFill>
                            <a:latin typeface="Cambria Math" panose="02040503050406030204" pitchFamily="18" charset="0"/>
                          </a:rPr>
                          <m:t>2</m:t>
                        </m:r>
                      </m:sup>
                    </m:sSup>
                  </m:oMath>
                </a14:m>
                <a:r>
                  <a:rPr lang="en-IN" sz="2000" b="1" dirty="0">
                    <a:solidFill>
                      <a:srgbClr val="00B0F0"/>
                    </a:solidFill>
                    <a:latin typeface="Arial" panose="020B0604020202020204" pitchFamily="34" charset="0"/>
                    <a:ea typeface="Cambria Math" panose="02040503050406030204" pitchFamily="18" charset="0"/>
                    <a:cs typeface="Arial" panose="020B0604020202020204" pitchFamily="34" charset="0"/>
                  </a:rPr>
                  <a:t>) </a:t>
                </a:r>
                <a:r>
                  <a:rPr lang="en-US" sz="2000" dirty="0">
                    <a:solidFill>
                      <a:srgbClr val="00B0F0"/>
                    </a:solidFill>
                    <a:latin typeface="Arial" pitchFamily="34" charset="0"/>
                    <a:cs typeface="Arial" pitchFamily="34" charset="0"/>
                  </a:rPr>
                  <a:t> </a:t>
                </a:r>
                <a:endParaRPr kumimoji="0" lang="en-US" sz="2000" b="0" u="none" strike="noStrike" kern="1200" cap="none" spc="0" normalizeH="0" noProof="0" dirty="0">
                  <a:ln>
                    <a:noFill/>
                  </a:ln>
                  <a:solidFill>
                    <a:schemeClr val="bg1"/>
                  </a:solidFill>
                  <a:effectLst/>
                  <a:uLnTx/>
                  <a:uFillTx/>
                  <a:latin typeface="Arial" pitchFamily="34" charset="0"/>
                  <a:cs typeface="Arial" pitchFamily="34"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17453" y="618336"/>
                <a:ext cx="8493890" cy="3866571"/>
              </a:xfrm>
              <a:prstGeom prst="rect">
                <a:avLst/>
              </a:prstGeom>
              <a:blipFill>
                <a:blip r:embed="rId2"/>
                <a:stretch>
                  <a:fillRect l="-790"/>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A118261-7C43-8A58-5160-8C433BAF5550}"/>
                  </a:ext>
                </a:extLst>
              </p14:cNvPr>
              <p14:cNvContentPartPr/>
              <p14:nvPr/>
            </p14:nvContentPartPr>
            <p14:xfrm>
              <a:off x="3821400" y="2676600"/>
              <a:ext cx="4781880" cy="2146320"/>
            </p14:xfrm>
          </p:contentPart>
        </mc:Choice>
        <mc:Fallback>
          <p:pic>
            <p:nvPicPr>
              <p:cNvPr id="2" name="Ink 1">
                <a:extLst>
                  <a:ext uri="{FF2B5EF4-FFF2-40B4-BE49-F238E27FC236}">
                    <a16:creationId xmlns:a16="http://schemas.microsoft.com/office/drawing/2014/main" id="{6A118261-7C43-8A58-5160-8C433BAF5550}"/>
                  </a:ext>
                </a:extLst>
              </p:cNvPr>
              <p:cNvPicPr/>
              <p:nvPr/>
            </p:nvPicPr>
            <p:blipFill>
              <a:blip r:embed="rId4"/>
              <a:stretch>
                <a:fillRect/>
              </a:stretch>
            </p:blipFill>
            <p:spPr>
              <a:xfrm>
                <a:off x="3812040" y="2667240"/>
                <a:ext cx="4800600" cy="2165040"/>
              </a:xfrm>
              <a:prstGeom prst="rect">
                <a:avLst/>
              </a:prstGeom>
            </p:spPr>
          </p:pic>
        </mc:Fallback>
      </mc:AlternateContent>
    </p:spTree>
    <p:extLst>
      <p:ext uri="{BB962C8B-B14F-4D97-AF65-F5344CB8AC3E}">
        <p14:creationId xmlns:p14="http://schemas.microsoft.com/office/powerpoint/2010/main" val="2793018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2699792" y="1224626"/>
                <a:ext cx="4896545" cy="481799"/>
              </a:xfrm>
              <a:prstGeom prst="rect">
                <a:avLst/>
              </a:prstGeom>
              <a:noFill/>
            </p:spPr>
            <p:txBody>
              <a:bodyPr wrap="square" rtlCol="0">
                <a:spAutoFit/>
              </a:bodyPr>
              <a:lstStyle/>
              <a:p>
                <a14:m>
                  <m:oMath xmlns:m="http://schemas.openxmlformats.org/officeDocument/2006/math">
                    <m:sSub>
                      <m:sSubPr>
                        <m:ctrlPr>
                          <a:rPr lang="en-IN" sz="2400" i="1" smtClean="0">
                            <a:solidFill>
                              <a:srgbClr val="0000FF"/>
                            </a:solidFill>
                            <a:latin typeface="Cambria Math" panose="02040503050406030204" pitchFamily="18" charset="0"/>
                            <a:ea typeface="Cambria Math" panose="02040503050406030204" pitchFamily="18" charset="0"/>
                          </a:rPr>
                        </m:ctrlPr>
                      </m:sSubPr>
                      <m:e>
                        <m:r>
                          <m:rPr>
                            <m:sty m:val="p"/>
                          </m:rPr>
                          <a:rPr lang="en-US" sz="2400" b="0" i="0">
                            <a:solidFill>
                              <a:srgbClr val="0000FF"/>
                            </a:solidFill>
                            <a:latin typeface="Cambria Math" panose="02040503050406030204" pitchFamily="18" charset="0"/>
                            <a:ea typeface="Cambria Math" panose="02040503050406030204" pitchFamily="18" charset="0"/>
                          </a:rPr>
                          <m:t>SS</m:t>
                        </m:r>
                      </m:e>
                      <m:sub>
                        <m:r>
                          <m:rPr>
                            <m:sty m:val="p"/>
                          </m:rPr>
                          <a:rPr lang="en-IN" sz="2400" b="0" i="0" smtClean="0">
                            <a:solidFill>
                              <a:srgbClr val="0000FF"/>
                            </a:solidFill>
                            <a:latin typeface="Cambria Math" panose="02040503050406030204" pitchFamily="18" charset="0"/>
                            <a:ea typeface="Cambria Math" panose="02040503050406030204" pitchFamily="18" charset="0"/>
                          </a:rPr>
                          <m:t>Residual</m:t>
                        </m:r>
                      </m:sub>
                    </m:sSub>
                  </m:oMath>
                </a14:m>
                <a:r>
                  <a:rPr lang="en-IN" sz="2400" dirty="0">
                    <a:solidFill>
                      <a:schemeClr val="bg1"/>
                    </a:solidFill>
                  </a:rPr>
                  <a:t> = </a:t>
                </a:r>
                <a:r>
                  <a:rPr lang="en-US" sz="2400" b="1" dirty="0">
                    <a:solidFill>
                      <a:schemeClr val="bg1"/>
                    </a:solidFill>
                    <a:latin typeface="Cambria Math" panose="02040503050406030204" pitchFamily="18" charset="0"/>
                    <a:ea typeface="Cambria Math" panose="02040503050406030204" pitchFamily="18" charset="0"/>
                  </a:rPr>
                  <a:t>(Y</a:t>
                </a:r>
                <a14:m>
                  <m:oMath xmlns:m="http://schemas.openxmlformats.org/officeDocument/2006/math">
                    <m:r>
                      <a:rPr lang="en-US" sz="2400" b="1" i="0">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Y-</a:t>
                </a:r>
                <a14:m>
                  <m:oMath xmlns:m="http://schemas.openxmlformats.org/officeDocument/2006/math">
                    <m:acc>
                      <m:accPr>
                        <m:chr m:val="̂"/>
                        <m:ctrlPr>
                          <a:rPr lang="en-US" sz="2400" b="1" i="1">
                            <a:solidFill>
                              <a:schemeClr val="bg1"/>
                            </a:solidFill>
                            <a:latin typeface="Cambria Math" panose="02040503050406030204" pitchFamily="18" charset="0"/>
                            <a:ea typeface="Cambria Math" panose="02040503050406030204" pitchFamily="18" charset="0"/>
                          </a:rPr>
                        </m:ctrlPr>
                      </m:accPr>
                      <m:e>
                        <m:r>
                          <a:rPr lang="en-US" sz="2400" b="1" i="0">
                            <a:solidFill>
                              <a:schemeClr val="bg1"/>
                            </a:solidFill>
                            <a:latin typeface="Cambria Math" panose="02040503050406030204" pitchFamily="18" charset="0"/>
                            <a:ea typeface="Cambria Math" panose="02040503050406030204" pitchFamily="18" charset="0"/>
                          </a:rPr>
                          <m:t>𝛃</m:t>
                        </m:r>
                      </m:e>
                    </m:acc>
                    <m:r>
                      <a:rPr lang="en-IN" sz="2400" b="1" i="0" smtClean="0">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X</a:t>
                </a:r>
                <a14:m>
                  <m:oMath xmlns:m="http://schemas.openxmlformats.org/officeDocument/2006/math">
                    <m:r>
                      <a:rPr lang="en-US" sz="2400" b="1" i="0">
                        <a:solidFill>
                          <a:schemeClr val="bg1"/>
                        </a:solidFill>
                        <a:latin typeface="Cambria Math" panose="02040503050406030204" pitchFamily="18" charset="0"/>
                        <a:ea typeface="Cambria Math" panose="02040503050406030204" pitchFamily="18" charset="0"/>
                      </a:rPr>
                      <m:t>′</m:t>
                    </m:r>
                  </m:oMath>
                </a14:m>
                <a:r>
                  <a:rPr lang="en-IN" sz="2400" b="1" dirty="0">
                    <a:solidFill>
                      <a:schemeClr val="bg1"/>
                    </a:solidFill>
                    <a:latin typeface="Cambria Math" panose="02040503050406030204" pitchFamily="18" charset="0"/>
                    <a:ea typeface="Cambria Math" panose="02040503050406030204" pitchFamily="18" charset="0"/>
                  </a:rPr>
                  <a:t>Y)</a:t>
                </a:r>
                <a:endParaRPr lang="en-IN" sz="2400" dirty="0">
                  <a:solidFill>
                    <a:schemeClr val="bg1"/>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699792" y="1224626"/>
                <a:ext cx="4896545" cy="481799"/>
              </a:xfrm>
              <a:prstGeom prst="rect">
                <a:avLst/>
              </a:prstGeom>
              <a:blipFill>
                <a:blip r:embed="rId2"/>
                <a:stretch>
                  <a:fillRect t="-7595" b="-29114"/>
                </a:stretch>
              </a:blipFill>
            </p:spPr>
            <p:txBody>
              <a:bodyPr/>
              <a:lstStyle/>
              <a:p>
                <a:r>
                  <a:rPr lang="en-IN">
                    <a:noFill/>
                  </a:rPr>
                  <a:t> </a:t>
                </a:r>
              </a:p>
            </p:txBody>
          </p:sp>
        </mc:Fallback>
      </mc:AlternateContent>
      <p:sp>
        <p:nvSpPr>
          <p:cNvPr id="64514" name="TextBox 3"/>
          <p:cNvSpPr txBox="1">
            <a:spLocks noChangeArrowheads="1"/>
          </p:cNvSpPr>
          <p:nvPr/>
        </p:nvSpPr>
        <p:spPr bwMode="auto">
          <a:xfrm>
            <a:off x="179512" y="123478"/>
            <a:ext cx="8713788" cy="584775"/>
          </a:xfrm>
          <a:prstGeom prst="rect">
            <a:avLst/>
          </a:prstGeom>
          <a:noFill/>
          <a:ln w="9525">
            <a:noFill/>
            <a:miter lim="800000"/>
            <a:headEnd/>
            <a:tailEnd/>
          </a:ln>
        </p:spPr>
        <p:txBody>
          <a:bodyPr>
            <a:spAutoFit/>
          </a:bodyPr>
          <a:lstStyle/>
          <a:p>
            <a:pPr algn="ctr"/>
            <a:r>
              <a:rPr lang="en-US" sz="3200" b="1" dirty="0">
                <a:solidFill>
                  <a:srgbClr val="0070C0"/>
                </a:solidFill>
                <a:effectLst>
                  <a:outerShdw blurRad="38100" dist="38100" dir="2700000" algn="tl">
                    <a:srgbClr val="000000">
                      <a:alpha val="43137"/>
                    </a:srgbClr>
                  </a:outerShdw>
                </a:effectLst>
                <a:latin typeface="Airal"/>
              </a:rPr>
              <a:t>Resolution of Error Sum of Squares</a:t>
            </a:r>
            <a:endParaRPr lang="en-IN" sz="3200" b="1" dirty="0">
              <a:solidFill>
                <a:srgbClr val="0070C0"/>
              </a:solidFill>
              <a:effectLst>
                <a:outerShdw blurRad="38100" dist="38100" dir="2700000" algn="tl">
                  <a:srgbClr val="000000">
                    <a:alpha val="43137"/>
                  </a:srgbClr>
                </a:outerShdw>
              </a:effectLst>
              <a:latin typeface="Airal"/>
            </a:endParaRPr>
          </a:p>
        </p:txBody>
      </p:sp>
      <mc:AlternateContent xmlns:mc="http://schemas.openxmlformats.org/markup-compatibility/2006" xmlns:a14="http://schemas.microsoft.com/office/drawing/2010/main">
        <mc:Choice Requires="a14">
          <p:sp>
            <p:nvSpPr>
              <p:cNvPr id="8" name="TextBox 7"/>
              <p:cNvSpPr txBox="1"/>
              <p:nvPr/>
            </p:nvSpPr>
            <p:spPr>
              <a:xfrm>
                <a:off x="470598" y="2835176"/>
                <a:ext cx="8493890" cy="2308324"/>
              </a:xfrm>
              <a:prstGeom prst="rect">
                <a:avLst/>
              </a:prstGeom>
              <a:noFill/>
            </p:spPr>
            <p:txBody>
              <a:bodyPr wrap="square" rtlCol="0">
                <a:spAutoFit/>
              </a:bodyPr>
              <a:lstStyle/>
              <a:p>
                <a:pPr algn="ctr">
                  <a:lnSpc>
                    <a:spcPct val="200000"/>
                  </a:lnSpc>
                </a:pPr>
                <a14:m>
                  <m:oMath xmlns:m="http://schemas.openxmlformats.org/officeDocument/2006/math">
                    <m:sSub>
                      <m:sSubPr>
                        <m:ctrlPr>
                          <a:rPr lang="en-IN" sz="2400" i="1" smtClean="0">
                            <a:solidFill>
                              <a:srgbClr val="0000FF"/>
                            </a:solidFill>
                            <a:latin typeface="Cambria Math" panose="02040503050406030204" pitchFamily="18" charset="0"/>
                            <a:ea typeface="Cambria Math" panose="02040503050406030204" pitchFamily="18" charset="0"/>
                          </a:rPr>
                        </m:ctrlPr>
                      </m:sSubPr>
                      <m:e>
                        <m:r>
                          <m:rPr>
                            <m:sty m:val="p"/>
                          </m:rPr>
                          <a:rPr lang="en-US" sz="2400">
                            <a:solidFill>
                              <a:srgbClr val="0000FF"/>
                            </a:solidFill>
                            <a:latin typeface="Cambria Math" panose="02040503050406030204" pitchFamily="18" charset="0"/>
                            <a:ea typeface="Cambria Math" panose="02040503050406030204" pitchFamily="18" charset="0"/>
                          </a:rPr>
                          <m:t>SS</m:t>
                        </m:r>
                      </m:e>
                      <m:sub>
                        <m:r>
                          <m:rPr>
                            <m:sty m:val="p"/>
                          </m:rPr>
                          <a:rPr lang="en-IN" sz="2400">
                            <a:solidFill>
                              <a:srgbClr val="0000FF"/>
                            </a:solidFill>
                            <a:latin typeface="Cambria Math" panose="02040503050406030204" pitchFamily="18" charset="0"/>
                            <a:ea typeface="Cambria Math" panose="02040503050406030204" pitchFamily="18" charset="0"/>
                          </a:rPr>
                          <m:t>Residual</m:t>
                        </m:r>
                      </m:sub>
                    </m:sSub>
                  </m:oMath>
                </a14:m>
                <a:r>
                  <a:rPr lang="en-US" sz="2400" dirty="0">
                    <a:solidFill>
                      <a:schemeClr val="bg1">
                        <a:lumMod val="95000"/>
                        <a:lumOff val="5000"/>
                      </a:schemeClr>
                    </a:solidFill>
                    <a:latin typeface="Arial" pitchFamily="34" charset="0"/>
                    <a:cs typeface="Arial" pitchFamily="34" charset="0"/>
                  </a:rPr>
                  <a:t> = </a:t>
                </a:r>
                <a:r>
                  <a:rPr lang="en-US" sz="2400" dirty="0" err="1">
                    <a:solidFill>
                      <a:srgbClr val="C00000"/>
                    </a:solidFill>
                    <a:latin typeface="Arial" pitchFamily="34" charset="0"/>
                    <a:cs typeface="Arial" pitchFamily="34" charset="0"/>
                  </a:rPr>
                  <a:t>SS</a:t>
                </a:r>
                <a:r>
                  <a:rPr lang="en-US" sz="2400" baseline="-25000" dirty="0" err="1">
                    <a:solidFill>
                      <a:srgbClr val="C00000"/>
                    </a:solidFill>
                    <a:latin typeface="Arial" pitchFamily="34" charset="0"/>
                    <a:cs typeface="Arial" pitchFamily="34" charset="0"/>
                  </a:rPr>
                  <a:t>total</a:t>
                </a:r>
                <a:r>
                  <a:rPr lang="en-US" sz="2400" dirty="0">
                    <a:solidFill>
                      <a:schemeClr val="bg1">
                        <a:lumMod val="95000"/>
                        <a:lumOff val="5000"/>
                      </a:schemeClr>
                    </a:solidFill>
                    <a:latin typeface="Arial" pitchFamily="34" charset="0"/>
                    <a:cs typeface="Arial" pitchFamily="34" charset="0"/>
                  </a:rPr>
                  <a:t> – </a:t>
                </a:r>
                <a:r>
                  <a:rPr lang="en-US" sz="2400" dirty="0" err="1">
                    <a:solidFill>
                      <a:srgbClr val="00B0F0"/>
                    </a:solidFill>
                    <a:latin typeface="Arial" pitchFamily="34" charset="0"/>
                    <a:cs typeface="Arial" pitchFamily="34" charset="0"/>
                  </a:rPr>
                  <a:t>SS</a:t>
                </a:r>
                <a:r>
                  <a:rPr lang="en-US" sz="2400" baseline="-25000" dirty="0" err="1">
                    <a:solidFill>
                      <a:srgbClr val="00B0F0"/>
                    </a:solidFill>
                    <a:latin typeface="Arial" pitchFamily="34" charset="0"/>
                    <a:cs typeface="Arial" pitchFamily="34" charset="0"/>
                  </a:rPr>
                  <a:t>regression</a:t>
                </a:r>
                <a:endParaRPr lang="en-US" sz="2400" baseline="-25000" dirty="0">
                  <a:solidFill>
                    <a:srgbClr val="00B0F0"/>
                  </a:solidFill>
                  <a:latin typeface="Arial" pitchFamily="34" charset="0"/>
                  <a:cs typeface="Arial" pitchFamily="34" charset="0"/>
                </a:endParaRPr>
              </a:p>
              <a:p>
                <a:pPr algn="just">
                  <a:lnSpc>
                    <a:spcPct val="200000"/>
                  </a:lnSpc>
                </a:pPr>
                <a:r>
                  <a:rPr lang="en-US" sz="2400" dirty="0">
                    <a:solidFill>
                      <a:schemeClr val="bg1">
                        <a:lumMod val="95000"/>
                        <a:lumOff val="5000"/>
                      </a:schemeClr>
                    </a:solidFill>
                    <a:latin typeface="Arial" pitchFamily="34" charset="0"/>
                    <a:cs typeface="Arial" pitchFamily="34" charset="0"/>
                  </a:rPr>
                  <a:t>By definition of the total sum of squares, the second term becomes the </a:t>
                </a:r>
                <a:r>
                  <a:rPr lang="en-US" sz="2400" dirty="0">
                    <a:solidFill>
                      <a:srgbClr val="0033CC"/>
                    </a:solidFill>
                    <a:latin typeface="Arial" pitchFamily="34" charset="0"/>
                    <a:cs typeface="Arial" pitchFamily="34" charset="0"/>
                  </a:rPr>
                  <a:t>regression sum of squares</a:t>
                </a:r>
                <a:endParaRPr lang="en-IN" sz="2400" dirty="0">
                  <a:solidFill>
                    <a:srgbClr val="0033CC"/>
                  </a:solidFill>
                  <a:latin typeface="Arial" pitchFamily="34" charset="0"/>
                  <a:cs typeface="Arial" pitchFamily="34"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70598" y="2835176"/>
                <a:ext cx="8493890" cy="2308324"/>
              </a:xfrm>
              <a:prstGeom prst="rect">
                <a:avLst/>
              </a:prstGeom>
              <a:blipFill>
                <a:blip r:embed="rId3"/>
                <a:stretch>
                  <a:fillRect l="-1076" r="-1076" b="-26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2106582" y="1995686"/>
                <a:ext cx="6131871" cy="742767"/>
              </a:xfrm>
              <a:prstGeom prst="rect">
                <a:avLst/>
              </a:prstGeom>
            </p:spPr>
            <p:txBody>
              <a:bodyPr wrap="none">
                <a:spAutoFit/>
              </a:bodyPr>
              <a:lstStyle/>
              <a:p>
                <a14:m>
                  <m:oMath xmlns:m="http://schemas.openxmlformats.org/officeDocument/2006/math">
                    <m:sSub>
                      <m:sSubPr>
                        <m:ctrlPr>
                          <a:rPr lang="en-IN" sz="2400" i="1" smtClean="0">
                            <a:solidFill>
                              <a:srgbClr val="0000FF"/>
                            </a:solidFill>
                            <a:latin typeface="Cambria Math" panose="02040503050406030204" pitchFamily="18" charset="0"/>
                            <a:ea typeface="Cambria Math" panose="02040503050406030204" pitchFamily="18" charset="0"/>
                          </a:rPr>
                        </m:ctrlPr>
                      </m:sSubPr>
                      <m:e>
                        <m:r>
                          <m:rPr>
                            <m:sty m:val="p"/>
                          </m:rPr>
                          <a:rPr lang="en-US" sz="2400">
                            <a:solidFill>
                              <a:srgbClr val="0000FF"/>
                            </a:solidFill>
                            <a:latin typeface="Cambria Math" panose="02040503050406030204" pitchFamily="18" charset="0"/>
                            <a:ea typeface="Cambria Math" panose="02040503050406030204" pitchFamily="18" charset="0"/>
                          </a:rPr>
                          <m:t>SS</m:t>
                        </m:r>
                      </m:e>
                      <m:sub>
                        <m:r>
                          <m:rPr>
                            <m:sty m:val="p"/>
                          </m:rPr>
                          <a:rPr lang="en-IN" sz="2400">
                            <a:solidFill>
                              <a:srgbClr val="0000FF"/>
                            </a:solidFill>
                            <a:latin typeface="Cambria Math" panose="02040503050406030204" pitchFamily="18" charset="0"/>
                            <a:ea typeface="Cambria Math" panose="02040503050406030204" pitchFamily="18" charset="0"/>
                          </a:rPr>
                          <m:t>Residual</m:t>
                        </m:r>
                      </m:sub>
                    </m:sSub>
                  </m:oMath>
                </a14:m>
                <a:r>
                  <a:rPr lang="en-IN" sz="2400" dirty="0">
                    <a:solidFill>
                      <a:schemeClr val="bg1"/>
                    </a:solidFill>
                  </a:rPr>
                  <a:t>= </a:t>
                </a:r>
                <a:r>
                  <a:rPr lang="en-US" sz="2400" dirty="0">
                    <a:solidFill>
                      <a:srgbClr val="C00000"/>
                    </a:solidFill>
                    <a:latin typeface="Cambria Math" panose="02040503050406030204" pitchFamily="18" charset="0"/>
                    <a:ea typeface="Cambria Math" panose="02040503050406030204" pitchFamily="18" charset="0"/>
                  </a:rPr>
                  <a:t>(</a:t>
                </a:r>
                <a:r>
                  <a:rPr lang="en-US" sz="2400" b="1" dirty="0">
                    <a:solidFill>
                      <a:srgbClr val="C00000"/>
                    </a:solidFill>
                    <a:latin typeface="Cambria Math" panose="02040503050406030204" pitchFamily="18" charset="0"/>
                    <a:ea typeface="Cambria Math" panose="02040503050406030204" pitchFamily="18" charset="0"/>
                  </a:rPr>
                  <a:t>Y</a:t>
                </a:r>
                <a14:m>
                  <m:oMath xmlns:m="http://schemas.openxmlformats.org/officeDocument/2006/math">
                    <m:r>
                      <a:rPr lang="en-US" sz="2400" b="1" i="0">
                        <a:solidFill>
                          <a:srgbClr val="C00000"/>
                        </a:solidFill>
                        <a:latin typeface="Cambria Math" panose="02040503050406030204" pitchFamily="18" charset="0"/>
                        <a:ea typeface="Cambria Math" panose="02040503050406030204" pitchFamily="18" charset="0"/>
                      </a:rPr>
                      <m:t>′</m:t>
                    </m:r>
                  </m:oMath>
                </a14:m>
                <a:r>
                  <a:rPr lang="en-IN" sz="2400" b="1" dirty="0">
                    <a:solidFill>
                      <a:srgbClr val="C00000"/>
                    </a:solidFill>
                    <a:latin typeface="Cambria Math" panose="02040503050406030204" pitchFamily="18" charset="0"/>
                    <a:ea typeface="Cambria Math" panose="02040503050406030204" pitchFamily="18" charset="0"/>
                  </a:rPr>
                  <a:t>Y- </a:t>
                </a:r>
                <a14:m>
                  <m:oMath xmlns:m="http://schemas.openxmlformats.org/officeDocument/2006/math">
                    <m:f>
                      <m:fPr>
                        <m:ctrlPr>
                          <a:rPr lang="en-US" sz="2400" b="1" i="1">
                            <a:solidFill>
                              <a:srgbClr val="C00000"/>
                            </a:solidFill>
                            <a:latin typeface="Cambria Math" panose="02040503050406030204" pitchFamily="18" charset="0"/>
                          </a:rPr>
                        </m:ctrlPr>
                      </m:fPr>
                      <m:num>
                        <m:sSup>
                          <m:sSupPr>
                            <m:ctrlPr>
                              <a:rPr lang="en-US" sz="2400" b="1" i="1">
                                <a:solidFill>
                                  <a:srgbClr val="C00000"/>
                                </a:solidFill>
                                <a:latin typeface="Cambria Math" panose="02040503050406030204" pitchFamily="18" charset="0"/>
                              </a:rPr>
                            </m:ctrlPr>
                          </m:sSupPr>
                          <m:e>
                            <m:d>
                              <m:dPr>
                                <m:ctrlPr>
                                  <a:rPr lang="en-US" sz="2400" b="1" i="1">
                                    <a:solidFill>
                                      <a:srgbClr val="C00000"/>
                                    </a:solidFill>
                                    <a:latin typeface="Cambria Math" panose="02040503050406030204" pitchFamily="18" charset="0"/>
                                  </a:rPr>
                                </m:ctrlPr>
                              </m:dPr>
                              <m:e>
                                <m:nary>
                                  <m:naryPr>
                                    <m:chr m:val="∑"/>
                                    <m:ctrlPr>
                                      <a:rPr lang="en-US" sz="2400" b="1" i="1">
                                        <a:solidFill>
                                          <a:srgbClr val="C00000"/>
                                        </a:solidFill>
                                        <a:latin typeface="Cambria Math" panose="02040503050406030204" pitchFamily="18" charset="0"/>
                                      </a:rPr>
                                    </m:ctrlPr>
                                  </m:naryPr>
                                  <m:sub>
                                    <m:r>
                                      <m:rPr>
                                        <m:brk m:alnAt="23"/>
                                      </m:rPr>
                                      <a:rPr lang="en-US" sz="2400" b="1" i="0">
                                        <a:solidFill>
                                          <a:srgbClr val="C00000"/>
                                        </a:solidFill>
                                        <a:latin typeface="Cambria Math"/>
                                      </a:rPr>
                                      <m:t>𝐢</m:t>
                                    </m:r>
                                    <m:r>
                                      <a:rPr lang="en-US" sz="2400" b="1" i="0">
                                        <a:solidFill>
                                          <a:srgbClr val="C00000"/>
                                        </a:solidFill>
                                        <a:latin typeface="Cambria Math"/>
                                      </a:rPr>
                                      <m:t>=</m:t>
                                    </m:r>
                                    <m:r>
                                      <a:rPr lang="en-US" sz="2400" b="1" i="0">
                                        <a:solidFill>
                                          <a:srgbClr val="C00000"/>
                                        </a:solidFill>
                                        <a:latin typeface="Cambria Math"/>
                                      </a:rPr>
                                      <m:t>𝟏</m:t>
                                    </m:r>
                                  </m:sub>
                                  <m:sup>
                                    <m:r>
                                      <a:rPr lang="en-US" sz="2400" b="1" i="0">
                                        <a:solidFill>
                                          <a:srgbClr val="C00000"/>
                                        </a:solidFill>
                                        <a:latin typeface="Cambria Math"/>
                                      </a:rPr>
                                      <m:t>𝐧</m:t>
                                    </m:r>
                                  </m:sup>
                                  <m:e>
                                    <m:sSub>
                                      <m:sSubPr>
                                        <m:ctrlPr>
                                          <a:rPr lang="en-US" sz="2400" i="1">
                                            <a:solidFill>
                                              <a:srgbClr val="C00000"/>
                                            </a:solidFill>
                                            <a:latin typeface="Cambria Math" panose="02040503050406030204" pitchFamily="18" charset="0"/>
                                          </a:rPr>
                                        </m:ctrlPr>
                                      </m:sSubPr>
                                      <m:e>
                                        <m:r>
                                          <m:rPr>
                                            <m:sty m:val="p"/>
                                          </m:rPr>
                                          <a:rPr lang="en-US" sz="2400" b="0" i="0">
                                            <a:solidFill>
                                              <a:srgbClr val="C00000"/>
                                            </a:solidFill>
                                            <a:latin typeface="Cambria Math"/>
                                          </a:rPr>
                                          <m:t>Y</m:t>
                                        </m:r>
                                      </m:e>
                                      <m:sub>
                                        <m:r>
                                          <m:rPr>
                                            <m:sty m:val="p"/>
                                          </m:rPr>
                                          <a:rPr lang="en-US" sz="2400" b="0" i="0">
                                            <a:solidFill>
                                              <a:srgbClr val="C00000"/>
                                            </a:solidFill>
                                            <a:latin typeface="Cambria Math"/>
                                          </a:rPr>
                                          <m:t>i</m:t>
                                        </m:r>
                                      </m:sub>
                                    </m:sSub>
                                  </m:e>
                                </m:nary>
                              </m:e>
                            </m:d>
                          </m:e>
                          <m:sup>
                            <m:r>
                              <a:rPr lang="en-US" sz="2400" b="1" i="0">
                                <a:solidFill>
                                  <a:srgbClr val="C00000"/>
                                </a:solidFill>
                                <a:latin typeface="Cambria Math"/>
                              </a:rPr>
                              <m:t>𝟐</m:t>
                            </m:r>
                          </m:sup>
                        </m:sSup>
                      </m:num>
                      <m:den>
                        <m:r>
                          <m:rPr>
                            <m:sty m:val="p"/>
                          </m:rPr>
                          <a:rPr lang="en-US" sz="2400" b="0" i="0">
                            <a:solidFill>
                              <a:srgbClr val="C00000"/>
                            </a:solidFill>
                            <a:latin typeface="Cambria Math"/>
                          </a:rPr>
                          <m:t>n</m:t>
                        </m:r>
                      </m:den>
                    </m:f>
                  </m:oMath>
                </a14:m>
                <a:r>
                  <a:rPr lang="en-IN" sz="2400" dirty="0">
                    <a:solidFill>
                      <a:srgbClr val="C00000"/>
                    </a:solidFill>
                    <a:latin typeface="Cambria Math" panose="02040503050406030204" pitchFamily="18" charset="0"/>
                    <a:ea typeface="Cambria Math" panose="02040503050406030204" pitchFamily="18" charset="0"/>
                  </a:rPr>
                  <a:t>)</a:t>
                </a:r>
                <a:r>
                  <a:rPr lang="en-IN" sz="2400" b="1" dirty="0">
                    <a:solidFill>
                      <a:srgbClr val="C00000"/>
                    </a:solidFill>
                    <a:latin typeface="Cambria Math" panose="02040503050406030204" pitchFamily="18" charset="0"/>
                    <a:ea typeface="Cambria Math" panose="02040503050406030204" pitchFamily="18" charset="0"/>
                  </a:rPr>
                  <a:t> </a:t>
                </a:r>
                <a:r>
                  <a:rPr lang="en-IN" sz="2400" b="1" dirty="0">
                    <a:solidFill>
                      <a:schemeClr val="bg1"/>
                    </a:solidFill>
                    <a:latin typeface="Cambria Math" panose="02040503050406030204" pitchFamily="18" charset="0"/>
                    <a:ea typeface="Cambria Math" panose="02040503050406030204" pitchFamily="18" charset="0"/>
                  </a:rPr>
                  <a:t>– </a:t>
                </a:r>
                <a:r>
                  <a:rPr lang="en-IN" sz="2400" dirty="0">
                    <a:solidFill>
                      <a:srgbClr val="00B0F0"/>
                    </a:solidFill>
                    <a:latin typeface="Cambria Math" panose="02040503050406030204" pitchFamily="18" charset="0"/>
                    <a:ea typeface="Cambria Math" panose="02040503050406030204" pitchFamily="18" charset="0"/>
                  </a:rPr>
                  <a:t>(</a:t>
                </a:r>
                <a14:m>
                  <m:oMath xmlns:m="http://schemas.openxmlformats.org/officeDocument/2006/math">
                    <m:acc>
                      <m:accPr>
                        <m:chr m:val="̂"/>
                        <m:ctrlPr>
                          <a:rPr lang="en-US" sz="2400" b="1" i="1">
                            <a:solidFill>
                              <a:srgbClr val="00B0F0"/>
                            </a:solidFill>
                            <a:latin typeface="Cambria Math" panose="02040503050406030204" pitchFamily="18" charset="0"/>
                            <a:ea typeface="Cambria Math" panose="02040503050406030204" pitchFamily="18" charset="0"/>
                          </a:rPr>
                        </m:ctrlPr>
                      </m:accPr>
                      <m:e>
                        <m:r>
                          <a:rPr lang="en-US" sz="2400" b="1" i="0">
                            <a:solidFill>
                              <a:srgbClr val="00B0F0"/>
                            </a:solidFill>
                            <a:latin typeface="Cambria Math" panose="02040503050406030204" pitchFamily="18" charset="0"/>
                            <a:ea typeface="Cambria Math" panose="02040503050406030204" pitchFamily="18" charset="0"/>
                          </a:rPr>
                          <m:t>𝛃</m:t>
                        </m:r>
                      </m:e>
                    </m:acc>
                  </m:oMath>
                </a14:m>
                <a:r>
                  <a:rPr lang="en-US" sz="2400" b="1" dirty="0">
                    <a:solidFill>
                      <a:srgbClr val="00B0F0"/>
                    </a:solidFill>
                    <a:ea typeface="Cambria Math" panose="02040503050406030204" pitchFamily="18" charset="0"/>
                  </a:rPr>
                  <a:t> </a:t>
                </a:r>
                <a14:m>
                  <m:oMath xmlns:m="http://schemas.openxmlformats.org/officeDocument/2006/math">
                    <m:r>
                      <a:rPr lang="en-US" sz="2400" b="1" i="0">
                        <a:solidFill>
                          <a:srgbClr val="00B0F0"/>
                        </a:solidFill>
                        <a:latin typeface="Cambria Math" panose="02040503050406030204" pitchFamily="18" charset="0"/>
                        <a:ea typeface="Cambria Math" panose="02040503050406030204" pitchFamily="18" charset="0"/>
                      </a:rPr>
                      <m:t>′</m:t>
                    </m:r>
                  </m:oMath>
                </a14:m>
                <a:r>
                  <a:rPr lang="en-IN" sz="2400" b="1" dirty="0">
                    <a:solidFill>
                      <a:srgbClr val="00B0F0"/>
                    </a:solidFill>
                    <a:latin typeface="Cambria Math" panose="02040503050406030204" pitchFamily="18" charset="0"/>
                    <a:ea typeface="Cambria Math" panose="02040503050406030204" pitchFamily="18" charset="0"/>
                  </a:rPr>
                  <a:t>X</a:t>
                </a:r>
                <a14:m>
                  <m:oMath xmlns:m="http://schemas.openxmlformats.org/officeDocument/2006/math">
                    <m:r>
                      <a:rPr lang="en-US" sz="2400" b="1" i="0">
                        <a:solidFill>
                          <a:srgbClr val="00B0F0"/>
                        </a:solidFill>
                        <a:latin typeface="Cambria Math" panose="02040503050406030204" pitchFamily="18" charset="0"/>
                        <a:ea typeface="Cambria Math" panose="02040503050406030204" pitchFamily="18" charset="0"/>
                      </a:rPr>
                      <m:t>′</m:t>
                    </m:r>
                  </m:oMath>
                </a14:m>
                <a:r>
                  <a:rPr lang="en-IN" sz="2400" b="1" dirty="0">
                    <a:solidFill>
                      <a:srgbClr val="00B0F0"/>
                    </a:solidFill>
                    <a:latin typeface="Cambria Math" panose="02040503050406030204" pitchFamily="18" charset="0"/>
                    <a:ea typeface="Cambria Math" panose="02040503050406030204" pitchFamily="18" charset="0"/>
                  </a:rPr>
                  <a:t>Y-</a:t>
                </a:r>
                <a:r>
                  <a:rPr lang="en-US" sz="2400" b="1" dirty="0">
                    <a:solidFill>
                      <a:srgbClr val="00B0F0"/>
                    </a:solidFill>
                  </a:rPr>
                  <a:t> </a:t>
                </a:r>
                <a14:m>
                  <m:oMath xmlns:m="http://schemas.openxmlformats.org/officeDocument/2006/math">
                    <m:f>
                      <m:fPr>
                        <m:ctrlPr>
                          <a:rPr lang="en-US" sz="2400" i="1">
                            <a:solidFill>
                              <a:srgbClr val="00B0F0"/>
                            </a:solidFill>
                            <a:latin typeface="Cambria Math" panose="02040503050406030204" pitchFamily="18" charset="0"/>
                          </a:rPr>
                        </m:ctrlPr>
                      </m:fPr>
                      <m:num>
                        <m:sSup>
                          <m:sSupPr>
                            <m:ctrlPr>
                              <a:rPr lang="en-US" sz="2400" i="1">
                                <a:solidFill>
                                  <a:srgbClr val="00B0F0"/>
                                </a:solidFill>
                                <a:latin typeface="Cambria Math" panose="02040503050406030204" pitchFamily="18" charset="0"/>
                              </a:rPr>
                            </m:ctrlPr>
                          </m:sSupPr>
                          <m:e>
                            <m:d>
                              <m:dPr>
                                <m:ctrlPr>
                                  <a:rPr lang="en-US" sz="2400" i="1">
                                    <a:solidFill>
                                      <a:srgbClr val="00B0F0"/>
                                    </a:solidFill>
                                    <a:latin typeface="Cambria Math" panose="02040503050406030204" pitchFamily="18" charset="0"/>
                                  </a:rPr>
                                </m:ctrlPr>
                              </m:dPr>
                              <m:e>
                                <m:nary>
                                  <m:naryPr>
                                    <m:chr m:val="∑"/>
                                    <m:ctrlPr>
                                      <a:rPr lang="en-US" sz="2400" i="1">
                                        <a:solidFill>
                                          <a:srgbClr val="00B0F0"/>
                                        </a:solidFill>
                                        <a:latin typeface="Cambria Math" panose="02040503050406030204" pitchFamily="18" charset="0"/>
                                      </a:rPr>
                                    </m:ctrlPr>
                                  </m:naryPr>
                                  <m:sub>
                                    <m:r>
                                      <m:rPr>
                                        <m:sty m:val="p"/>
                                        <m:brk m:alnAt="23"/>
                                      </m:rPr>
                                      <a:rPr lang="en-US" sz="2400" b="0" i="0">
                                        <a:solidFill>
                                          <a:srgbClr val="00B0F0"/>
                                        </a:solidFill>
                                        <a:latin typeface="Cambria Math"/>
                                      </a:rPr>
                                      <m:t>i</m:t>
                                    </m:r>
                                    <m:r>
                                      <a:rPr lang="en-US" sz="2400" b="0" i="0">
                                        <a:solidFill>
                                          <a:srgbClr val="00B0F0"/>
                                        </a:solidFill>
                                        <a:latin typeface="Cambria Math"/>
                                      </a:rPr>
                                      <m:t>=1</m:t>
                                    </m:r>
                                  </m:sub>
                                  <m:sup>
                                    <m:r>
                                      <m:rPr>
                                        <m:sty m:val="p"/>
                                      </m:rPr>
                                      <a:rPr lang="en-US" sz="2400" b="0" i="0">
                                        <a:solidFill>
                                          <a:srgbClr val="00B0F0"/>
                                        </a:solidFill>
                                        <a:latin typeface="Cambria Math"/>
                                      </a:rPr>
                                      <m:t>n</m:t>
                                    </m:r>
                                  </m:sup>
                                  <m:e>
                                    <m:sSub>
                                      <m:sSubPr>
                                        <m:ctrlPr>
                                          <a:rPr lang="en-US" sz="2400" i="1">
                                            <a:solidFill>
                                              <a:srgbClr val="00B0F0"/>
                                            </a:solidFill>
                                            <a:latin typeface="Cambria Math" panose="02040503050406030204" pitchFamily="18" charset="0"/>
                                          </a:rPr>
                                        </m:ctrlPr>
                                      </m:sSubPr>
                                      <m:e>
                                        <m:r>
                                          <m:rPr>
                                            <m:sty m:val="p"/>
                                          </m:rPr>
                                          <a:rPr lang="en-US" sz="2400" b="0" i="0">
                                            <a:solidFill>
                                              <a:srgbClr val="00B0F0"/>
                                            </a:solidFill>
                                            <a:latin typeface="Cambria Math"/>
                                          </a:rPr>
                                          <m:t>Y</m:t>
                                        </m:r>
                                      </m:e>
                                      <m:sub>
                                        <m:r>
                                          <m:rPr>
                                            <m:sty m:val="p"/>
                                          </m:rPr>
                                          <a:rPr lang="en-US" sz="2400" b="0" i="0">
                                            <a:solidFill>
                                              <a:srgbClr val="00B0F0"/>
                                            </a:solidFill>
                                            <a:latin typeface="Cambria Math"/>
                                          </a:rPr>
                                          <m:t>i</m:t>
                                        </m:r>
                                      </m:sub>
                                    </m:sSub>
                                  </m:e>
                                </m:nary>
                              </m:e>
                            </m:d>
                          </m:e>
                          <m:sup>
                            <m:r>
                              <a:rPr lang="en-US" sz="2400" b="0" i="0">
                                <a:solidFill>
                                  <a:srgbClr val="00B0F0"/>
                                </a:solidFill>
                                <a:latin typeface="Cambria Math"/>
                              </a:rPr>
                              <m:t>2</m:t>
                            </m:r>
                          </m:sup>
                        </m:sSup>
                      </m:num>
                      <m:den>
                        <m:r>
                          <m:rPr>
                            <m:sty m:val="p"/>
                          </m:rPr>
                          <a:rPr lang="en-US" sz="2400" b="0" i="0">
                            <a:solidFill>
                              <a:srgbClr val="00B0F0"/>
                            </a:solidFill>
                            <a:latin typeface="Cambria Math"/>
                          </a:rPr>
                          <m:t>n</m:t>
                        </m:r>
                      </m:den>
                    </m:f>
                  </m:oMath>
                </a14:m>
                <a:r>
                  <a:rPr lang="en-IN" sz="2400" dirty="0">
                    <a:solidFill>
                      <a:srgbClr val="00B0F0"/>
                    </a:solidFill>
                    <a:latin typeface="Cambria Math" panose="02040503050406030204" pitchFamily="18" charset="0"/>
                    <a:ea typeface="Cambria Math" panose="02040503050406030204" pitchFamily="18" charset="0"/>
                  </a:rPr>
                  <a:t>)</a:t>
                </a:r>
                <a:endParaRPr lang="en-IN" sz="2400" dirty="0">
                  <a:solidFill>
                    <a:srgbClr val="00B0F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2106582" y="1995686"/>
                <a:ext cx="6131871" cy="742767"/>
              </a:xfrm>
              <a:prstGeom prst="rect">
                <a:avLst/>
              </a:prstGeom>
              <a:blipFill>
                <a:blip r:embed="rId4"/>
                <a:stretch>
                  <a:fillRect r="-597" b="-8197"/>
                </a:stretch>
              </a:blipFill>
            </p:spPr>
            <p:txBody>
              <a:bodyPr/>
              <a:lstStyle/>
              <a:p>
                <a:r>
                  <a:rPr lang="en-IN">
                    <a:noFill/>
                  </a:rPr>
                  <a:t> </a:t>
                </a:r>
              </a:p>
            </p:txBody>
          </p:sp>
        </mc:Fallback>
      </mc:AlternateContent>
    </p:spTree>
    <p:extLst>
      <p:ext uri="{BB962C8B-B14F-4D97-AF65-F5344CB8AC3E}">
        <p14:creationId xmlns:p14="http://schemas.microsoft.com/office/powerpoint/2010/main" val="1421131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Box 3"/>
          <p:cNvSpPr txBox="1">
            <a:spLocks noChangeArrowheads="1"/>
          </p:cNvSpPr>
          <p:nvPr/>
        </p:nvSpPr>
        <p:spPr bwMode="auto">
          <a:xfrm>
            <a:off x="0" y="51470"/>
            <a:ext cx="8713788" cy="523220"/>
          </a:xfrm>
          <a:prstGeom prst="rect">
            <a:avLst/>
          </a:prstGeom>
          <a:noFill/>
          <a:ln w="9525">
            <a:noFill/>
            <a:miter lim="800000"/>
            <a:headEnd/>
            <a:tailEnd/>
          </a:ln>
        </p:spPr>
        <p:txBody>
          <a:bodyPr>
            <a:spAutoFit/>
          </a:bodyPr>
          <a:lstStyle/>
          <a:p>
            <a:pPr lvl="0" algn="ctr">
              <a:defRPr/>
            </a:pPr>
            <a:r>
              <a:rPr lang="en-US" sz="2800" b="1" dirty="0">
                <a:solidFill>
                  <a:srgbClr val="0070C0"/>
                </a:solidFill>
                <a:effectLst>
                  <a:outerShdw blurRad="38100" dist="38100" dir="2700000" algn="tl">
                    <a:srgbClr val="000000">
                      <a:alpha val="43137"/>
                    </a:srgbClr>
                  </a:outerShdw>
                </a:effectLst>
                <a:latin typeface="Airal"/>
              </a:rPr>
              <a:t>Manipulation of Residual Sum of Squares</a:t>
            </a:r>
            <a:endParaRPr lang="en-IN" sz="2800" b="1" dirty="0">
              <a:solidFill>
                <a:srgbClr val="0070C0"/>
              </a:solidFill>
              <a:effectLst>
                <a:outerShdw blurRad="38100" dist="38100" dir="2700000" algn="tl">
                  <a:srgbClr val="000000">
                    <a:alpha val="43137"/>
                  </a:srgbClr>
                </a:outerShdw>
              </a:effectLst>
              <a:latin typeface="Airal"/>
            </a:endParaRPr>
          </a:p>
        </p:txBody>
      </p:sp>
      <mc:AlternateContent xmlns:mc="http://schemas.openxmlformats.org/markup-compatibility/2006" xmlns:a14="http://schemas.microsoft.com/office/drawing/2010/main">
        <mc:Choice Requires="a14">
          <p:sp>
            <p:nvSpPr>
              <p:cNvPr id="8" name="TextBox 7"/>
              <p:cNvSpPr txBox="1"/>
              <p:nvPr/>
            </p:nvSpPr>
            <p:spPr>
              <a:xfrm>
                <a:off x="395536" y="1059582"/>
                <a:ext cx="8493890" cy="3853619"/>
              </a:xfrm>
              <a:prstGeom prst="rect">
                <a:avLst/>
              </a:prstGeom>
              <a:noFill/>
            </p:spPr>
            <p:txBody>
              <a:bodyPr wrap="square" rtlCol="0">
                <a:spAutoFit/>
              </a:bodyPr>
              <a:lstStyle/>
              <a:p>
                <a:pPr lvl="0" algn="ctr">
                  <a:lnSpc>
                    <a:spcPct val="200000"/>
                  </a:lnSpc>
                </a:pPr>
                <a:r>
                  <a:rPr lang="en-US" sz="2200" dirty="0">
                    <a:solidFill>
                      <a:srgbClr val="0000FF"/>
                    </a:solidFill>
                    <a:latin typeface="Arial" pitchFamily="34" charset="0"/>
                    <a:cs typeface="Arial" pitchFamily="34" charset="0"/>
                  </a:rPr>
                  <a:t>SS</a:t>
                </a:r>
                <a:r>
                  <a:rPr lang="en-US" sz="2200" baseline="-25000" dirty="0" err="1">
                    <a:solidFill>
                      <a:srgbClr val="0000FF"/>
                    </a:solidFill>
                    <a:latin typeface="Arial" pitchFamily="34" charset="0"/>
                    <a:cs typeface="Arial" pitchFamily="34" charset="0"/>
                  </a:rPr>
                  <a:t>Residual</a:t>
                </a:r>
                <a:r>
                  <a:rPr lang="en-US" sz="2200" baseline="-25000" dirty="0">
                    <a:solidFill>
                      <a:prstClr val="black">
                        <a:lumMod val="95000"/>
                        <a:lumOff val="5000"/>
                      </a:prstClr>
                    </a:solidFill>
                    <a:latin typeface="Arial" pitchFamily="34" charset="0"/>
                    <a:cs typeface="Arial" pitchFamily="34" charset="0"/>
                  </a:rPr>
                  <a:t> </a:t>
                </a:r>
                <a:r>
                  <a:rPr lang="en-US" sz="2200" dirty="0">
                    <a:solidFill>
                      <a:prstClr val="black">
                        <a:lumMod val="95000"/>
                        <a:lumOff val="5000"/>
                      </a:prstClr>
                    </a:solidFill>
                    <a:latin typeface="Arial" pitchFamily="34" charset="0"/>
                    <a:cs typeface="Arial" pitchFamily="34" charset="0"/>
                  </a:rPr>
                  <a:t>= </a:t>
                </a:r>
                <a:r>
                  <a:rPr lang="en-US" sz="2200" dirty="0">
                    <a:solidFill>
                      <a:srgbClr val="C00000"/>
                    </a:solidFill>
                    <a:latin typeface="Arial" pitchFamily="34" charset="0"/>
                    <a:cs typeface="Arial" pitchFamily="34" charset="0"/>
                  </a:rPr>
                  <a:t>(</a:t>
                </a:r>
                <a:r>
                  <a:rPr lang="en-US" sz="2200" b="1" dirty="0">
                    <a:solidFill>
                      <a:srgbClr val="C00000"/>
                    </a:solidFill>
                    <a:latin typeface="Arial" panose="020B0604020202020204" pitchFamily="34" charset="0"/>
                    <a:ea typeface="Cambria Math" panose="02040503050406030204" pitchFamily="18" charset="0"/>
                    <a:cs typeface="Arial" panose="020B0604020202020204" pitchFamily="34" charset="0"/>
                  </a:rPr>
                  <a:t>Y</a:t>
                </a:r>
                <a14:m>
                  <m:oMath xmlns:m="http://schemas.openxmlformats.org/officeDocument/2006/math">
                    <m:r>
                      <a:rPr lang="en-US" sz="2200" b="1">
                        <a:solidFill>
                          <a:srgbClr val="C00000"/>
                        </a:solidFill>
                        <a:latin typeface="Cambria Math" panose="02040503050406030204" pitchFamily="18" charset="0"/>
                        <a:ea typeface="Cambria Math" panose="02040503050406030204" pitchFamily="18" charset="0"/>
                      </a:rPr>
                      <m:t>′</m:t>
                    </m:r>
                  </m:oMath>
                </a14:m>
                <a:r>
                  <a:rPr lang="en-IN" sz="2200" b="1" dirty="0">
                    <a:solidFill>
                      <a:srgbClr val="C00000"/>
                    </a:solidFill>
                    <a:latin typeface="Arial" panose="020B0604020202020204" pitchFamily="34" charset="0"/>
                    <a:ea typeface="Cambria Math" panose="02040503050406030204" pitchFamily="18" charset="0"/>
                    <a:cs typeface="Arial" panose="020B0604020202020204" pitchFamily="34" charset="0"/>
                  </a:rPr>
                  <a:t>Y</a:t>
                </a:r>
                <a:r>
                  <a:rPr lang="en-US" sz="2200" dirty="0">
                    <a:solidFill>
                      <a:srgbClr val="C00000"/>
                    </a:solidFill>
                    <a:latin typeface="Arial" pitchFamily="34" charset="0"/>
                    <a:cs typeface="Arial" pitchFamily="34" charset="0"/>
                  </a:rPr>
                  <a:t> - </a:t>
                </a:r>
                <a14:m>
                  <m:oMath xmlns:m="http://schemas.openxmlformats.org/officeDocument/2006/math">
                    <m:r>
                      <m:rPr>
                        <m:sty m:val="p"/>
                      </m:rPr>
                      <a:rPr lang="en-IN" sz="2200">
                        <a:solidFill>
                          <a:srgbClr val="C00000"/>
                        </a:solidFill>
                        <a:latin typeface="Cambria Math" panose="02040503050406030204" pitchFamily="18" charset="0"/>
                      </a:rPr>
                      <m:t>n</m:t>
                    </m:r>
                    <m:sSup>
                      <m:sSupPr>
                        <m:ctrlPr>
                          <a:rPr lang="en-IN" sz="2200" i="1">
                            <a:solidFill>
                              <a:srgbClr val="C00000"/>
                            </a:solidFill>
                            <a:latin typeface="Cambria Math" panose="02040503050406030204" pitchFamily="18" charset="0"/>
                          </a:rPr>
                        </m:ctrlPr>
                      </m:sSupPr>
                      <m:e>
                        <m:acc>
                          <m:accPr>
                            <m:chr m:val="̅"/>
                            <m:ctrlPr>
                              <a:rPr lang="en-IN" sz="2200" i="1">
                                <a:solidFill>
                                  <a:srgbClr val="C00000"/>
                                </a:solidFill>
                                <a:latin typeface="Cambria Math" panose="02040503050406030204" pitchFamily="18" charset="0"/>
                              </a:rPr>
                            </m:ctrlPr>
                          </m:accPr>
                          <m:e>
                            <m:r>
                              <m:rPr>
                                <m:sty m:val="p"/>
                              </m:rPr>
                              <a:rPr lang="en-IN" sz="2200">
                                <a:solidFill>
                                  <a:srgbClr val="C00000"/>
                                </a:solidFill>
                                <a:latin typeface="Cambria Math" panose="02040503050406030204" pitchFamily="18" charset="0"/>
                              </a:rPr>
                              <m:t>Y</m:t>
                            </m:r>
                          </m:e>
                        </m:acc>
                      </m:e>
                      <m:sup>
                        <m:r>
                          <a:rPr lang="en-IN" sz="2200">
                            <a:solidFill>
                              <a:srgbClr val="C00000"/>
                            </a:solidFill>
                            <a:latin typeface="Cambria Math" panose="02040503050406030204" pitchFamily="18" charset="0"/>
                          </a:rPr>
                          <m:t>2</m:t>
                        </m:r>
                      </m:sup>
                    </m:sSup>
                  </m:oMath>
                </a14:m>
                <a:r>
                  <a:rPr lang="en-US" sz="2200" dirty="0">
                    <a:solidFill>
                      <a:srgbClr val="C00000"/>
                    </a:solidFill>
                    <a:latin typeface="Arial" pitchFamily="34" charset="0"/>
                    <a:cs typeface="Arial" pitchFamily="34" charset="0"/>
                  </a:rPr>
                  <a:t>)</a:t>
                </a:r>
                <a:r>
                  <a:rPr lang="en-US" sz="2200" dirty="0">
                    <a:solidFill>
                      <a:prstClr val="black">
                        <a:lumMod val="95000"/>
                        <a:lumOff val="5000"/>
                      </a:prstClr>
                    </a:solidFill>
                    <a:latin typeface="Arial" pitchFamily="34" charset="0"/>
                    <a:cs typeface="Arial" pitchFamily="34" charset="0"/>
                  </a:rPr>
                  <a:t> - </a:t>
                </a:r>
                <a:r>
                  <a:rPr lang="en-US" sz="2200" dirty="0">
                    <a:solidFill>
                      <a:srgbClr val="00B0F0"/>
                    </a:solidFill>
                    <a:latin typeface="Arial" pitchFamily="34" charset="0"/>
                    <a:cs typeface="Arial" pitchFamily="34" charset="0"/>
                  </a:rPr>
                  <a:t>(</a:t>
                </a:r>
                <a14:m>
                  <m:oMath xmlns:m="http://schemas.openxmlformats.org/officeDocument/2006/math">
                    <m:acc>
                      <m:accPr>
                        <m:chr m:val="̂"/>
                        <m:ctrlPr>
                          <a:rPr lang="en-US" sz="2200" b="1" i="1">
                            <a:solidFill>
                              <a:srgbClr val="00B0F0"/>
                            </a:solidFill>
                            <a:latin typeface="Cambria Math" panose="02040503050406030204" pitchFamily="18" charset="0"/>
                            <a:ea typeface="Cambria Math" panose="02040503050406030204" pitchFamily="18" charset="0"/>
                          </a:rPr>
                        </m:ctrlPr>
                      </m:accPr>
                      <m:e>
                        <m:r>
                          <a:rPr lang="en-US" sz="2200" b="1">
                            <a:solidFill>
                              <a:srgbClr val="00B0F0"/>
                            </a:solidFill>
                            <a:latin typeface="Cambria Math" panose="02040503050406030204" pitchFamily="18" charset="0"/>
                            <a:ea typeface="Cambria Math" panose="02040503050406030204" pitchFamily="18" charset="0"/>
                          </a:rPr>
                          <m:t>𝛃</m:t>
                        </m:r>
                      </m:e>
                    </m:acc>
                    <m:r>
                      <a:rPr lang="en-US" sz="2200" b="1">
                        <a:solidFill>
                          <a:srgbClr val="00B0F0"/>
                        </a:solidFill>
                        <a:latin typeface="Cambria Math" panose="02040503050406030204" pitchFamily="18" charset="0"/>
                        <a:ea typeface="Cambria Math" panose="02040503050406030204" pitchFamily="18" charset="0"/>
                      </a:rPr>
                      <m:t>′</m:t>
                    </m:r>
                  </m:oMath>
                </a14:m>
                <a:r>
                  <a:rPr lang="en-IN" sz="2200" b="1" dirty="0">
                    <a:solidFill>
                      <a:srgbClr val="00B0F0"/>
                    </a:solidFill>
                    <a:latin typeface="Arial" panose="020B0604020202020204" pitchFamily="34" charset="0"/>
                    <a:ea typeface="Cambria Math" panose="02040503050406030204" pitchFamily="18" charset="0"/>
                    <a:cs typeface="Arial" panose="020B0604020202020204" pitchFamily="34" charset="0"/>
                  </a:rPr>
                  <a:t>X</a:t>
                </a:r>
                <a14:m>
                  <m:oMath xmlns:m="http://schemas.openxmlformats.org/officeDocument/2006/math">
                    <m:r>
                      <a:rPr lang="en-US" sz="2200" b="1">
                        <a:solidFill>
                          <a:srgbClr val="00B0F0"/>
                        </a:solidFill>
                        <a:latin typeface="Cambria Math" panose="02040503050406030204" pitchFamily="18" charset="0"/>
                        <a:ea typeface="Cambria Math" panose="02040503050406030204" pitchFamily="18" charset="0"/>
                      </a:rPr>
                      <m:t>′</m:t>
                    </m:r>
                  </m:oMath>
                </a14:m>
                <a:r>
                  <a:rPr lang="en-IN" sz="2200" b="1" dirty="0">
                    <a:solidFill>
                      <a:srgbClr val="00B0F0"/>
                    </a:solidFill>
                    <a:latin typeface="Arial" panose="020B0604020202020204" pitchFamily="34" charset="0"/>
                    <a:ea typeface="Cambria Math" panose="02040503050406030204" pitchFamily="18" charset="0"/>
                    <a:cs typeface="Arial" panose="020B0604020202020204" pitchFamily="34" charset="0"/>
                  </a:rPr>
                  <a:t>Y -</a:t>
                </a:r>
                <a14:m>
                  <m:oMath xmlns:m="http://schemas.openxmlformats.org/officeDocument/2006/math">
                    <m:r>
                      <m:rPr>
                        <m:sty m:val="p"/>
                      </m:rPr>
                      <a:rPr lang="en-IN" sz="2200">
                        <a:solidFill>
                          <a:srgbClr val="00B0F0"/>
                        </a:solidFill>
                        <a:latin typeface="Cambria Math" panose="02040503050406030204" pitchFamily="18" charset="0"/>
                      </a:rPr>
                      <m:t>n</m:t>
                    </m:r>
                    <m:sSup>
                      <m:sSupPr>
                        <m:ctrlPr>
                          <a:rPr lang="en-IN" sz="2200" i="1">
                            <a:solidFill>
                              <a:srgbClr val="00B0F0"/>
                            </a:solidFill>
                            <a:latin typeface="Cambria Math" panose="02040503050406030204" pitchFamily="18" charset="0"/>
                          </a:rPr>
                        </m:ctrlPr>
                      </m:sSupPr>
                      <m:e>
                        <m:acc>
                          <m:accPr>
                            <m:chr m:val="̅"/>
                            <m:ctrlPr>
                              <a:rPr lang="en-IN" sz="2200" i="1">
                                <a:solidFill>
                                  <a:srgbClr val="00B0F0"/>
                                </a:solidFill>
                                <a:latin typeface="Cambria Math" panose="02040503050406030204" pitchFamily="18" charset="0"/>
                              </a:rPr>
                            </m:ctrlPr>
                          </m:accPr>
                          <m:e>
                            <m:r>
                              <m:rPr>
                                <m:sty m:val="p"/>
                              </m:rPr>
                              <a:rPr lang="en-IN" sz="2200">
                                <a:solidFill>
                                  <a:srgbClr val="00B0F0"/>
                                </a:solidFill>
                                <a:latin typeface="Cambria Math" panose="02040503050406030204" pitchFamily="18" charset="0"/>
                              </a:rPr>
                              <m:t>Y</m:t>
                            </m:r>
                          </m:e>
                        </m:acc>
                      </m:e>
                      <m:sup>
                        <m:r>
                          <a:rPr lang="en-IN" sz="2200">
                            <a:solidFill>
                              <a:srgbClr val="00B0F0"/>
                            </a:solidFill>
                            <a:latin typeface="Cambria Math" panose="02040503050406030204" pitchFamily="18" charset="0"/>
                          </a:rPr>
                          <m:t>2</m:t>
                        </m:r>
                      </m:sup>
                    </m:sSup>
                  </m:oMath>
                </a14:m>
                <a:r>
                  <a:rPr lang="en-IN" sz="2200" b="1" dirty="0">
                    <a:solidFill>
                      <a:srgbClr val="00B0F0"/>
                    </a:solidFill>
                    <a:latin typeface="Arial" panose="020B0604020202020204" pitchFamily="34" charset="0"/>
                    <a:ea typeface="Cambria Math" panose="02040503050406030204" pitchFamily="18" charset="0"/>
                    <a:cs typeface="Arial" panose="020B0604020202020204" pitchFamily="34" charset="0"/>
                  </a:rPr>
                  <a:t>) </a:t>
                </a:r>
                <a:r>
                  <a:rPr lang="en-US" sz="2200" dirty="0">
                    <a:solidFill>
                      <a:srgbClr val="00B0F0"/>
                    </a:solidFill>
                    <a:latin typeface="Arial" pitchFamily="34" charset="0"/>
                    <a:cs typeface="Arial" pitchFamily="34" charset="0"/>
                  </a:rPr>
                  <a:t> </a:t>
                </a:r>
                <a:endParaRPr lang="en-US" sz="2200" dirty="0">
                  <a:solidFill>
                    <a:schemeClr val="bg1"/>
                  </a:solidFill>
                  <a:latin typeface="Arial" pitchFamily="34" charset="0"/>
                  <a:cs typeface="Arial" pitchFamily="34" charset="0"/>
                </a:endParaRPr>
              </a:p>
              <a:p>
                <a:pPr lvl="0" algn="ctr">
                  <a:lnSpc>
                    <a:spcPct val="150000"/>
                  </a:lnSpc>
                </a:pPr>
                <a:endParaRPr lang="en-IN" sz="2200" dirty="0">
                  <a:solidFill>
                    <a:srgbClr val="C00000"/>
                  </a:solidFill>
                </a:endParaRPr>
              </a:p>
              <a:p>
                <a:pPr lvl="0" algn="ctr">
                  <a:lnSpc>
                    <a:spcPct val="200000"/>
                  </a:lnSpc>
                </a:pPr>
                <a:r>
                  <a:rPr lang="en-US" sz="2200" dirty="0" err="1">
                    <a:solidFill>
                      <a:srgbClr val="0000FF"/>
                    </a:solidFill>
                    <a:latin typeface="Arial" pitchFamily="34" charset="0"/>
                    <a:cs typeface="Arial" pitchFamily="34" charset="0"/>
                  </a:rPr>
                  <a:t>SS</a:t>
                </a:r>
                <a:r>
                  <a:rPr lang="en-US" sz="2200" baseline="-25000" dirty="0" err="1">
                    <a:solidFill>
                      <a:srgbClr val="0000FF"/>
                    </a:solidFill>
                    <a:latin typeface="Arial" pitchFamily="34" charset="0"/>
                    <a:cs typeface="Arial" pitchFamily="34" charset="0"/>
                  </a:rPr>
                  <a:t>Residual</a:t>
                </a:r>
                <a:r>
                  <a:rPr lang="en-US" sz="2200" baseline="-25000" dirty="0">
                    <a:solidFill>
                      <a:prstClr val="black">
                        <a:lumMod val="95000"/>
                        <a:lumOff val="5000"/>
                      </a:prstClr>
                    </a:solidFill>
                    <a:latin typeface="Arial" pitchFamily="34" charset="0"/>
                    <a:cs typeface="Arial" pitchFamily="34" charset="0"/>
                  </a:rPr>
                  <a:t> </a:t>
                </a:r>
                <a:r>
                  <a:rPr lang="en-US" sz="2200" dirty="0">
                    <a:solidFill>
                      <a:prstClr val="black">
                        <a:lumMod val="95000"/>
                        <a:lumOff val="5000"/>
                      </a:prstClr>
                    </a:solidFill>
                    <a:latin typeface="Arial" pitchFamily="34" charset="0"/>
                    <a:cs typeface="Arial" pitchFamily="34" charset="0"/>
                  </a:rPr>
                  <a:t>= </a:t>
                </a:r>
              </a:p>
              <a:p>
                <a:pPr lvl="0" algn="ctr">
                  <a:lnSpc>
                    <a:spcPct val="200000"/>
                  </a:lnSpc>
                </a:pPr>
                <a:r>
                  <a:rPr lang="en-US" sz="2200" dirty="0">
                    <a:solidFill>
                      <a:prstClr val="black">
                        <a:lumMod val="95000"/>
                        <a:lumOff val="5000"/>
                      </a:prstClr>
                    </a:solidFill>
                    <a:latin typeface="Arial" pitchFamily="34" charset="0"/>
                    <a:cs typeface="Arial" pitchFamily="34" charset="0"/>
                  </a:rPr>
                  <a:t>(Actual </a:t>
                </a:r>
                <a:r>
                  <a:rPr lang="en-US" sz="2200" dirty="0" err="1">
                    <a:solidFill>
                      <a:srgbClr val="C00000"/>
                    </a:solidFill>
                    <a:latin typeface="Arial" pitchFamily="34" charset="0"/>
                    <a:cs typeface="Arial" pitchFamily="34" charset="0"/>
                  </a:rPr>
                  <a:t>SS</a:t>
                </a:r>
                <a:r>
                  <a:rPr lang="en-US" sz="2200" baseline="-25000" dirty="0" err="1">
                    <a:solidFill>
                      <a:srgbClr val="C00000"/>
                    </a:solidFill>
                    <a:latin typeface="Arial" pitchFamily="34" charset="0"/>
                    <a:cs typeface="Arial" pitchFamily="34" charset="0"/>
                  </a:rPr>
                  <a:t>Total</a:t>
                </a:r>
                <a:r>
                  <a:rPr lang="en-US" sz="2200" dirty="0">
                    <a:solidFill>
                      <a:prstClr val="black">
                        <a:lumMod val="95000"/>
                        <a:lumOff val="5000"/>
                      </a:prstClr>
                    </a:solidFill>
                    <a:latin typeface="Arial" pitchFamily="34" charset="0"/>
                    <a:cs typeface="Arial" pitchFamily="34" charset="0"/>
                  </a:rPr>
                  <a:t> corrected for </a:t>
                </a:r>
                <a:r>
                  <a:rPr lang="en-US" sz="2200" dirty="0">
                    <a:solidFill>
                      <a:prstClr val="black">
                        <a:lumMod val="95000"/>
                        <a:lumOff val="5000"/>
                      </a:prstClr>
                    </a:solidFill>
                    <a:latin typeface="Arial" pitchFamily="34" charset="0"/>
                    <a:cs typeface="Arial" pitchFamily="34" charset="0"/>
                    <a:sym typeface="Symbol" panose="05050102010706020507" pitchFamily="18" charset="2"/>
                  </a:rPr>
                  <a:t></a:t>
                </a:r>
                <a:r>
                  <a:rPr lang="en-US" sz="2200" baseline="-25000" dirty="0">
                    <a:solidFill>
                      <a:prstClr val="black">
                        <a:lumMod val="95000"/>
                        <a:lumOff val="5000"/>
                      </a:prstClr>
                    </a:solidFill>
                    <a:latin typeface="Arial" pitchFamily="34" charset="0"/>
                    <a:cs typeface="Arial" pitchFamily="34" charset="0"/>
                    <a:sym typeface="Symbol" panose="05050102010706020507" pitchFamily="18" charset="2"/>
                  </a:rPr>
                  <a:t>o </a:t>
                </a:r>
                <a:r>
                  <a:rPr lang="en-US" sz="2200" dirty="0">
                    <a:solidFill>
                      <a:prstClr val="black">
                        <a:lumMod val="95000"/>
                        <a:lumOff val="5000"/>
                      </a:prstClr>
                    </a:solidFill>
                    <a:latin typeface="Arial" pitchFamily="34" charset="0"/>
                    <a:cs typeface="Arial" pitchFamily="34" charset="0"/>
                    <a:sym typeface="Symbol" panose="05050102010706020507" pitchFamily="18" charset="2"/>
                  </a:rPr>
                  <a:t>) </a:t>
                </a:r>
                <a:r>
                  <a:rPr lang="en-US" sz="2200" dirty="0">
                    <a:solidFill>
                      <a:prstClr val="black">
                        <a:lumMod val="95000"/>
                        <a:lumOff val="5000"/>
                      </a:prstClr>
                    </a:solidFill>
                    <a:latin typeface="Arial" pitchFamily="34" charset="0"/>
                    <a:cs typeface="Arial" pitchFamily="34" charset="0"/>
                  </a:rPr>
                  <a:t>-  (</a:t>
                </a:r>
                <a:r>
                  <a:rPr lang="en-US" sz="2200" dirty="0" err="1">
                    <a:solidFill>
                      <a:srgbClr val="00B0F0"/>
                    </a:solidFill>
                    <a:latin typeface="Arial" pitchFamily="34" charset="0"/>
                    <a:cs typeface="Arial" pitchFamily="34" charset="0"/>
                  </a:rPr>
                  <a:t>SS</a:t>
                </a:r>
                <a:r>
                  <a:rPr lang="en-US" sz="2200" baseline="-25000" dirty="0" err="1">
                    <a:solidFill>
                      <a:srgbClr val="00B0F0"/>
                    </a:solidFill>
                    <a:latin typeface="Arial" pitchFamily="34" charset="0"/>
                    <a:cs typeface="Arial" pitchFamily="34" charset="0"/>
                  </a:rPr>
                  <a:t>Regression</a:t>
                </a:r>
                <a:r>
                  <a:rPr lang="en-US" sz="2200" baseline="-25000" dirty="0">
                    <a:solidFill>
                      <a:srgbClr val="00B0F0"/>
                    </a:solidFill>
                    <a:latin typeface="Arial" pitchFamily="34" charset="0"/>
                    <a:cs typeface="Arial" pitchFamily="34" charset="0"/>
                  </a:rPr>
                  <a:t> </a:t>
                </a:r>
                <a:r>
                  <a:rPr lang="en-US" sz="2200" dirty="0">
                    <a:solidFill>
                      <a:prstClr val="black">
                        <a:lumMod val="95000"/>
                        <a:lumOff val="5000"/>
                      </a:prstClr>
                    </a:solidFill>
                    <a:latin typeface="Arial" pitchFamily="34" charset="0"/>
                    <a:cs typeface="Arial" pitchFamily="34" charset="0"/>
                  </a:rPr>
                  <a:t>corrected for </a:t>
                </a:r>
                <a:r>
                  <a:rPr lang="en-US" sz="2200" dirty="0">
                    <a:solidFill>
                      <a:prstClr val="black">
                        <a:lumMod val="95000"/>
                        <a:lumOff val="5000"/>
                      </a:prstClr>
                    </a:solidFill>
                    <a:latin typeface="Arial" pitchFamily="34" charset="0"/>
                    <a:cs typeface="Arial" pitchFamily="34" charset="0"/>
                    <a:sym typeface="Symbol" panose="05050102010706020507" pitchFamily="18" charset="2"/>
                  </a:rPr>
                  <a:t></a:t>
                </a:r>
                <a:r>
                  <a:rPr lang="en-US" sz="2200" baseline="-25000" dirty="0">
                    <a:solidFill>
                      <a:prstClr val="black">
                        <a:lumMod val="95000"/>
                        <a:lumOff val="5000"/>
                      </a:prstClr>
                    </a:solidFill>
                    <a:latin typeface="Arial" pitchFamily="34" charset="0"/>
                    <a:cs typeface="Arial" pitchFamily="34" charset="0"/>
                    <a:sym typeface="Symbol" panose="05050102010706020507" pitchFamily="18" charset="2"/>
                  </a:rPr>
                  <a:t>o</a:t>
                </a:r>
                <a:r>
                  <a:rPr lang="en-US" sz="2200" dirty="0">
                    <a:solidFill>
                      <a:prstClr val="black">
                        <a:lumMod val="95000"/>
                        <a:lumOff val="5000"/>
                      </a:prstClr>
                    </a:solidFill>
                    <a:latin typeface="Arial" pitchFamily="34" charset="0"/>
                    <a:cs typeface="Arial" pitchFamily="34" charset="0"/>
                  </a:rPr>
                  <a:t>)</a:t>
                </a:r>
              </a:p>
              <a:p>
                <a:pPr lvl="0" algn="just">
                  <a:lnSpc>
                    <a:spcPct val="200000"/>
                  </a:lnSpc>
                </a:pPr>
                <a:endParaRPr kumimoji="0" lang="en-US" sz="2200" b="0" i="0" u="none" strike="noStrike" kern="1200" cap="none" spc="0" normalizeH="0" noProof="0" dirty="0">
                  <a:ln>
                    <a:noFill/>
                  </a:ln>
                  <a:solidFill>
                    <a:prstClr val="black">
                      <a:lumMod val="95000"/>
                      <a:lumOff val="5000"/>
                    </a:prstClr>
                  </a:solidFill>
                  <a:effectLst/>
                  <a:uLnTx/>
                  <a:uFillTx/>
                  <a:latin typeface="Arial" pitchFamily="34" charset="0"/>
                  <a:cs typeface="Arial" pitchFamily="34" charset="0"/>
                </a:endParaRPr>
              </a:p>
              <a:p>
                <a:pPr lvl="0" algn="just">
                  <a:lnSpc>
                    <a:spcPct val="150000"/>
                  </a:lnSpc>
                </a:pPr>
                <a:r>
                  <a:rPr kumimoji="0" lang="en-US" sz="2200" b="0" i="0" u="none" strike="noStrike" kern="1200" cap="none" spc="0" normalizeH="0" noProof="0" dirty="0">
                    <a:ln>
                      <a:noFill/>
                    </a:ln>
                    <a:solidFill>
                      <a:prstClr val="black">
                        <a:lumMod val="95000"/>
                        <a:lumOff val="5000"/>
                      </a:prstClr>
                    </a:solidFill>
                    <a:effectLst/>
                    <a:uLnTx/>
                    <a:uFillTx/>
                    <a:latin typeface="Arial" pitchFamily="34" charset="0"/>
                    <a:cs typeface="Arial" pitchFamily="34" charset="0"/>
                  </a:rPr>
                  <a:t>Hence sum of squares due to </a:t>
                </a:r>
                <a:r>
                  <a:rPr lang="en-US" sz="2200" dirty="0">
                    <a:solidFill>
                      <a:prstClr val="black">
                        <a:lumMod val="95000"/>
                        <a:lumOff val="5000"/>
                      </a:prstClr>
                    </a:solidFill>
                    <a:latin typeface="Arial" pitchFamily="34" charset="0"/>
                    <a:cs typeface="Arial" pitchFamily="34" charset="0"/>
                    <a:sym typeface="Symbol" panose="05050102010706020507" pitchFamily="18" charset="2"/>
                  </a:rPr>
                  <a:t></a:t>
                </a:r>
                <a:r>
                  <a:rPr lang="en-US" sz="2200" baseline="-25000" dirty="0">
                    <a:solidFill>
                      <a:prstClr val="black">
                        <a:lumMod val="95000"/>
                        <a:lumOff val="5000"/>
                      </a:prstClr>
                    </a:solidFill>
                    <a:latin typeface="Arial" pitchFamily="34" charset="0"/>
                    <a:cs typeface="Arial" pitchFamily="34" charset="0"/>
                    <a:sym typeface="Symbol" panose="05050102010706020507" pitchFamily="18" charset="2"/>
                  </a:rPr>
                  <a:t>o</a:t>
                </a:r>
                <a:r>
                  <a:rPr lang="en-US" sz="2200" dirty="0">
                    <a:solidFill>
                      <a:prstClr val="black">
                        <a:lumMod val="95000"/>
                        <a:lumOff val="5000"/>
                      </a:prstClr>
                    </a:solidFill>
                    <a:latin typeface="Arial" pitchFamily="34" charset="0"/>
                    <a:cs typeface="Arial" pitchFamily="34" charset="0"/>
                    <a:sym typeface="Symbol" panose="05050102010706020507" pitchFamily="18" charset="2"/>
                  </a:rPr>
                  <a:t> is given by </a:t>
                </a:r>
                <a14:m>
                  <m:oMath xmlns:m="http://schemas.openxmlformats.org/officeDocument/2006/math">
                    <m:r>
                      <m:rPr>
                        <m:sty m:val="p"/>
                      </m:rPr>
                      <a:rPr lang="en-IN" sz="2200">
                        <a:solidFill>
                          <a:srgbClr val="C00000"/>
                        </a:solidFill>
                        <a:latin typeface="Cambria Math" panose="02040503050406030204" pitchFamily="18" charset="0"/>
                      </a:rPr>
                      <m:t>n</m:t>
                    </m:r>
                    <m:sSup>
                      <m:sSupPr>
                        <m:ctrlPr>
                          <a:rPr lang="en-IN" sz="2200" i="1">
                            <a:solidFill>
                              <a:srgbClr val="C00000"/>
                            </a:solidFill>
                            <a:latin typeface="Cambria Math" panose="02040503050406030204" pitchFamily="18" charset="0"/>
                          </a:rPr>
                        </m:ctrlPr>
                      </m:sSupPr>
                      <m:e>
                        <m:acc>
                          <m:accPr>
                            <m:chr m:val="̅"/>
                            <m:ctrlPr>
                              <a:rPr lang="en-IN" sz="2200" i="1">
                                <a:solidFill>
                                  <a:srgbClr val="C00000"/>
                                </a:solidFill>
                                <a:latin typeface="Cambria Math" panose="02040503050406030204" pitchFamily="18" charset="0"/>
                              </a:rPr>
                            </m:ctrlPr>
                          </m:accPr>
                          <m:e>
                            <m:r>
                              <m:rPr>
                                <m:sty m:val="p"/>
                              </m:rPr>
                              <a:rPr lang="en-IN" sz="2200">
                                <a:solidFill>
                                  <a:srgbClr val="C00000"/>
                                </a:solidFill>
                                <a:latin typeface="Cambria Math" panose="02040503050406030204" pitchFamily="18" charset="0"/>
                              </a:rPr>
                              <m:t>Y</m:t>
                            </m:r>
                          </m:e>
                        </m:acc>
                      </m:e>
                      <m:sup>
                        <m:r>
                          <a:rPr lang="en-IN" sz="2200">
                            <a:solidFill>
                              <a:srgbClr val="C00000"/>
                            </a:solidFill>
                            <a:latin typeface="Cambria Math" panose="02040503050406030204" pitchFamily="18" charset="0"/>
                          </a:rPr>
                          <m:t>2</m:t>
                        </m:r>
                      </m:sup>
                    </m:sSup>
                  </m:oMath>
                </a14:m>
                <a:endParaRPr kumimoji="0" lang="en-US" sz="2200" b="0" i="0" u="none" strike="noStrike" kern="1200" cap="none" spc="0" normalizeH="0" noProof="0" dirty="0">
                  <a:ln>
                    <a:noFill/>
                  </a:ln>
                  <a:solidFill>
                    <a:schemeClr val="bg1"/>
                  </a:solidFill>
                  <a:effectLst/>
                  <a:uLnTx/>
                  <a:uFillTx/>
                  <a:latin typeface="Arial" pitchFamily="34" charset="0"/>
                  <a:cs typeface="Arial" pitchFamily="34"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395536" y="1059582"/>
                <a:ext cx="8493890" cy="3853619"/>
              </a:xfrm>
              <a:prstGeom prst="rect">
                <a:avLst/>
              </a:prstGeom>
              <a:blipFill>
                <a:blip r:embed="rId2"/>
                <a:stretch>
                  <a:fillRect l="-933" b="-633"/>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AA07237-E513-CFCA-1291-4BD9082CE41A}"/>
                  </a:ext>
                </a:extLst>
              </p14:cNvPr>
              <p14:cNvContentPartPr/>
              <p14:nvPr/>
            </p14:nvContentPartPr>
            <p14:xfrm>
              <a:off x="2650680" y="603720"/>
              <a:ext cx="6031440" cy="3066840"/>
            </p14:xfrm>
          </p:contentPart>
        </mc:Choice>
        <mc:Fallback>
          <p:pic>
            <p:nvPicPr>
              <p:cNvPr id="2" name="Ink 1">
                <a:extLst>
                  <a:ext uri="{FF2B5EF4-FFF2-40B4-BE49-F238E27FC236}">
                    <a16:creationId xmlns:a16="http://schemas.microsoft.com/office/drawing/2014/main" id="{5AA07237-E513-CFCA-1291-4BD9082CE41A}"/>
                  </a:ext>
                </a:extLst>
              </p:cNvPr>
              <p:cNvPicPr/>
              <p:nvPr/>
            </p:nvPicPr>
            <p:blipFill>
              <a:blip r:embed="rId4"/>
              <a:stretch>
                <a:fillRect/>
              </a:stretch>
            </p:blipFill>
            <p:spPr>
              <a:xfrm>
                <a:off x="2641320" y="594360"/>
                <a:ext cx="6050160" cy="3085560"/>
              </a:xfrm>
              <a:prstGeom prst="rect">
                <a:avLst/>
              </a:prstGeom>
            </p:spPr>
          </p:pic>
        </mc:Fallback>
      </mc:AlternateContent>
    </p:spTree>
    <p:extLst>
      <p:ext uri="{BB962C8B-B14F-4D97-AF65-F5344CB8AC3E}">
        <p14:creationId xmlns:p14="http://schemas.microsoft.com/office/powerpoint/2010/main" val="220857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rPr>
              <a:t>  </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IN" sz="2200"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sp>
        <p:nvSpPr>
          <p:cNvPr id="64514" name="TextBox 3"/>
          <p:cNvSpPr txBox="1">
            <a:spLocks noChangeArrowheads="1"/>
          </p:cNvSpPr>
          <p:nvPr/>
        </p:nvSpPr>
        <p:spPr bwMode="auto">
          <a:xfrm>
            <a:off x="250825" y="465516"/>
            <a:ext cx="8713788" cy="584775"/>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Total Sum of Squares </a:t>
            </a:r>
            <a:endParaRPr kumimoji="0" lang="en-IN" sz="3200" b="1" i="0" u="none" strike="noStrike" kern="1200" cap="none" spc="0" normalizeH="0" baseline="-2500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mc:AlternateContent xmlns:mc="http://schemas.openxmlformats.org/markup-compatibility/2006" xmlns:a14="http://schemas.microsoft.com/office/drawing/2010/main">
        <mc:Choice Requires="a14">
          <p:sp>
            <p:nvSpPr>
              <p:cNvPr id="5" name="TextBox 4"/>
              <p:cNvSpPr txBox="1"/>
              <p:nvPr/>
            </p:nvSpPr>
            <p:spPr>
              <a:xfrm>
                <a:off x="611559" y="1143172"/>
                <a:ext cx="8064897" cy="38461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Total Sum of Squares:</a:t>
                </a: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 </a:t>
                </a:r>
                <a14:m>
                  <m:oMath xmlns:m="http://schemas.openxmlformats.org/officeDocument/2006/math">
                    <m:sSup>
                      <m:sSupPr>
                        <m:ctrlPr>
                          <a:rPr kumimoji="0" lang="en-IN" sz="2400" b="1"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sSupPr>
                      <m:e>
                        <m:r>
                          <a:rPr kumimoji="0" lang="en-IN" sz="2400" b="1" i="0" u="none" strike="noStrike" kern="1200" cap="none" spc="0" normalizeH="0" baseline="0" noProof="0">
                            <a:ln>
                              <a:noFill/>
                            </a:ln>
                            <a:solidFill>
                              <a:srgbClr val="002060"/>
                            </a:solidFill>
                            <a:effectLst/>
                            <a:uLnTx/>
                            <a:uFillTx/>
                            <a:latin typeface="Cambria Math"/>
                            <a:ea typeface="+mn-ea"/>
                            <a:cs typeface="Arial" pitchFamily="34" charset="0"/>
                          </a:rPr>
                          <m:t>𝐘</m:t>
                        </m:r>
                      </m:e>
                      <m:sup>
                        <m:r>
                          <a:rPr kumimoji="0" lang="en-IN" sz="2400" b="1" i="0" u="none" strike="noStrike" kern="1200" cap="none" spc="0" normalizeH="0" baseline="0" noProof="0">
                            <a:ln>
                              <a:noFill/>
                            </a:ln>
                            <a:solidFill>
                              <a:srgbClr val="002060"/>
                            </a:solidFill>
                            <a:effectLst/>
                            <a:uLnTx/>
                            <a:uFillTx/>
                            <a:latin typeface="Cambria Math"/>
                            <a:ea typeface="+mn-ea"/>
                            <a:cs typeface="Arial" pitchFamily="34" charset="0"/>
                          </a:rPr>
                          <m:t>′</m:t>
                        </m:r>
                      </m:sup>
                    </m:sSup>
                    <m:r>
                      <a:rPr kumimoji="0" lang="en-IN" sz="2400" b="1" i="0" u="none" strike="noStrike" kern="1200" cap="none" spc="0" normalizeH="0" baseline="0" noProof="0">
                        <a:ln>
                          <a:noFill/>
                        </a:ln>
                        <a:solidFill>
                          <a:srgbClr val="002060"/>
                        </a:solidFill>
                        <a:effectLst/>
                        <a:uLnTx/>
                        <a:uFillTx/>
                        <a:latin typeface="Cambria Math"/>
                        <a:ea typeface="+mn-ea"/>
                        <a:cs typeface="Arial" pitchFamily="34" charset="0"/>
                      </a:rPr>
                      <m:t>𝐘</m:t>
                    </m:r>
                    <m:r>
                      <a:rPr kumimoji="0" lang="en-IN" sz="2400" b="1" i="0" u="none" strike="noStrike" kern="1200" cap="none" spc="0" normalizeH="0" baseline="0" noProof="0">
                        <a:ln>
                          <a:noFill/>
                        </a:ln>
                        <a:solidFill>
                          <a:srgbClr val="002060"/>
                        </a:solidFill>
                        <a:effectLst/>
                        <a:uLnTx/>
                        <a:uFillTx/>
                        <a:latin typeface="Cambria Math"/>
                        <a:ea typeface="+mn-ea"/>
                        <a:cs typeface="Arial" pitchFamily="34" charset="0"/>
                      </a:rPr>
                      <m:t>−</m:t>
                    </m:r>
                    <m:f>
                      <m:fPr>
                        <m:ctrlPr>
                          <a:rPr kumimoji="0" lang="en-IN" sz="2400" b="1"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fPr>
                      <m:num>
                        <m:sSup>
                          <m:sSupPr>
                            <m:ctrlPr>
                              <a:rPr kumimoji="0" lang="en-IN" sz="2400" b="1"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sSupPr>
                          <m:e>
                            <m:d>
                              <m:dPr>
                                <m:ctrlPr>
                                  <a:rPr kumimoji="0" lang="en-IN" sz="2400" b="1"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dPr>
                              <m:e>
                                <m:nary>
                                  <m:naryPr>
                                    <m:chr m:val="∑"/>
                                    <m:ctrlPr>
                                      <a:rPr kumimoji="0" lang="en-IN" sz="2400" b="0"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naryPr>
                                  <m:sub>
                                    <m:r>
                                      <m:rPr>
                                        <m:sty m:val="p"/>
                                        <m:brk m:alnAt="23"/>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i</m:t>
                                    </m:r>
                                    <m: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=1</m:t>
                                    </m:r>
                                  </m:sub>
                                  <m:sup>
                                    <m:r>
                                      <m:rPr>
                                        <m:sty m:val="p"/>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n</m:t>
                                    </m:r>
                                  </m:sup>
                                  <m:e>
                                    <m:sSub>
                                      <m:sSubPr>
                                        <m:ctrlPr>
                                          <a:rPr kumimoji="0" lang="en-IN" sz="2400" b="0"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sSubPr>
                                      <m:e>
                                        <m:r>
                                          <m:rPr>
                                            <m:sty m:val="p"/>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Y</m:t>
                                        </m:r>
                                      </m:e>
                                      <m:sub>
                                        <m:r>
                                          <m:rPr>
                                            <m:sty m:val="p"/>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i</m:t>
                                        </m:r>
                                      </m:sub>
                                    </m:sSub>
                                  </m:e>
                                </m:nary>
                              </m:e>
                            </m:d>
                          </m:e>
                          <m:sup>
                            <m: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2</m:t>
                            </m:r>
                          </m:sup>
                        </m:sSup>
                      </m:num>
                      <m:den>
                        <m:r>
                          <m:rPr>
                            <m:sty m:val="p"/>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n</m:t>
                        </m:r>
                      </m:den>
                    </m:f>
                  </m:oMath>
                </a14:m>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The </a:t>
                </a:r>
                <a:r>
                  <a:rPr kumimoji="0" lang="en-US" sz="2400" b="0" i="1" u="none" strike="noStrike" kern="1200" cap="none" spc="0" normalizeH="0" baseline="0" noProof="0" dirty="0">
                    <a:ln>
                      <a:noFill/>
                    </a:ln>
                    <a:solidFill>
                      <a:schemeClr val="accent6">
                        <a:lumMod val="50000"/>
                      </a:schemeClr>
                    </a:solidFill>
                    <a:effectLst/>
                    <a:uLnTx/>
                    <a:uFillTx/>
                    <a:latin typeface="Arial" pitchFamily="34" charset="0"/>
                    <a:ea typeface="+mn-ea"/>
                    <a:cs typeface="Arial" pitchFamily="34" charset="0"/>
                  </a:rPr>
                  <a:t>actual</a:t>
                </a: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 total sum of squares is </a:t>
                </a:r>
                <a:r>
                  <a:rPr kumimoji="0" lang="en-US" sz="2400" b="1"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Y</a:t>
                </a:r>
                <a14:m>
                  <m:oMath xmlns:m="http://schemas.openxmlformats.org/officeDocument/2006/math">
                    <m:r>
                      <a:rPr kumimoji="0" lang="en-IN" sz="2400" b="1" i="0" u="none" strike="noStrike" kern="1200" cap="none" spc="0" normalizeH="0" baseline="0" noProof="0">
                        <a:ln>
                          <a:noFill/>
                        </a:ln>
                        <a:solidFill>
                          <a:srgbClr val="002060"/>
                        </a:solidFill>
                        <a:effectLst/>
                        <a:uLnTx/>
                        <a:uFillTx/>
                        <a:latin typeface="Cambria Math"/>
                        <a:ea typeface="+mn-ea"/>
                        <a:cs typeface="Arial" pitchFamily="34" charset="0"/>
                      </a:rPr>
                      <m:t>′</m:t>
                    </m:r>
                  </m:oMath>
                </a14:m>
                <a:r>
                  <a:rPr kumimoji="0" lang="en-US" sz="2400" b="1"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Y.  </a:t>
                </a:r>
              </a:p>
              <a:p>
                <a:pPr lvl="0" algn="just">
                  <a:lnSpc>
                    <a:spcPct val="200000"/>
                  </a:lnSpc>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The term </a:t>
                </a:r>
                <a14:m>
                  <m:oMath xmlns:m="http://schemas.openxmlformats.org/officeDocument/2006/math">
                    <m:r>
                      <m:rPr>
                        <m:sty m:val="p"/>
                      </m:rPr>
                      <a:rPr lang="en-IN" sz="2400">
                        <a:solidFill>
                          <a:srgbClr val="C00000"/>
                        </a:solidFill>
                        <a:latin typeface="Cambria Math" panose="02040503050406030204" pitchFamily="18" charset="0"/>
                      </a:rPr>
                      <m:t>n</m:t>
                    </m:r>
                    <m:sSup>
                      <m:sSupPr>
                        <m:ctrlPr>
                          <a:rPr lang="en-IN" sz="2400" i="1">
                            <a:solidFill>
                              <a:srgbClr val="C00000"/>
                            </a:solidFill>
                            <a:latin typeface="Cambria Math" panose="02040503050406030204" pitchFamily="18" charset="0"/>
                          </a:rPr>
                        </m:ctrlPr>
                      </m:sSupPr>
                      <m:e>
                        <m:acc>
                          <m:accPr>
                            <m:chr m:val="̅"/>
                            <m:ctrlPr>
                              <a:rPr lang="en-IN" sz="2400" i="1">
                                <a:solidFill>
                                  <a:srgbClr val="C00000"/>
                                </a:solidFill>
                                <a:latin typeface="Cambria Math" panose="02040503050406030204" pitchFamily="18" charset="0"/>
                              </a:rPr>
                            </m:ctrlPr>
                          </m:accPr>
                          <m:e>
                            <m:r>
                              <m:rPr>
                                <m:sty m:val="p"/>
                              </m:rPr>
                              <a:rPr lang="en-IN" sz="2400">
                                <a:solidFill>
                                  <a:srgbClr val="C00000"/>
                                </a:solidFill>
                                <a:latin typeface="Cambria Math" panose="02040503050406030204" pitchFamily="18" charset="0"/>
                              </a:rPr>
                              <m:t>Y</m:t>
                            </m:r>
                          </m:e>
                        </m:acc>
                      </m:e>
                      <m:sup>
                        <m:r>
                          <a:rPr lang="en-IN" sz="2400">
                            <a:solidFill>
                              <a:srgbClr val="C00000"/>
                            </a:solidFill>
                            <a:latin typeface="Cambria Math" panose="02040503050406030204" pitchFamily="18" charset="0"/>
                          </a:rPr>
                          <m:t>2</m:t>
                        </m:r>
                      </m:sup>
                    </m:sSup>
                    <m:r>
                      <a:rPr lang="en-IN" sz="2400" b="1" i="1" smtClean="0">
                        <a:solidFill>
                          <a:srgbClr val="C00000"/>
                        </a:solidFill>
                        <a:latin typeface="Cambria Math" panose="02040503050406030204" pitchFamily="18" charset="0"/>
                      </a:rPr>
                      <m:t>=</m:t>
                    </m:r>
                    <m:f>
                      <m:f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Arial" pitchFamily="34" charset="0"/>
                          </a:rPr>
                        </m:ctrlPr>
                      </m:fPr>
                      <m:num>
                        <m:sSup>
                          <m:sSupPr>
                            <m:ctrlPr>
                              <a:rPr kumimoji="0" lang="en-IN" sz="2400" b="1"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sSupPr>
                          <m:e>
                            <m:d>
                              <m:dPr>
                                <m:ctrlPr>
                                  <a:rPr kumimoji="0" lang="en-IN" sz="2400" b="1"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dPr>
                              <m:e>
                                <m:nary>
                                  <m:naryPr>
                                    <m:chr m:val="∑"/>
                                    <m:ctrlPr>
                                      <a:rPr kumimoji="0" lang="en-IN" sz="2400" b="0"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naryPr>
                                  <m:sub>
                                    <m:r>
                                      <m:rPr>
                                        <m:sty m:val="p"/>
                                        <m:brk m:alnAt="23"/>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i</m:t>
                                    </m:r>
                                    <m: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=1</m:t>
                                    </m:r>
                                  </m:sub>
                                  <m:sup>
                                    <m:r>
                                      <m:rPr>
                                        <m:sty m:val="p"/>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n</m:t>
                                    </m:r>
                                  </m:sup>
                                  <m:e>
                                    <m:sSub>
                                      <m:sSubPr>
                                        <m:ctrlPr>
                                          <a:rPr kumimoji="0" lang="en-IN" sz="2400" b="0" i="1" u="none" strike="noStrike" kern="1200" cap="none" spc="0" normalizeH="0" baseline="0" noProof="0">
                                            <a:ln>
                                              <a:noFill/>
                                            </a:ln>
                                            <a:solidFill>
                                              <a:srgbClr val="002060"/>
                                            </a:solidFill>
                                            <a:effectLst/>
                                            <a:uLnTx/>
                                            <a:uFillTx/>
                                            <a:latin typeface="Cambria Math" panose="02040503050406030204" pitchFamily="18" charset="0"/>
                                            <a:ea typeface="+mn-ea"/>
                                            <a:cs typeface="Arial" pitchFamily="34" charset="0"/>
                                          </a:rPr>
                                        </m:ctrlPr>
                                      </m:sSubPr>
                                      <m:e>
                                        <m:r>
                                          <m:rPr>
                                            <m:sty m:val="p"/>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Y</m:t>
                                        </m:r>
                                      </m:e>
                                      <m:sub>
                                        <m:r>
                                          <m:rPr>
                                            <m:sty m:val="p"/>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i</m:t>
                                        </m:r>
                                      </m:sub>
                                    </m:sSub>
                                  </m:e>
                                </m:nary>
                              </m:e>
                            </m:d>
                          </m:e>
                          <m:sup>
                            <m: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2</m:t>
                            </m:r>
                          </m:sup>
                        </m:sSup>
                      </m:num>
                      <m:den>
                        <m:r>
                          <m:rPr>
                            <m:sty m:val="p"/>
                          </m:rPr>
                          <a:rPr kumimoji="0" lang="en-IN" sz="2400" b="0" i="0" u="none" strike="noStrike" kern="1200" cap="none" spc="0" normalizeH="0" baseline="0" noProof="0">
                            <a:ln>
                              <a:noFill/>
                            </a:ln>
                            <a:solidFill>
                              <a:srgbClr val="002060"/>
                            </a:solidFill>
                            <a:effectLst/>
                            <a:uLnTx/>
                            <a:uFillTx/>
                            <a:latin typeface="Cambria Math"/>
                            <a:ea typeface="+mn-ea"/>
                            <a:cs typeface="Arial" pitchFamily="34" charset="0"/>
                          </a:rPr>
                          <m:t>n</m:t>
                        </m:r>
                      </m:den>
                    </m:f>
                  </m:oMath>
                </a14:m>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 is deducted from the </a:t>
                </a:r>
                <a:r>
                  <a:rPr lang="en-US" sz="2400" i="1" dirty="0">
                    <a:solidFill>
                      <a:schemeClr val="accent6">
                        <a:lumMod val="50000"/>
                      </a:schemeClr>
                    </a:solidFill>
                    <a:latin typeface="Arial" pitchFamily="34" charset="0"/>
                    <a:cs typeface="Arial" pitchFamily="34" charset="0"/>
                  </a:rPr>
                  <a:t>actual</a:t>
                </a: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 total sum of squares.</a:t>
                </a:r>
                <a:endParaRPr kumimoji="0" lang="en-IN"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11559" y="1143172"/>
                <a:ext cx="8064897" cy="3846181"/>
              </a:xfrm>
              <a:prstGeom prst="rect">
                <a:avLst/>
              </a:prstGeom>
              <a:blipFill>
                <a:blip r:embed="rId2"/>
                <a:stretch>
                  <a:fillRect l="-1134" r="-1209"/>
                </a:stretch>
              </a:blipFill>
            </p:spPr>
            <p:txBody>
              <a:bodyPr/>
              <a:lstStyle/>
              <a:p>
                <a:r>
                  <a:rPr lang="en-IN">
                    <a:noFill/>
                  </a:rPr>
                  <a:t> </a:t>
                </a:r>
              </a:p>
            </p:txBody>
          </p:sp>
        </mc:Fallback>
      </mc:AlternateContent>
    </p:spTree>
    <p:extLst>
      <p:ext uri="{BB962C8B-B14F-4D97-AF65-F5344CB8AC3E}">
        <p14:creationId xmlns:p14="http://schemas.microsoft.com/office/powerpoint/2010/main" val="3592858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rPr>
              <a:t>  </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IN" sz="2200" b="1" i="0" u="none" strike="noStrike" kern="1200" cap="none" spc="0" normalizeH="0" baseline="0" noProof="0" dirty="0">
              <a:ln>
                <a:noFill/>
              </a:ln>
              <a:solidFill>
                <a:srgbClr val="002060"/>
              </a:solidFill>
              <a:effectLst/>
              <a:uLnTx/>
              <a:uFillTx/>
              <a:latin typeface="Arial" pitchFamily="34" charset="0"/>
              <a:ea typeface="+mn-ea"/>
              <a:cs typeface="Arial" pitchFamily="34" charset="0"/>
            </a:endParaRPr>
          </a:p>
        </p:txBody>
      </p:sp>
      <p:sp>
        <p:nvSpPr>
          <p:cNvPr id="64514" name="TextBox 3"/>
          <p:cNvSpPr txBox="1">
            <a:spLocks noChangeArrowheads="1"/>
          </p:cNvSpPr>
          <p:nvPr/>
        </p:nvSpPr>
        <p:spPr bwMode="auto">
          <a:xfrm>
            <a:off x="287113" y="51470"/>
            <a:ext cx="8713788" cy="1077218"/>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rPr>
              <a:t>Regression Sum of Squares due to </a:t>
            </a: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iral"/>
                <a:ea typeface="+mn-ea"/>
                <a:cs typeface="+mn-cs"/>
                <a:sym typeface="Symbol"/>
              </a:rPr>
              <a:t>Partial Regression Coefficients</a:t>
            </a:r>
            <a:endParaRPr kumimoji="0" lang="en-IN" sz="3200" b="1" i="0" u="none" strike="noStrike" kern="1200" cap="none" spc="0" normalizeH="0" baseline="-25000" noProof="0" dirty="0">
              <a:ln>
                <a:noFill/>
              </a:ln>
              <a:solidFill>
                <a:srgbClr val="0070C0"/>
              </a:solidFill>
              <a:effectLst>
                <a:outerShdw blurRad="38100" dist="38100" dir="2700000" algn="tl">
                  <a:srgbClr val="000000">
                    <a:alpha val="43137"/>
                  </a:srgbClr>
                </a:outerShdw>
              </a:effectLst>
              <a:uLnTx/>
              <a:uFillTx/>
              <a:latin typeface="Airal"/>
              <a:ea typeface="+mn-ea"/>
              <a:cs typeface="+mn-cs"/>
            </a:endParaRPr>
          </a:p>
        </p:txBody>
      </p:sp>
      <p:sp>
        <p:nvSpPr>
          <p:cNvPr id="5" name="TextBox 4"/>
          <p:cNvSpPr txBox="1"/>
          <p:nvPr/>
        </p:nvSpPr>
        <p:spPr>
          <a:xfrm>
            <a:off x="719571" y="1059582"/>
            <a:ext cx="7848873" cy="3785652"/>
          </a:xfrm>
          <a:prstGeom prst="rect">
            <a:avLst/>
          </a:prstGeom>
          <a:noFill/>
        </p:spPr>
        <p:txBody>
          <a:bodyPr wrap="square" rtlCol="0">
            <a:spAutoFit/>
          </a:bodyPr>
          <a:lstStyle/>
          <a:p>
            <a:pPr marL="342900" marR="0" lvl="0" indent="-342900" algn="just" defTabSz="914400" rtl="0" eaLnBrk="1" fontAlgn="auto" latinLnBrk="0" hangingPunct="1">
              <a:lnSpc>
                <a:spcPct val="200000"/>
              </a:lnSpc>
              <a:spcBef>
                <a:spcPts val="0"/>
              </a:spcBef>
              <a:spcAft>
                <a:spcPts val="0"/>
              </a:spcAft>
              <a:buClr>
                <a:srgbClr val="0000FF"/>
              </a:buClr>
              <a:buSzTx/>
              <a:buFont typeface="Wingdings" pitchFamily="2" charset="2"/>
              <a:buChar char="v"/>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The regression sum of squares does NOT include the intercept </a:t>
            </a: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sym typeface="Symbol"/>
              </a:rPr>
              <a:t></a:t>
            </a:r>
            <a:r>
              <a:rPr kumimoji="0" lang="en-US" sz="2400" b="0" i="0" u="none" strike="noStrike" kern="1200" cap="none" spc="0" normalizeH="0" baseline="-25000" noProof="0" dirty="0">
                <a:ln>
                  <a:noFill/>
                </a:ln>
                <a:solidFill>
                  <a:prstClr val="black">
                    <a:lumMod val="95000"/>
                    <a:lumOff val="5000"/>
                  </a:prstClr>
                </a:solidFill>
                <a:effectLst/>
                <a:uLnTx/>
                <a:uFillTx/>
                <a:latin typeface="Arial" pitchFamily="34" charset="0"/>
                <a:ea typeface="+mn-ea"/>
                <a:cs typeface="Arial" pitchFamily="34" charset="0"/>
                <a:sym typeface="Symbol"/>
              </a:rPr>
              <a:t>0</a:t>
            </a: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sym typeface="Symbol"/>
              </a:rPr>
              <a:t> contribution and </a:t>
            </a:r>
          </a:p>
          <a:p>
            <a:pPr marL="342900" marR="0" lvl="0" indent="-342900" algn="just" defTabSz="914400" rtl="0" eaLnBrk="1" fontAlgn="auto" latinLnBrk="0" hangingPunct="1">
              <a:lnSpc>
                <a:spcPct val="200000"/>
              </a:lnSpc>
              <a:spcBef>
                <a:spcPts val="0"/>
              </a:spcBef>
              <a:spcAft>
                <a:spcPts val="0"/>
              </a:spcAft>
              <a:buClr>
                <a:srgbClr val="0000FF"/>
              </a:buClr>
              <a:buSzTx/>
              <a:buFont typeface="Wingdings" pitchFamily="2" charset="2"/>
              <a:buChar char="v"/>
              <a:tabLst/>
              <a:defRPr/>
            </a:pPr>
            <a:r>
              <a:rPr lang="en-US" sz="2400" dirty="0">
                <a:solidFill>
                  <a:prstClr val="black">
                    <a:lumMod val="95000"/>
                    <a:lumOff val="5000"/>
                  </a:prstClr>
                </a:solidFill>
                <a:latin typeface="Arial" pitchFamily="34" charset="0"/>
                <a:cs typeface="Arial" pitchFamily="34" charset="0"/>
                <a:sym typeface="Symbol"/>
              </a:rPr>
              <a:t>H</a:t>
            </a: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sym typeface="Symbol"/>
              </a:rPr>
              <a:t>as contributions only from </a:t>
            </a:r>
            <a:r>
              <a:rPr kumimoji="0" lang="en-US" sz="24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rPr>
              <a:t></a:t>
            </a:r>
            <a:r>
              <a:rPr kumimoji="0" lang="en-US" sz="2400" b="0" i="0" u="none" strike="noStrike" kern="1200" cap="none" spc="0" normalizeH="0" baseline="-25000" noProof="0" dirty="0">
                <a:ln>
                  <a:noFill/>
                </a:ln>
                <a:solidFill>
                  <a:srgbClr val="002060"/>
                </a:solidFill>
                <a:effectLst/>
                <a:uLnTx/>
                <a:uFillTx/>
                <a:latin typeface="Arial" pitchFamily="34" charset="0"/>
                <a:ea typeface="+mn-ea"/>
                <a:cs typeface="Arial" pitchFamily="34" charset="0"/>
                <a:sym typeface="Symbol"/>
              </a:rPr>
              <a:t>1</a:t>
            </a:r>
            <a:r>
              <a:rPr kumimoji="0" lang="en-US" sz="24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rPr>
              <a:t>, </a:t>
            </a:r>
            <a:r>
              <a:rPr kumimoji="0" lang="en-US" sz="2400" b="0" i="0" u="none" strike="noStrike" kern="1200" cap="none" spc="0" normalizeH="0" baseline="-25000" noProof="0" dirty="0">
                <a:ln>
                  <a:noFill/>
                </a:ln>
                <a:solidFill>
                  <a:srgbClr val="002060"/>
                </a:solidFill>
                <a:effectLst/>
                <a:uLnTx/>
                <a:uFillTx/>
                <a:latin typeface="Arial" pitchFamily="34" charset="0"/>
                <a:ea typeface="+mn-ea"/>
                <a:cs typeface="Arial" pitchFamily="34" charset="0"/>
                <a:sym typeface="Symbol"/>
              </a:rPr>
              <a:t>2</a:t>
            </a:r>
            <a:r>
              <a:rPr kumimoji="0" lang="en-US" sz="24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rPr>
              <a:t>, </a:t>
            </a:r>
            <a:r>
              <a:rPr kumimoji="0" lang="en-US" sz="2400" b="0" i="0" u="none" strike="noStrike" kern="1200" cap="none" spc="0" normalizeH="0" baseline="-25000" noProof="0" dirty="0">
                <a:ln>
                  <a:noFill/>
                </a:ln>
                <a:solidFill>
                  <a:srgbClr val="002060"/>
                </a:solidFill>
                <a:effectLst/>
                <a:uLnTx/>
                <a:uFillTx/>
                <a:latin typeface="Arial" pitchFamily="34" charset="0"/>
                <a:ea typeface="+mn-ea"/>
                <a:cs typeface="Arial" pitchFamily="34" charset="0"/>
                <a:sym typeface="Symbol"/>
              </a:rPr>
              <a:t>3</a:t>
            </a:r>
            <a:r>
              <a:rPr kumimoji="0" lang="en-US" sz="24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rPr>
              <a:t>, … </a:t>
            </a:r>
            <a:r>
              <a:rPr kumimoji="0" lang="en-US" sz="2400" b="0" i="0" u="none" strike="noStrike" kern="1200" cap="none" spc="0" normalizeH="0" baseline="-25000" noProof="0" dirty="0">
                <a:ln>
                  <a:noFill/>
                </a:ln>
                <a:solidFill>
                  <a:srgbClr val="002060"/>
                </a:solidFill>
                <a:effectLst/>
                <a:uLnTx/>
                <a:uFillTx/>
                <a:latin typeface="Arial" pitchFamily="34" charset="0"/>
                <a:ea typeface="+mn-ea"/>
                <a:cs typeface="Arial" pitchFamily="34" charset="0"/>
                <a:sym typeface="Symbol"/>
              </a:rPr>
              <a:t>k</a:t>
            </a:r>
            <a:r>
              <a:rPr kumimoji="0" lang="en-US" sz="24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rPr>
              <a:t>.  </a:t>
            </a:r>
          </a:p>
          <a:p>
            <a:pPr marL="342900" marR="0" lvl="0" indent="-342900" algn="just" defTabSz="914400" rtl="0" eaLnBrk="1" fontAlgn="auto" latinLnBrk="0" hangingPunct="1">
              <a:lnSpc>
                <a:spcPct val="200000"/>
              </a:lnSpc>
              <a:spcBef>
                <a:spcPts val="0"/>
              </a:spcBef>
              <a:spcAft>
                <a:spcPts val="0"/>
              </a:spcAft>
              <a:buClr>
                <a:srgbClr val="0000FF"/>
              </a:buClr>
              <a:buSzTx/>
              <a:buFont typeface="Wingdings" pitchFamily="2" charset="2"/>
              <a:buChar char="v"/>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sym typeface="Symbol"/>
              </a:rPr>
              <a:t>Hence the degrees of freedom for this regression sum of squares is </a:t>
            </a:r>
            <a:r>
              <a:rPr kumimoji="0" lang="en-US" sz="2400" b="0" i="0" u="none" strike="noStrike" kern="1200" cap="none" spc="0" normalizeH="0" baseline="0" noProof="0" dirty="0">
                <a:ln>
                  <a:noFill/>
                </a:ln>
                <a:solidFill>
                  <a:srgbClr val="002060"/>
                </a:solidFill>
                <a:effectLst/>
                <a:uLnTx/>
                <a:uFillTx/>
                <a:latin typeface="Arial" pitchFamily="34" charset="0"/>
                <a:ea typeface="+mn-ea"/>
                <a:cs typeface="Arial" pitchFamily="34" charset="0"/>
                <a:sym typeface="Symbol"/>
              </a:rPr>
              <a:t>k (= p-1). </a:t>
            </a:r>
            <a:endParaRPr kumimoji="0" lang="en-IN" sz="2400" b="0" i="0" u="none" strike="noStrike" kern="1200" cap="none" spc="0" normalizeH="0" baseline="0" noProof="0" dirty="0">
              <a:ln>
                <a:noFill/>
              </a:ln>
              <a:solidFill>
                <a:srgbClr val="002060"/>
              </a:solidFill>
              <a:effectLst/>
              <a:uLnTx/>
              <a:uFillTx/>
              <a:latin typeface="Arial" pitchFamily="34" charset="0"/>
              <a:ea typeface="+mn-ea"/>
              <a:cs typeface="Arial"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F024E81-B38B-91C2-2B6E-738158E75123}"/>
                  </a:ext>
                </a:extLst>
              </p14:cNvPr>
              <p14:cNvContentPartPr/>
              <p14:nvPr/>
            </p14:nvContentPartPr>
            <p14:xfrm>
              <a:off x="6129720" y="1799640"/>
              <a:ext cx="2971440" cy="1544400"/>
            </p14:xfrm>
          </p:contentPart>
        </mc:Choice>
        <mc:Fallback>
          <p:pic>
            <p:nvPicPr>
              <p:cNvPr id="2" name="Ink 1">
                <a:extLst>
                  <a:ext uri="{FF2B5EF4-FFF2-40B4-BE49-F238E27FC236}">
                    <a16:creationId xmlns:a16="http://schemas.microsoft.com/office/drawing/2014/main" id="{4F024E81-B38B-91C2-2B6E-738158E75123}"/>
                  </a:ext>
                </a:extLst>
              </p:cNvPr>
              <p:cNvPicPr/>
              <p:nvPr/>
            </p:nvPicPr>
            <p:blipFill>
              <a:blip r:embed="rId3"/>
              <a:stretch>
                <a:fillRect/>
              </a:stretch>
            </p:blipFill>
            <p:spPr>
              <a:xfrm>
                <a:off x="6120360" y="1790280"/>
                <a:ext cx="2990160" cy="15631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1735B6B6-1EE6-95CC-6350-5EC797E8C2F2}"/>
                  </a:ext>
                </a:extLst>
              </p14:cNvPr>
              <p14:cNvContentPartPr/>
              <p14:nvPr/>
            </p14:nvContentPartPr>
            <p14:xfrm>
              <a:off x="7479720" y="2682720"/>
              <a:ext cx="1492920" cy="1954440"/>
            </p14:xfrm>
          </p:contentPart>
        </mc:Choice>
        <mc:Fallback>
          <p:pic>
            <p:nvPicPr>
              <p:cNvPr id="3" name="Ink 2">
                <a:extLst>
                  <a:ext uri="{FF2B5EF4-FFF2-40B4-BE49-F238E27FC236}">
                    <a16:creationId xmlns:a16="http://schemas.microsoft.com/office/drawing/2014/main" id="{1735B6B6-1EE6-95CC-6350-5EC797E8C2F2}"/>
                  </a:ext>
                </a:extLst>
              </p:cNvPr>
              <p:cNvPicPr/>
              <p:nvPr/>
            </p:nvPicPr>
            <p:blipFill>
              <a:blip r:embed="rId5"/>
              <a:stretch>
                <a:fillRect/>
              </a:stretch>
            </p:blipFill>
            <p:spPr>
              <a:xfrm>
                <a:off x="7470360" y="2673360"/>
                <a:ext cx="1511640" cy="1973160"/>
              </a:xfrm>
              <a:prstGeom prst="rect">
                <a:avLst/>
              </a:prstGeom>
            </p:spPr>
          </p:pic>
        </mc:Fallback>
      </mc:AlternateContent>
    </p:spTree>
    <p:extLst>
      <p:ext uri="{BB962C8B-B14F-4D97-AF65-F5344CB8AC3E}">
        <p14:creationId xmlns:p14="http://schemas.microsoft.com/office/powerpoint/2010/main" val="1241820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rPr>
              <a:t>  </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IN" sz="2200"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sp>
        <p:nvSpPr>
          <p:cNvPr id="64514" name="TextBox 3"/>
          <p:cNvSpPr txBox="1">
            <a:spLocks noChangeArrowheads="1"/>
          </p:cNvSpPr>
          <p:nvPr/>
        </p:nvSpPr>
        <p:spPr bwMode="auto">
          <a:xfrm>
            <a:off x="430212" y="123478"/>
            <a:ext cx="8713788" cy="584775"/>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rial" pitchFamily="34" charset="0"/>
                <a:ea typeface="+mn-ea"/>
                <a:cs typeface="Arial" pitchFamily="34" charset="0"/>
              </a:rPr>
              <a:t>Regression Sum of Squares due to </a:t>
            </a: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rial" pitchFamily="34" charset="0"/>
                <a:ea typeface="+mn-ea"/>
                <a:cs typeface="Arial" pitchFamily="34" charset="0"/>
                <a:sym typeface="Symbol"/>
              </a:rPr>
              <a:t></a:t>
            </a:r>
            <a:r>
              <a:rPr kumimoji="0" lang="en-US" sz="3200" b="1" i="0" u="none" strike="noStrike" kern="1200" cap="none" spc="0" normalizeH="0" baseline="-25000" noProof="0" dirty="0">
                <a:ln>
                  <a:noFill/>
                </a:ln>
                <a:solidFill>
                  <a:srgbClr val="0070C0"/>
                </a:solidFill>
                <a:effectLst>
                  <a:outerShdw blurRad="38100" dist="38100" dir="2700000" algn="tl">
                    <a:srgbClr val="000000">
                      <a:alpha val="43137"/>
                    </a:srgbClr>
                  </a:outerShdw>
                </a:effectLst>
                <a:uLnTx/>
                <a:uFillTx/>
                <a:latin typeface="Arial" pitchFamily="34" charset="0"/>
                <a:ea typeface="+mn-ea"/>
                <a:cs typeface="Arial" pitchFamily="34" charset="0"/>
                <a:sym typeface="Symbol"/>
              </a:rPr>
              <a:t>0</a:t>
            </a:r>
            <a:endParaRPr kumimoji="0" lang="en-IN" sz="3200" b="1" i="0" u="none" strike="noStrike" kern="1200" cap="none" spc="0" normalizeH="0" baseline="-25000" noProof="0" dirty="0">
              <a:ln>
                <a:noFill/>
              </a:ln>
              <a:solidFill>
                <a:srgbClr val="0070C0"/>
              </a:solidFill>
              <a:effectLst>
                <a:outerShdw blurRad="38100" dist="38100" dir="2700000" algn="tl">
                  <a:srgbClr val="000000">
                    <a:alpha val="43137"/>
                  </a:srgbClr>
                </a:outerShdw>
              </a:effectLst>
              <a:uLnTx/>
              <a:uFillTx/>
              <a:latin typeface="Arial" pitchFamily="34" charset="0"/>
              <a:ea typeface="+mn-ea"/>
              <a:cs typeface="Arial" pitchFamily="34" charset="0"/>
            </a:endParaRPr>
          </a:p>
        </p:txBody>
      </p:sp>
      <mc:AlternateContent xmlns:mc="http://schemas.openxmlformats.org/markup-compatibility/2006" xmlns:a14="http://schemas.microsoft.com/office/drawing/2010/main">
        <mc:Choice Requires="a14">
          <p:sp>
            <p:nvSpPr>
              <p:cNvPr id="5" name="TextBox 4"/>
              <p:cNvSpPr txBox="1"/>
              <p:nvPr/>
            </p:nvSpPr>
            <p:spPr>
              <a:xfrm>
                <a:off x="430212" y="708253"/>
                <a:ext cx="8387604" cy="4544064"/>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Another way of looking at this is as follows</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If we fit a model containing only </a:t>
                </a: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sym typeface="Symbol"/>
                  </a:rPr>
                  <a:t></a:t>
                </a:r>
                <a:r>
                  <a:rPr kumimoji="0" lang="en-US" sz="2400" b="0" i="0" u="none" strike="noStrike" kern="1200" cap="none" spc="0" normalizeH="0" baseline="-25000" noProof="0" dirty="0">
                    <a:ln>
                      <a:noFill/>
                    </a:ln>
                    <a:solidFill>
                      <a:prstClr val="black">
                        <a:lumMod val="95000"/>
                        <a:lumOff val="5000"/>
                      </a:prstClr>
                    </a:solidFill>
                    <a:effectLst/>
                    <a:uLnTx/>
                    <a:uFillTx/>
                    <a:latin typeface="Arial" pitchFamily="34" charset="0"/>
                    <a:ea typeface="+mn-ea"/>
                    <a:cs typeface="Arial" pitchFamily="34" charset="0"/>
                    <a:sym typeface="Symbol"/>
                  </a:rPr>
                  <a:t>0</a:t>
                </a: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sym typeface="Symbol"/>
                  </a:rPr>
                  <a:t> , the fitted model is </a:t>
                </a:r>
              </a:p>
              <a:p>
                <a:pPr marL="0" marR="0" lvl="0" indent="0" algn="ctr" defTabSz="914400" rtl="0" eaLnBrk="1" fontAlgn="auto" latinLnBrk="0" hangingPunct="1">
                  <a:lnSpc>
                    <a:spcPct val="2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Arial" pitchFamily="34" charset="0"/>
                            </a:rPr>
                          </m:ctrlPr>
                        </m:accPr>
                        <m:e>
                          <m:r>
                            <m:rPr>
                              <m:sty m:val="p"/>
                            </m:rPr>
                            <a:rPr kumimoji="0" lang="en-IN" sz="2400" b="0" i="0" u="none" strike="noStrike" kern="1200" cap="none" spc="0" normalizeH="0" baseline="0" noProof="0" smtClean="0">
                              <a:ln>
                                <a:noFill/>
                              </a:ln>
                              <a:solidFill>
                                <a:srgbClr val="002060"/>
                              </a:solidFill>
                              <a:effectLst/>
                              <a:uLnTx/>
                              <a:uFillTx/>
                              <a:latin typeface="Cambria Math"/>
                              <a:ea typeface="+mn-ea"/>
                              <a:cs typeface="Arial" pitchFamily="34" charset="0"/>
                            </a:rPr>
                            <m:t>Y</m:t>
                          </m:r>
                        </m:e>
                      </m:acc>
                      <m:r>
                        <a:rPr kumimoji="0" lang="en-IN" sz="2400" b="0" i="0" u="none" strike="noStrike" kern="1200" cap="none" spc="0" normalizeH="0" baseline="0" noProof="0" smtClean="0">
                          <a:ln>
                            <a:noFill/>
                          </a:ln>
                          <a:solidFill>
                            <a:srgbClr val="002060"/>
                          </a:solidFill>
                          <a:effectLst/>
                          <a:uLnTx/>
                          <a:uFillTx/>
                          <a:latin typeface="Cambria Math"/>
                          <a:ea typeface="+mn-ea"/>
                          <a:cs typeface="Arial" pitchFamily="34" charset="0"/>
                        </a:rPr>
                        <m:t>=</m:t>
                      </m:r>
                      <m:acc>
                        <m:accPr>
                          <m:chr m:val="̅"/>
                          <m:ctrlPr>
                            <a:rPr kumimoji="0" lang="en-IN" sz="24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Arial" pitchFamily="34" charset="0"/>
                            </a:rPr>
                          </m:ctrlPr>
                        </m:accPr>
                        <m:e>
                          <m:r>
                            <m:rPr>
                              <m:sty m:val="p"/>
                            </m:rPr>
                            <a:rPr kumimoji="0" lang="en-US" sz="2400" b="0" i="0" u="none" strike="noStrike" kern="1200" cap="none" spc="0" normalizeH="0" baseline="0" noProof="0" smtClean="0">
                              <a:ln>
                                <a:noFill/>
                              </a:ln>
                              <a:solidFill>
                                <a:srgbClr val="002060"/>
                              </a:solidFill>
                              <a:effectLst/>
                              <a:uLnTx/>
                              <a:uFillTx/>
                              <a:latin typeface="Cambria Math"/>
                              <a:ea typeface="+mn-ea"/>
                              <a:cs typeface="Arial" pitchFamily="34" charset="0"/>
                            </a:rPr>
                            <m:t>Y</m:t>
                          </m:r>
                        </m:e>
                      </m:acc>
                    </m:oMath>
                  </m:oMathPara>
                </a14:m>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or</a:t>
                </a:r>
              </a:p>
              <a:p>
                <a:pPr marL="0" marR="0" lvl="0" indent="0" algn="l" defTabSz="914400" rtl="0" eaLnBrk="1" fontAlgn="auto" latinLnBrk="0" hangingPunct="1">
                  <a:lnSpc>
                    <a:spcPct val="2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Arial" pitchFamily="34" charset="0"/>
                            </a:rPr>
                          </m:ctrlPr>
                        </m:sSubPr>
                        <m:e>
                          <m:r>
                            <m:rPr>
                              <m:sty m:val="p"/>
                            </m:rPr>
                            <a:rPr kumimoji="0" lang="en-US" sz="2400" b="0" i="0" u="none" strike="noStrike" kern="1200" cap="none" spc="0" normalizeH="0" baseline="0" noProof="0" smtClean="0">
                              <a:ln>
                                <a:noFill/>
                              </a:ln>
                              <a:solidFill>
                                <a:srgbClr val="002060"/>
                              </a:solidFill>
                              <a:effectLst/>
                              <a:uLnTx/>
                              <a:uFillTx/>
                              <a:latin typeface="Cambria Math"/>
                              <a:ea typeface="Cambria Math"/>
                              <a:cs typeface="Arial" pitchFamily="34" charset="0"/>
                            </a:rPr>
                            <m:t>β</m:t>
                          </m:r>
                        </m:e>
                        <m:sub>
                          <m:r>
                            <m:rPr>
                              <m:sty m:val="p"/>
                            </m:rPr>
                            <a:rPr kumimoji="0" lang="en-IN" sz="2400" b="0" i="0" u="none" strike="noStrike" kern="1200" cap="none" spc="0" normalizeH="0" baseline="0" noProof="0" smtClean="0">
                              <a:ln>
                                <a:noFill/>
                              </a:ln>
                              <a:solidFill>
                                <a:srgbClr val="002060"/>
                              </a:solidFill>
                              <a:effectLst/>
                              <a:uLnTx/>
                              <a:uFillTx/>
                              <a:latin typeface="Cambria Math"/>
                              <a:ea typeface="+mn-ea"/>
                              <a:cs typeface="Arial" pitchFamily="34" charset="0"/>
                            </a:rPr>
                            <m:t>o</m:t>
                          </m:r>
                        </m:sub>
                      </m:sSub>
                      <m:r>
                        <a:rPr kumimoji="0" lang="en-IN" sz="2400" b="0" i="0" u="none" strike="noStrike" kern="1200" cap="none" spc="0" normalizeH="0" baseline="0" noProof="0" smtClean="0">
                          <a:ln>
                            <a:noFill/>
                          </a:ln>
                          <a:solidFill>
                            <a:srgbClr val="002060"/>
                          </a:solidFill>
                          <a:effectLst/>
                          <a:uLnTx/>
                          <a:uFillTx/>
                          <a:latin typeface="Cambria Math"/>
                          <a:ea typeface="+mn-ea"/>
                          <a:cs typeface="Arial" pitchFamily="34" charset="0"/>
                        </a:rPr>
                        <m:t>= </m:t>
                      </m:r>
                      <m:acc>
                        <m:accPr>
                          <m:chr m:val="̅"/>
                          <m:ctrlPr>
                            <a:rPr kumimoji="0" lang="en-IN" sz="24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Arial" pitchFamily="34" charset="0"/>
                            </a:rPr>
                          </m:ctrlPr>
                        </m:accPr>
                        <m:e>
                          <m:r>
                            <m:rPr>
                              <m:sty m:val="p"/>
                            </m:rPr>
                            <a:rPr kumimoji="0" lang="en-IN" sz="2400" b="0" i="0" u="none" strike="noStrike" kern="1200" cap="none" spc="0" normalizeH="0" baseline="0" noProof="0" smtClean="0">
                              <a:ln>
                                <a:noFill/>
                              </a:ln>
                              <a:solidFill>
                                <a:srgbClr val="002060"/>
                              </a:solidFill>
                              <a:effectLst/>
                              <a:uLnTx/>
                              <a:uFillTx/>
                              <a:latin typeface="Cambria Math"/>
                              <a:ea typeface="+mn-ea"/>
                              <a:cs typeface="Arial" pitchFamily="34" charset="0"/>
                            </a:rPr>
                            <m:t>Y</m:t>
                          </m:r>
                        </m:e>
                      </m:acc>
                    </m:oMath>
                  </m:oMathPara>
                </a14:m>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200000"/>
                  </a:lnSpc>
                  <a:spcBef>
                    <a:spcPts val="0"/>
                  </a:spcBef>
                  <a:spcAft>
                    <a:spcPts val="0"/>
                  </a:spcAft>
                  <a:buClrTx/>
                  <a:buSzTx/>
                  <a:buFontTx/>
                  <a:buNone/>
                  <a:tabLst/>
                  <a:defRPr/>
                </a:pPr>
                <a:r>
                  <a:rPr lang="en-US" sz="2400" dirty="0">
                    <a:solidFill>
                      <a:prstClr val="black">
                        <a:lumMod val="95000"/>
                        <a:lumOff val="5000"/>
                      </a:prstClr>
                    </a:solidFill>
                    <a:latin typeface="Arial" pitchFamily="34" charset="0"/>
                    <a:cs typeface="Arial" pitchFamily="34" charset="0"/>
                  </a:rPr>
                  <a:t>There is no contribution from the predictors</a:t>
                </a:r>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30212" y="708253"/>
                <a:ext cx="8387604" cy="4544064"/>
              </a:xfrm>
              <a:prstGeom prst="rect">
                <a:avLst/>
              </a:prstGeom>
              <a:blipFill>
                <a:blip r:embed="rId2"/>
                <a:stretch>
                  <a:fillRect l="-1164"/>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1903E99-2602-F435-D12A-335439D171CB}"/>
                  </a:ext>
                </a:extLst>
              </p14:cNvPr>
              <p14:cNvContentPartPr/>
              <p14:nvPr/>
            </p14:nvContentPartPr>
            <p14:xfrm>
              <a:off x="4170240" y="2286000"/>
              <a:ext cx="3902400" cy="1720440"/>
            </p14:xfrm>
          </p:contentPart>
        </mc:Choice>
        <mc:Fallback>
          <p:pic>
            <p:nvPicPr>
              <p:cNvPr id="2" name="Ink 1">
                <a:extLst>
                  <a:ext uri="{FF2B5EF4-FFF2-40B4-BE49-F238E27FC236}">
                    <a16:creationId xmlns:a16="http://schemas.microsoft.com/office/drawing/2014/main" id="{41903E99-2602-F435-D12A-335439D171CB}"/>
                  </a:ext>
                </a:extLst>
              </p:cNvPr>
              <p:cNvPicPr/>
              <p:nvPr/>
            </p:nvPicPr>
            <p:blipFill>
              <a:blip r:embed="rId4"/>
              <a:stretch>
                <a:fillRect/>
              </a:stretch>
            </p:blipFill>
            <p:spPr>
              <a:xfrm>
                <a:off x="4160880" y="2276640"/>
                <a:ext cx="3921120" cy="1739160"/>
              </a:xfrm>
              <a:prstGeom prst="rect">
                <a:avLst/>
              </a:prstGeom>
            </p:spPr>
          </p:pic>
        </mc:Fallback>
      </mc:AlternateContent>
    </p:spTree>
    <p:extLst>
      <p:ext uri="{BB962C8B-B14F-4D97-AF65-F5344CB8AC3E}">
        <p14:creationId xmlns:p14="http://schemas.microsoft.com/office/powerpoint/2010/main" val="87057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95536" y="465516"/>
            <a:ext cx="8496944" cy="3139321"/>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Arial" pitchFamily="34" charset="0"/>
                <a:ea typeface="+mn-ea"/>
                <a:cs typeface="Arial" pitchFamily="34" charset="0"/>
                <a:sym typeface="Symbol"/>
              </a:rPr>
              <a:t>  </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IN" sz="2200"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sp>
        <p:nvSpPr>
          <p:cNvPr id="64514" name="TextBox 3"/>
          <p:cNvSpPr txBox="1">
            <a:spLocks noChangeArrowheads="1"/>
          </p:cNvSpPr>
          <p:nvPr/>
        </p:nvSpPr>
        <p:spPr bwMode="auto">
          <a:xfrm>
            <a:off x="430212" y="123478"/>
            <a:ext cx="8713788" cy="584775"/>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rial" pitchFamily="34" charset="0"/>
                <a:ea typeface="+mn-ea"/>
                <a:cs typeface="Arial" pitchFamily="34" charset="0"/>
              </a:rPr>
              <a:t>Regression Sum of Squares due to </a:t>
            </a:r>
            <a:r>
              <a:rPr kumimoji="0" lang="en-US" sz="3200" b="1"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Arial" pitchFamily="34" charset="0"/>
                <a:ea typeface="+mn-ea"/>
                <a:cs typeface="Arial" pitchFamily="34" charset="0"/>
                <a:sym typeface="Symbol"/>
              </a:rPr>
              <a:t></a:t>
            </a:r>
            <a:r>
              <a:rPr kumimoji="0" lang="en-US" sz="3200" b="1" i="0" u="none" strike="noStrike" kern="1200" cap="none" spc="0" normalizeH="0" baseline="-25000" noProof="0" dirty="0">
                <a:ln>
                  <a:noFill/>
                </a:ln>
                <a:solidFill>
                  <a:srgbClr val="0070C0"/>
                </a:solidFill>
                <a:effectLst>
                  <a:outerShdw blurRad="38100" dist="38100" dir="2700000" algn="tl">
                    <a:srgbClr val="000000">
                      <a:alpha val="43137"/>
                    </a:srgbClr>
                  </a:outerShdw>
                </a:effectLst>
                <a:uLnTx/>
                <a:uFillTx/>
                <a:latin typeface="Arial" pitchFamily="34" charset="0"/>
                <a:ea typeface="+mn-ea"/>
                <a:cs typeface="Arial" pitchFamily="34" charset="0"/>
                <a:sym typeface="Symbol"/>
              </a:rPr>
              <a:t>0</a:t>
            </a:r>
            <a:endParaRPr kumimoji="0" lang="en-IN" sz="3200" b="1" i="0" u="none" strike="noStrike" kern="1200" cap="none" spc="0" normalizeH="0" baseline="-25000" noProof="0" dirty="0">
              <a:ln>
                <a:noFill/>
              </a:ln>
              <a:solidFill>
                <a:srgbClr val="0070C0"/>
              </a:solidFill>
              <a:effectLst>
                <a:outerShdw blurRad="38100" dist="38100" dir="2700000" algn="tl">
                  <a:srgbClr val="000000">
                    <a:alpha val="43137"/>
                  </a:srgbClr>
                </a:outerShdw>
              </a:effectLst>
              <a:uLnTx/>
              <a:uFillTx/>
              <a:latin typeface="Arial" pitchFamily="34" charset="0"/>
              <a:ea typeface="+mn-ea"/>
              <a:cs typeface="Arial" pitchFamily="34" charset="0"/>
            </a:endParaRPr>
          </a:p>
        </p:txBody>
      </p:sp>
      <mc:AlternateContent xmlns:mc="http://schemas.openxmlformats.org/markup-compatibility/2006" xmlns:a14="http://schemas.microsoft.com/office/drawing/2010/main">
        <mc:Choice Requires="a14">
          <p:sp>
            <p:nvSpPr>
              <p:cNvPr id="5" name="TextBox 4"/>
              <p:cNvSpPr txBox="1"/>
              <p:nvPr/>
            </p:nvSpPr>
            <p:spPr>
              <a:xfrm>
                <a:off x="430212" y="708253"/>
                <a:ext cx="8387604" cy="4463273"/>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Arial" pitchFamily="34" charset="0"/>
                            </a:rPr>
                          </m:ctrlPr>
                        </m:sSubPr>
                        <m:e>
                          <m:r>
                            <m:rPr>
                              <m:sty m:val="p"/>
                            </m:rPr>
                            <a:rPr kumimoji="0" lang="en-US" sz="2400" b="0" i="0" u="none" strike="noStrike" kern="1200" cap="none" spc="0" normalizeH="0" baseline="0" noProof="0" smtClean="0">
                              <a:ln>
                                <a:noFill/>
                              </a:ln>
                              <a:solidFill>
                                <a:srgbClr val="002060"/>
                              </a:solidFill>
                              <a:effectLst/>
                              <a:uLnTx/>
                              <a:uFillTx/>
                              <a:latin typeface="Cambria Math"/>
                              <a:ea typeface="Cambria Math"/>
                              <a:cs typeface="Arial" pitchFamily="34" charset="0"/>
                            </a:rPr>
                            <m:t>β</m:t>
                          </m:r>
                        </m:e>
                        <m:sub>
                          <m:r>
                            <m:rPr>
                              <m:sty m:val="p"/>
                            </m:rPr>
                            <a:rPr kumimoji="0" lang="en-IN" sz="2400" b="0" i="0" u="none" strike="noStrike" kern="1200" cap="none" spc="0" normalizeH="0" baseline="0" noProof="0" smtClean="0">
                              <a:ln>
                                <a:noFill/>
                              </a:ln>
                              <a:solidFill>
                                <a:srgbClr val="002060"/>
                              </a:solidFill>
                              <a:effectLst/>
                              <a:uLnTx/>
                              <a:uFillTx/>
                              <a:latin typeface="Cambria Math"/>
                              <a:ea typeface="+mn-ea"/>
                              <a:cs typeface="Arial" pitchFamily="34" charset="0"/>
                            </a:rPr>
                            <m:t>o</m:t>
                          </m:r>
                        </m:sub>
                      </m:sSub>
                      <m:r>
                        <a:rPr kumimoji="0" lang="en-IN" sz="2400" b="0" i="0" u="none" strike="noStrike" kern="1200" cap="none" spc="0" normalizeH="0" baseline="0" noProof="0" smtClean="0">
                          <a:ln>
                            <a:noFill/>
                          </a:ln>
                          <a:solidFill>
                            <a:srgbClr val="002060"/>
                          </a:solidFill>
                          <a:effectLst/>
                          <a:uLnTx/>
                          <a:uFillTx/>
                          <a:latin typeface="Cambria Math"/>
                          <a:ea typeface="+mn-ea"/>
                          <a:cs typeface="Arial" pitchFamily="34" charset="0"/>
                        </a:rPr>
                        <m:t>= </m:t>
                      </m:r>
                      <m:acc>
                        <m:accPr>
                          <m:chr m:val="̅"/>
                          <m:ctrlPr>
                            <a:rPr kumimoji="0" lang="en-IN" sz="24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Arial" pitchFamily="34" charset="0"/>
                            </a:rPr>
                          </m:ctrlPr>
                        </m:accPr>
                        <m:e>
                          <m:r>
                            <m:rPr>
                              <m:sty m:val="p"/>
                            </m:rPr>
                            <a:rPr kumimoji="0" lang="en-IN" sz="2400" b="0" i="0" u="none" strike="noStrike" kern="1200" cap="none" spc="0" normalizeH="0" baseline="0" noProof="0" smtClean="0">
                              <a:ln>
                                <a:noFill/>
                              </a:ln>
                              <a:solidFill>
                                <a:srgbClr val="002060"/>
                              </a:solidFill>
                              <a:effectLst/>
                              <a:uLnTx/>
                              <a:uFillTx/>
                              <a:latin typeface="Cambria Math"/>
                              <a:ea typeface="+mn-ea"/>
                              <a:cs typeface="Arial" pitchFamily="34" charset="0"/>
                            </a:rPr>
                            <m:t>Y</m:t>
                          </m:r>
                        </m:e>
                      </m:acc>
                    </m:oMath>
                  </m:oMathPara>
                </a14:m>
                <a:endPar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endParaRPr>
              </a:p>
              <a:p>
                <a:pPr marL="0" marR="0" lvl="0" indent="0" algn="just" defTabSz="914400" rtl="0" eaLnBrk="1" fontAlgn="auto" latinLnBrk="0" hangingPunct="1">
                  <a:lnSpc>
                    <a:spcPct val="200000"/>
                  </a:lnSpc>
                  <a:spcBef>
                    <a:spcPts val="0"/>
                  </a:spcBef>
                  <a:spcAft>
                    <a:spcPts val="0"/>
                  </a:spcAft>
                  <a:buClrTx/>
                  <a:buSzTx/>
                  <a:buFontTx/>
                  <a:buNone/>
                  <a:tabLst/>
                  <a:defRPr/>
                </a:pPr>
                <a:r>
                  <a:rPr lang="en-US" sz="2400" dirty="0">
                    <a:solidFill>
                      <a:prstClr val="black">
                        <a:lumMod val="95000"/>
                        <a:lumOff val="5000"/>
                      </a:prstClr>
                    </a:solidFill>
                    <a:latin typeface="Arial" pitchFamily="34" charset="0"/>
                    <a:cs typeface="Arial" pitchFamily="34" charset="0"/>
                  </a:rPr>
                  <a:t>There is no contribution from the predictors</a:t>
                </a:r>
              </a:p>
              <a:p>
                <a:pPr lvl="0" algn="just">
                  <a:lnSpc>
                    <a:spcPct val="200000"/>
                  </a:lnSpc>
                </a:pPr>
                <a:r>
                  <a:rPr kumimoji="0" lang="en-US" sz="2400" b="0" i="0" u="none" strike="noStrike" kern="1200" cap="none" spc="0" normalizeH="0" baseline="0" noProof="0" dirty="0">
                    <a:ln>
                      <a:noFill/>
                    </a:ln>
                    <a:solidFill>
                      <a:prstClr val="black">
                        <a:lumMod val="95000"/>
                        <a:lumOff val="5000"/>
                      </a:prstClr>
                    </a:solidFill>
                    <a:effectLst/>
                    <a:uLnTx/>
                    <a:uFillTx/>
                    <a:latin typeface="Arial" pitchFamily="34" charset="0"/>
                    <a:ea typeface="+mn-ea"/>
                    <a:cs typeface="Arial" pitchFamily="34" charset="0"/>
                  </a:rPr>
                  <a:t>Hence sum</a:t>
                </a:r>
                <a:r>
                  <a:rPr kumimoji="0" lang="en-US" sz="2400" b="0" i="0" u="none" strike="noStrike" kern="1200" cap="none" spc="0" normalizeH="0" noProof="0" dirty="0">
                    <a:ln>
                      <a:noFill/>
                    </a:ln>
                    <a:solidFill>
                      <a:prstClr val="black">
                        <a:lumMod val="95000"/>
                        <a:lumOff val="5000"/>
                      </a:prstClr>
                    </a:solidFill>
                    <a:effectLst/>
                    <a:uLnTx/>
                    <a:uFillTx/>
                    <a:latin typeface="Arial" pitchFamily="34" charset="0"/>
                    <a:ea typeface="+mn-ea"/>
                    <a:cs typeface="Arial" pitchFamily="34" charset="0"/>
                  </a:rPr>
                  <a:t> of squares due to </a:t>
                </a:r>
                <a14:m>
                  <m:oMath xmlns:m="http://schemas.openxmlformats.org/officeDocument/2006/math">
                    <m:sSub>
                      <m:sSubPr>
                        <m:ctrlPr>
                          <a:rPr lang="en-US" sz="2400" i="1">
                            <a:solidFill>
                              <a:srgbClr val="002060"/>
                            </a:solidFill>
                            <a:latin typeface="Cambria Math" panose="02040503050406030204" pitchFamily="18" charset="0"/>
                            <a:cs typeface="Arial" pitchFamily="34" charset="0"/>
                          </a:rPr>
                        </m:ctrlPr>
                      </m:sSubPr>
                      <m:e>
                        <m:r>
                          <m:rPr>
                            <m:sty m:val="p"/>
                          </m:rPr>
                          <a:rPr lang="en-US" sz="2400">
                            <a:solidFill>
                              <a:srgbClr val="002060"/>
                            </a:solidFill>
                            <a:latin typeface="Cambria Math"/>
                            <a:ea typeface="Cambria Math"/>
                            <a:cs typeface="Arial" pitchFamily="34" charset="0"/>
                          </a:rPr>
                          <m:t>β</m:t>
                        </m:r>
                      </m:e>
                      <m:sub>
                        <m:r>
                          <m:rPr>
                            <m:sty m:val="p"/>
                          </m:rPr>
                          <a:rPr lang="en-IN" sz="2400">
                            <a:solidFill>
                              <a:srgbClr val="002060"/>
                            </a:solidFill>
                            <a:latin typeface="Cambria Math"/>
                            <a:cs typeface="Arial" pitchFamily="34" charset="0"/>
                          </a:rPr>
                          <m:t>o</m:t>
                        </m:r>
                      </m:sub>
                    </m:sSub>
                  </m:oMath>
                </a14:m>
                <a:r>
                  <a:rPr kumimoji="0" lang="en-US" sz="2400" b="0" i="0" u="none" strike="noStrike" kern="1200" cap="none" spc="0" normalizeH="0" noProof="0" dirty="0">
                    <a:ln>
                      <a:noFill/>
                    </a:ln>
                    <a:solidFill>
                      <a:prstClr val="black">
                        <a:lumMod val="95000"/>
                        <a:lumOff val="5000"/>
                      </a:prstClr>
                    </a:solidFill>
                    <a:effectLst/>
                    <a:uLnTx/>
                    <a:uFillTx/>
                    <a:latin typeface="Arial" pitchFamily="34" charset="0"/>
                    <a:ea typeface="+mn-ea"/>
                    <a:cs typeface="Arial" pitchFamily="34" charset="0"/>
                  </a:rPr>
                  <a:t> is </a:t>
                </a:r>
              </a:p>
              <a:p>
                <a:pPr lvl="0" algn="ctr">
                  <a:lnSpc>
                    <a:spcPct val="200000"/>
                  </a:lnSpc>
                </a:pPr>
                <a14:m>
                  <m:oMathPara xmlns:m="http://schemas.openxmlformats.org/officeDocument/2006/math">
                    <m:oMathParaPr>
                      <m:jc m:val="centerGroup"/>
                    </m:oMathParaPr>
                    <m:oMath xmlns:m="http://schemas.openxmlformats.org/officeDocument/2006/math">
                      <m:nary>
                        <m:naryPr>
                          <m:chr m:val="∑"/>
                          <m:ctrlPr>
                            <a:rPr kumimoji="0" lang="en-US" sz="2400" b="0" i="1" u="none" strike="noStrike" kern="1200" cap="none" spc="0" normalizeH="0" noProof="0" smtClean="0">
                              <a:ln>
                                <a:noFill/>
                              </a:ln>
                              <a:solidFill>
                                <a:prstClr val="black">
                                  <a:lumMod val="95000"/>
                                  <a:lumOff val="5000"/>
                                </a:prstClr>
                              </a:solidFill>
                              <a:effectLst/>
                              <a:uLnTx/>
                              <a:uFillTx/>
                              <a:latin typeface="Cambria Math" panose="02040503050406030204" pitchFamily="18" charset="0"/>
                              <a:cs typeface="Arial" pitchFamily="34" charset="0"/>
                            </a:rPr>
                          </m:ctrlPr>
                        </m:naryPr>
                        <m:sub>
                          <m:r>
                            <m:rPr>
                              <m:sty m:val="p"/>
                              <m:brk m:alnAt="23"/>
                            </m:rPr>
                            <a:rPr kumimoji="0" lang="en-IN" sz="2400" b="0" i="0" u="none" strike="noStrike" kern="1200" cap="none" spc="0" normalizeH="0" noProof="0" smtClean="0">
                              <a:ln>
                                <a:noFill/>
                              </a:ln>
                              <a:solidFill>
                                <a:prstClr val="black">
                                  <a:lumMod val="95000"/>
                                  <a:lumOff val="5000"/>
                                </a:prstClr>
                              </a:solidFill>
                              <a:effectLst/>
                              <a:uLnTx/>
                              <a:uFillTx/>
                              <a:latin typeface="Cambria Math" panose="02040503050406030204" pitchFamily="18" charset="0"/>
                              <a:cs typeface="Arial" pitchFamily="34" charset="0"/>
                            </a:rPr>
                            <m:t>i</m:t>
                          </m:r>
                          <m:r>
                            <a:rPr kumimoji="0" lang="en-IN" sz="2400" b="0" i="0" u="none" strike="noStrike" kern="1200" cap="none" spc="0" normalizeH="0" noProof="0" smtClean="0">
                              <a:ln>
                                <a:noFill/>
                              </a:ln>
                              <a:solidFill>
                                <a:prstClr val="black">
                                  <a:lumMod val="95000"/>
                                  <a:lumOff val="5000"/>
                                </a:prstClr>
                              </a:solidFill>
                              <a:effectLst/>
                              <a:uLnTx/>
                              <a:uFillTx/>
                              <a:latin typeface="Cambria Math" panose="02040503050406030204" pitchFamily="18" charset="0"/>
                              <a:cs typeface="Arial" pitchFamily="34" charset="0"/>
                            </a:rPr>
                            <m:t>=1</m:t>
                          </m:r>
                        </m:sub>
                        <m:sup>
                          <m:r>
                            <m:rPr>
                              <m:sty m:val="p"/>
                            </m:rPr>
                            <a:rPr kumimoji="0" lang="en-IN" sz="2400" b="0" i="0" u="none" strike="noStrike" kern="1200" cap="none" spc="0" normalizeH="0" noProof="0" smtClean="0">
                              <a:ln>
                                <a:noFill/>
                              </a:ln>
                              <a:solidFill>
                                <a:prstClr val="black">
                                  <a:lumMod val="95000"/>
                                  <a:lumOff val="5000"/>
                                </a:prstClr>
                              </a:solidFill>
                              <a:effectLst/>
                              <a:uLnTx/>
                              <a:uFillTx/>
                              <a:latin typeface="Cambria Math" panose="02040503050406030204" pitchFamily="18" charset="0"/>
                              <a:cs typeface="Arial" pitchFamily="34" charset="0"/>
                            </a:rPr>
                            <m:t>n</m:t>
                          </m:r>
                        </m:sup>
                        <m:e>
                          <m:sSup>
                            <m:sSupPr>
                              <m:ctrlPr>
                                <a:rPr lang="en-IN" sz="2400" b="0" i="1" smtClean="0">
                                  <a:solidFill>
                                    <a:srgbClr val="002060"/>
                                  </a:solidFill>
                                  <a:latin typeface="Cambria Math" panose="02040503050406030204" pitchFamily="18" charset="0"/>
                                  <a:cs typeface="Arial" pitchFamily="34" charset="0"/>
                                </a:rPr>
                              </m:ctrlPr>
                            </m:sSupPr>
                            <m:e>
                              <m:acc>
                                <m:accPr>
                                  <m:chr m:val="̅"/>
                                  <m:ctrlPr>
                                    <a:rPr lang="en-IN" sz="2400" i="1">
                                      <a:solidFill>
                                        <a:srgbClr val="002060"/>
                                      </a:solidFill>
                                      <a:latin typeface="Cambria Math" panose="02040503050406030204" pitchFamily="18" charset="0"/>
                                      <a:cs typeface="Arial" pitchFamily="34" charset="0"/>
                                    </a:rPr>
                                  </m:ctrlPr>
                                </m:accPr>
                                <m:e>
                                  <m:r>
                                    <m:rPr>
                                      <m:sty m:val="p"/>
                                    </m:rPr>
                                    <a:rPr lang="en-IN" sz="2400" i="0">
                                      <a:solidFill>
                                        <a:srgbClr val="002060"/>
                                      </a:solidFill>
                                      <a:latin typeface="Cambria Math"/>
                                      <a:cs typeface="Arial" pitchFamily="34" charset="0"/>
                                    </a:rPr>
                                    <m:t>Y</m:t>
                                  </m:r>
                                </m:e>
                              </m:acc>
                            </m:e>
                            <m:sup>
                              <m:r>
                                <a:rPr lang="en-IN" sz="2400" b="0" i="0" smtClean="0">
                                  <a:solidFill>
                                    <a:srgbClr val="002060"/>
                                  </a:solidFill>
                                  <a:latin typeface="Cambria Math" panose="02040503050406030204" pitchFamily="18" charset="0"/>
                                  <a:cs typeface="Arial" pitchFamily="34" charset="0"/>
                                </a:rPr>
                                <m:t>2</m:t>
                              </m:r>
                            </m:sup>
                          </m:sSup>
                        </m:e>
                      </m:nary>
                      <m:r>
                        <a:rPr kumimoji="0" lang="en-IN" sz="2400" b="0" i="0" u="none" strike="noStrike" kern="1200" cap="none" spc="0" normalizeH="0" noProof="0" smtClean="0">
                          <a:ln>
                            <a:noFill/>
                          </a:ln>
                          <a:solidFill>
                            <a:prstClr val="black">
                              <a:lumMod val="95000"/>
                              <a:lumOff val="5000"/>
                            </a:prstClr>
                          </a:solidFill>
                          <a:effectLst/>
                          <a:uLnTx/>
                          <a:uFillTx/>
                          <a:latin typeface="Cambria Math" panose="02040503050406030204" pitchFamily="18" charset="0"/>
                          <a:cs typeface="Arial" pitchFamily="34" charset="0"/>
                        </a:rPr>
                        <m:t>=</m:t>
                      </m:r>
                      <m:r>
                        <m:rPr>
                          <m:sty m:val="p"/>
                        </m:rPr>
                        <a:rPr kumimoji="0" lang="en-IN" sz="2400" b="0" i="0" u="none" strike="noStrike" kern="1200" cap="none" spc="0" normalizeH="0" noProof="0" smtClean="0">
                          <a:ln>
                            <a:noFill/>
                          </a:ln>
                          <a:solidFill>
                            <a:prstClr val="black">
                              <a:lumMod val="95000"/>
                              <a:lumOff val="5000"/>
                            </a:prstClr>
                          </a:solidFill>
                          <a:effectLst/>
                          <a:uLnTx/>
                          <a:uFillTx/>
                          <a:latin typeface="Cambria Math" panose="02040503050406030204" pitchFamily="18" charset="0"/>
                          <a:cs typeface="Arial" pitchFamily="34" charset="0"/>
                        </a:rPr>
                        <m:t>n</m:t>
                      </m:r>
                      <m:sSup>
                        <m:sSupPr>
                          <m:ctrlPr>
                            <a:rPr lang="en-IN" sz="2400" b="0" i="1" smtClean="0">
                              <a:solidFill>
                                <a:srgbClr val="002060"/>
                              </a:solidFill>
                              <a:latin typeface="Cambria Math" panose="02040503050406030204" pitchFamily="18" charset="0"/>
                              <a:cs typeface="Arial" pitchFamily="34" charset="0"/>
                            </a:rPr>
                          </m:ctrlPr>
                        </m:sSupPr>
                        <m:e>
                          <m:acc>
                            <m:accPr>
                              <m:chr m:val="̅"/>
                              <m:ctrlPr>
                                <a:rPr lang="en-IN" sz="2400" i="1">
                                  <a:solidFill>
                                    <a:srgbClr val="002060"/>
                                  </a:solidFill>
                                  <a:latin typeface="Cambria Math" panose="02040503050406030204" pitchFamily="18" charset="0"/>
                                  <a:cs typeface="Arial" pitchFamily="34" charset="0"/>
                                </a:rPr>
                              </m:ctrlPr>
                            </m:accPr>
                            <m:e>
                              <m:r>
                                <m:rPr>
                                  <m:sty m:val="p"/>
                                </m:rPr>
                                <a:rPr lang="en-IN" sz="2400" i="0">
                                  <a:solidFill>
                                    <a:srgbClr val="002060"/>
                                  </a:solidFill>
                                  <a:latin typeface="Cambria Math"/>
                                  <a:cs typeface="Arial" pitchFamily="34" charset="0"/>
                                </a:rPr>
                                <m:t>Y</m:t>
                              </m:r>
                            </m:e>
                          </m:acc>
                        </m:e>
                        <m:sup>
                          <m:r>
                            <a:rPr lang="en-IN" sz="2400" b="0" i="0" smtClean="0">
                              <a:solidFill>
                                <a:srgbClr val="002060"/>
                              </a:solidFill>
                              <a:latin typeface="Cambria Math" panose="02040503050406030204" pitchFamily="18" charset="0"/>
                              <a:cs typeface="Arial" pitchFamily="34" charset="0"/>
                            </a:rPr>
                            <m:t>2</m:t>
                          </m:r>
                        </m:sup>
                      </m:sSup>
                    </m:oMath>
                  </m:oMathPara>
                </a14:m>
                <a:endParaRPr kumimoji="0" lang="en-US" sz="2400" b="0" u="none" strike="noStrike" kern="1200" cap="none" spc="0" normalizeH="0" baseline="0" noProof="0" dirty="0">
                  <a:ln>
                    <a:noFill/>
                  </a:ln>
                  <a:solidFill>
                    <a:prstClr val="black">
                      <a:lumMod val="95000"/>
                      <a:lumOff val="5000"/>
                    </a:prstClr>
                  </a:solidFill>
                  <a:effectLst/>
                  <a:uLnTx/>
                  <a:uFillTx/>
                  <a:latin typeface="Arial" pitchFamily="34" charset="0"/>
                  <a:cs typeface="Arial" pitchFamily="34"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30212" y="708253"/>
                <a:ext cx="8387604" cy="4463273"/>
              </a:xfrm>
              <a:prstGeom prst="rect">
                <a:avLst/>
              </a:prstGeom>
              <a:blipFill>
                <a:blip r:embed="rId2"/>
                <a:stretch>
                  <a:fillRect l="-1164"/>
                </a:stretch>
              </a:blipFill>
            </p:spPr>
            <p:txBody>
              <a:bodyPr/>
              <a:lstStyle/>
              <a:p>
                <a:r>
                  <a:rPr lang="en-IN">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62C4372-6A24-A292-B3AD-E709F074B3AA}"/>
                  </a:ext>
                </a:extLst>
              </p14:cNvPr>
              <p14:cNvContentPartPr/>
              <p14:nvPr/>
            </p14:nvContentPartPr>
            <p14:xfrm>
              <a:off x="4163040" y="962640"/>
              <a:ext cx="550800" cy="1526400"/>
            </p14:xfrm>
          </p:contentPart>
        </mc:Choice>
        <mc:Fallback>
          <p:pic>
            <p:nvPicPr>
              <p:cNvPr id="2" name="Ink 1">
                <a:extLst>
                  <a:ext uri="{FF2B5EF4-FFF2-40B4-BE49-F238E27FC236}">
                    <a16:creationId xmlns:a16="http://schemas.microsoft.com/office/drawing/2014/main" id="{962C4372-6A24-A292-B3AD-E709F074B3AA}"/>
                  </a:ext>
                </a:extLst>
              </p:cNvPr>
              <p:cNvPicPr/>
              <p:nvPr/>
            </p:nvPicPr>
            <p:blipFill>
              <a:blip r:embed="rId4"/>
              <a:stretch>
                <a:fillRect/>
              </a:stretch>
            </p:blipFill>
            <p:spPr>
              <a:xfrm>
                <a:off x="4153680" y="953280"/>
                <a:ext cx="569520" cy="1545120"/>
              </a:xfrm>
              <a:prstGeom prst="rect">
                <a:avLst/>
              </a:prstGeom>
            </p:spPr>
          </p:pic>
        </mc:Fallback>
      </mc:AlternateContent>
    </p:spTree>
    <p:extLst>
      <p:ext uri="{BB962C8B-B14F-4D97-AF65-F5344CB8AC3E}">
        <p14:creationId xmlns:p14="http://schemas.microsoft.com/office/powerpoint/2010/main" val="1705163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2139702"/>
            <a:ext cx="7772400" cy="1102519"/>
          </a:xfrm>
        </p:spPr>
        <p:txBody>
          <a:bodyPr>
            <a:noAutofit/>
          </a:bodyPr>
          <a:lstStyle/>
          <a:p>
            <a:pPr algn="ctr">
              <a:lnSpc>
                <a:spcPct val="200000"/>
              </a:lnSpc>
            </a:pPr>
            <a:r>
              <a:rPr lang="en-US" sz="3200" b="1" dirty="0">
                <a:solidFill>
                  <a:srgbClr val="0070C0"/>
                </a:solidFill>
                <a:latin typeface="Arial" pitchFamily="34" charset="0"/>
                <a:cs typeface="Arial" pitchFamily="34" charset="0"/>
              </a:rPr>
              <a:t>Metrics of Regression : </a:t>
            </a:r>
            <a:br>
              <a:rPr lang="en-US" sz="3200" b="1" dirty="0">
                <a:solidFill>
                  <a:srgbClr val="0070C0"/>
                </a:solidFill>
                <a:latin typeface="Arial" pitchFamily="34" charset="0"/>
                <a:cs typeface="Arial" pitchFamily="34" charset="0"/>
              </a:rPr>
            </a:br>
            <a:r>
              <a:rPr lang="en-US" sz="3200" b="1" dirty="0">
                <a:solidFill>
                  <a:srgbClr val="0070C0"/>
                </a:solidFill>
                <a:latin typeface="Arial" pitchFamily="34" charset="0"/>
                <a:cs typeface="Arial" pitchFamily="34" charset="0"/>
              </a:rPr>
              <a:t>How Good is my Fit?</a:t>
            </a:r>
            <a:endParaRPr lang="en-IN" sz="3200" b="1" dirty="0">
              <a:solidFill>
                <a:srgbClr val="0070C0"/>
              </a:solidFill>
              <a:latin typeface="Arial" pitchFamily="34" charset="0"/>
              <a:cs typeface="Arial" pitchFamily="34" charset="0"/>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5FE1B8A-DE73-1BA2-1948-806308870EE4}"/>
                  </a:ext>
                </a:extLst>
              </p14:cNvPr>
              <p14:cNvContentPartPr/>
              <p14:nvPr/>
            </p14:nvContentPartPr>
            <p14:xfrm>
              <a:off x="203040" y="187560"/>
              <a:ext cx="8889480" cy="4754160"/>
            </p14:xfrm>
          </p:contentPart>
        </mc:Choice>
        <mc:Fallback>
          <p:pic>
            <p:nvPicPr>
              <p:cNvPr id="3" name="Ink 2">
                <a:extLst>
                  <a:ext uri="{FF2B5EF4-FFF2-40B4-BE49-F238E27FC236}">
                    <a16:creationId xmlns:a16="http://schemas.microsoft.com/office/drawing/2014/main" id="{75FE1B8A-DE73-1BA2-1948-806308870EE4}"/>
                  </a:ext>
                </a:extLst>
              </p:cNvPr>
              <p:cNvPicPr/>
              <p:nvPr/>
            </p:nvPicPr>
            <p:blipFill>
              <a:blip r:embed="rId3"/>
              <a:stretch>
                <a:fillRect/>
              </a:stretch>
            </p:blipFill>
            <p:spPr>
              <a:xfrm>
                <a:off x="193680" y="178200"/>
                <a:ext cx="8908200" cy="477288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300593"/>
            <a:ext cx="8001000" cy="739754"/>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p:sp>
        <p:nvSpPr>
          <p:cNvPr id="40963" name="TextBox 2"/>
          <p:cNvSpPr txBox="1">
            <a:spLocks noChangeArrowheads="1"/>
          </p:cNvSpPr>
          <p:nvPr/>
        </p:nvSpPr>
        <p:spPr bwMode="auto">
          <a:xfrm>
            <a:off x="467544" y="1563638"/>
            <a:ext cx="8136706" cy="2215991"/>
          </a:xfrm>
          <a:prstGeom prst="rect">
            <a:avLst/>
          </a:prstGeom>
          <a:noFill/>
          <a:ln w="9525">
            <a:noFill/>
            <a:miter lim="800000"/>
            <a:headEnd/>
            <a:tailEnd/>
          </a:ln>
        </p:spPr>
        <p:txBody>
          <a:bodyPr wrap="square">
            <a:spAutoFit/>
          </a:bodyPr>
          <a:lstStyle/>
          <a:p>
            <a:pPr algn="just">
              <a:lnSpc>
                <a:spcPct val="150000"/>
              </a:lnSpc>
              <a:buClr>
                <a:srgbClr val="990000"/>
              </a:buClr>
            </a:pPr>
            <a:endParaRPr lang="en-US" sz="2200" b="1"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r>
              <a:rPr lang="en-US" sz="2400" dirty="0">
                <a:solidFill>
                  <a:schemeClr val="bg1">
                    <a:lumMod val="95000"/>
                    <a:lumOff val="5000"/>
                  </a:schemeClr>
                </a:solidFill>
                <a:latin typeface="Arial" pitchFamily="34" charset="0"/>
                <a:cs typeface="Arial" pitchFamily="34" charset="0"/>
              </a:rPr>
              <a:t>This represents the proportion of the total variability accounted or explained by the linear regression model</a:t>
            </a:r>
          </a:p>
        </p:txBody>
      </p:sp>
      <p:graphicFrame>
        <p:nvGraphicFramePr>
          <p:cNvPr id="2" name="Object 1"/>
          <p:cNvGraphicFramePr>
            <a:graphicFrameLocks noChangeAspect="1"/>
          </p:cNvGraphicFramePr>
          <p:nvPr>
            <p:extLst>
              <p:ext uri="{D42A27DB-BD31-4B8C-83A1-F6EECF244321}">
                <p14:modId xmlns:p14="http://schemas.microsoft.com/office/powerpoint/2010/main" val="3421296887"/>
              </p:ext>
            </p:extLst>
          </p:nvPr>
        </p:nvGraphicFramePr>
        <p:xfrm>
          <a:off x="3792624" y="1597505"/>
          <a:ext cx="2214935" cy="936104"/>
        </p:xfrm>
        <a:graphic>
          <a:graphicData uri="http://schemas.openxmlformats.org/presentationml/2006/ole">
            <mc:AlternateContent xmlns:mc="http://schemas.openxmlformats.org/markup-compatibility/2006">
              <mc:Choice xmlns:v="urn:schemas-microsoft-com:vml" Requires="v">
                <p:oleObj name="Equation" r:id="rId2" imgW="1079280" imgH="457200" progId="Equation.3">
                  <p:embed/>
                </p:oleObj>
              </mc:Choice>
              <mc:Fallback>
                <p:oleObj name="Equation" r:id="rId2" imgW="1079280" imgH="4572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624" y="1597505"/>
                        <a:ext cx="2214935" cy="936104"/>
                      </a:xfrm>
                      <a:prstGeom prst="rect">
                        <a:avLst/>
                      </a:prstGeom>
                      <a:noFill/>
                      <a:ln>
                        <a:noFill/>
                      </a:ln>
                    </p:spPr>
                  </p:pic>
                </p:oleObj>
              </mc:Fallback>
            </mc:AlternateContent>
          </a:graphicData>
        </a:graphic>
      </p:graphicFrame>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55132909-26F7-BAF1-E885-743B7F6747F2}"/>
                  </a:ext>
                </a:extLst>
              </p14:cNvPr>
              <p14:cNvContentPartPr/>
              <p14:nvPr/>
            </p14:nvContentPartPr>
            <p14:xfrm>
              <a:off x="1253880" y="1118160"/>
              <a:ext cx="7890480" cy="4001400"/>
            </p14:xfrm>
          </p:contentPart>
        </mc:Choice>
        <mc:Fallback>
          <p:pic>
            <p:nvPicPr>
              <p:cNvPr id="3" name="Ink 2">
                <a:extLst>
                  <a:ext uri="{FF2B5EF4-FFF2-40B4-BE49-F238E27FC236}">
                    <a16:creationId xmlns:a16="http://schemas.microsoft.com/office/drawing/2014/main" id="{55132909-26F7-BAF1-E885-743B7F6747F2}"/>
                  </a:ext>
                </a:extLst>
              </p:cNvPr>
              <p:cNvPicPr/>
              <p:nvPr/>
            </p:nvPicPr>
            <p:blipFill>
              <a:blip r:embed="rId5"/>
              <a:stretch>
                <a:fillRect/>
              </a:stretch>
            </p:blipFill>
            <p:spPr>
              <a:xfrm>
                <a:off x="1244520" y="1108800"/>
                <a:ext cx="7909200" cy="4020120"/>
              </a:xfrm>
              <a:prstGeom prst="rect">
                <a:avLst/>
              </a:prstGeom>
            </p:spPr>
          </p:pic>
        </mc:Fallback>
      </mc:AlternateContent>
    </p:spTree>
    <p:extLst>
      <p:ext uri="{BB962C8B-B14F-4D97-AF65-F5344CB8AC3E}">
        <p14:creationId xmlns:p14="http://schemas.microsoft.com/office/powerpoint/2010/main" val="1921214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27584" y="123478"/>
            <a:ext cx="8001000" cy="739754"/>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p:sp>
        <p:nvSpPr>
          <p:cNvPr id="40963" name="TextBox 2"/>
          <p:cNvSpPr txBox="1">
            <a:spLocks noChangeArrowheads="1"/>
          </p:cNvSpPr>
          <p:nvPr/>
        </p:nvSpPr>
        <p:spPr bwMode="auto">
          <a:xfrm>
            <a:off x="539552" y="1131590"/>
            <a:ext cx="7955388" cy="3046988"/>
          </a:xfrm>
          <a:prstGeom prst="rect">
            <a:avLst/>
          </a:prstGeom>
          <a:noFill/>
          <a:ln w="9525">
            <a:noFill/>
            <a:miter lim="800000"/>
            <a:headEnd/>
            <a:tailEnd/>
          </a:ln>
        </p:spPr>
        <p:txBody>
          <a:bodyPr wrap="square">
            <a:spAutoFit/>
          </a:bodyPr>
          <a:lstStyle/>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rPr>
              <a:t>The R</a:t>
            </a:r>
            <a:r>
              <a:rPr lang="en-US" sz="2400" baseline="30000" dirty="0">
                <a:solidFill>
                  <a:schemeClr val="bg1">
                    <a:lumMod val="95000"/>
                    <a:lumOff val="5000"/>
                  </a:schemeClr>
                </a:solidFill>
                <a:latin typeface="Arial" pitchFamily="34" charset="0"/>
                <a:cs typeface="Arial" pitchFamily="34" charset="0"/>
              </a:rPr>
              <a:t>2</a:t>
            </a:r>
            <a:r>
              <a:rPr lang="en-US" sz="2400" dirty="0">
                <a:solidFill>
                  <a:schemeClr val="bg1">
                    <a:lumMod val="95000"/>
                    <a:lumOff val="5000"/>
                  </a:schemeClr>
                </a:solidFill>
                <a:latin typeface="Arial" pitchFamily="34" charset="0"/>
                <a:cs typeface="Arial" pitchFamily="34" charset="0"/>
              </a:rPr>
              <a:t> value may be increased by increasing the number of terms in the model and thereby increasing the number of coefficients that may be adjusted so that the model can be made to fit the data excellently. </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A460E3BD-80F0-2C9A-84FD-82232836CABF}"/>
                  </a:ext>
                </a:extLst>
              </p14:cNvPr>
              <p14:cNvContentPartPr/>
              <p14:nvPr/>
            </p14:nvContentPartPr>
            <p14:xfrm>
              <a:off x="1888560" y="552960"/>
              <a:ext cx="7056720" cy="730800"/>
            </p14:xfrm>
          </p:contentPart>
        </mc:Choice>
        <mc:Fallback>
          <p:pic>
            <p:nvPicPr>
              <p:cNvPr id="2" name="Ink 1">
                <a:extLst>
                  <a:ext uri="{FF2B5EF4-FFF2-40B4-BE49-F238E27FC236}">
                    <a16:creationId xmlns:a16="http://schemas.microsoft.com/office/drawing/2014/main" id="{A460E3BD-80F0-2C9A-84FD-82232836CABF}"/>
                  </a:ext>
                </a:extLst>
              </p:cNvPr>
              <p:cNvPicPr/>
              <p:nvPr/>
            </p:nvPicPr>
            <p:blipFill>
              <a:blip r:embed="rId3"/>
              <a:stretch>
                <a:fillRect/>
              </a:stretch>
            </p:blipFill>
            <p:spPr>
              <a:xfrm>
                <a:off x="1879200" y="543600"/>
                <a:ext cx="7075440" cy="749520"/>
              </a:xfrm>
              <a:prstGeom prst="rect">
                <a:avLst/>
              </a:prstGeom>
            </p:spPr>
          </p:pic>
        </mc:Fallback>
      </mc:AlternateContent>
    </p:spTree>
    <p:extLst>
      <p:ext uri="{BB962C8B-B14F-4D97-AF65-F5344CB8AC3E}">
        <p14:creationId xmlns:p14="http://schemas.microsoft.com/office/powerpoint/2010/main" val="3888004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43985"/>
            <a:ext cx="8001000" cy="739754"/>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p:sp>
        <p:nvSpPr>
          <p:cNvPr id="40963" name="TextBox 2"/>
          <p:cNvSpPr txBox="1">
            <a:spLocks noChangeArrowheads="1"/>
          </p:cNvSpPr>
          <p:nvPr/>
        </p:nvSpPr>
        <p:spPr bwMode="auto">
          <a:xfrm>
            <a:off x="467544" y="783739"/>
            <a:ext cx="8208714" cy="4524315"/>
          </a:xfrm>
          <a:prstGeom prst="rect">
            <a:avLst/>
          </a:prstGeom>
          <a:noFill/>
          <a:ln w="9525">
            <a:noFill/>
            <a:miter lim="800000"/>
            <a:headEnd/>
            <a:tailEnd/>
          </a:ln>
        </p:spPr>
        <p:txBody>
          <a:bodyPr wrap="square">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A complex model becomes cumbersome to handle, more empirical in nature and difficult to ascribe physical reasons for the dependence of the response on the factors of the experiment.</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A noisy data fitted with too many parameters will fail to work well when implemented.</a:t>
            </a:r>
            <a:endParaRPr lang="en-US" sz="2200" dirty="0">
              <a:solidFill>
                <a:schemeClr val="bg1">
                  <a:lumMod val="95000"/>
                  <a:lumOff val="5000"/>
                </a:schemeClr>
              </a:solidFill>
              <a:latin typeface="Arial" pitchFamily="34" charset="0"/>
              <a:cs typeface="Arial" pitchFamily="34" charset="0"/>
            </a:endParaRPr>
          </a:p>
        </p:txBody>
      </p:sp>
    </p:spTree>
    <p:extLst>
      <p:ext uri="{BB962C8B-B14F-4D97-AF65-F5344CB8AC3E}">
        <p14:creationId xmlns:p14="http://schemas.microsoft.com/office/powerpoint/2010/main" val="2818947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539750" y="1059582"/>
            <a:ext cx="8424738" cy="1708160"/>
          </a:xfrm>
          <a:prstGeom prst="rect">
            <a:avLst/>
          </a:prstGeom>
          <a:noFill/>
          <a:ln w="9525">
            <a:noFill/>
            <a:miter lim="800000"/>
            <a:headEnd/>
            <a:tailEnd/>
          </a:ln>
        </p:spPr>
        <p:txBody>
          <a:bodyPr wrap="square">
            <a:spAutoFit/>
          </a:bodyPr>
          <a:lstStyle/>
          <a:p>
            <a:pPr algn="just">
              <a:lnSpc>
                <a:spcPct val="150000"/>
              </a:lnSpc>
              <a:buClr>
                <a:srgbClr val="990000"/>
              </a:buClr>
            </a:pPr>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r>
              <a:rPr lang="en-US" sz="2400" dirty="0">
                <a:solidFill>
                  <a:schemeClr val="bg1">
                    <a:lumMod val="95000"/>
                    <a:lumOff val="5000"/>
                  </a:schemeClr>
                </a:solidFill>
                <a:latin typeface="Arial" pitchFamily="34" charset="0"/>
                <a:cs typeface="Arial" pitchFamily="34" charset="0"/>
              </a:rPr>
              <a:t>Here Mean Squares of the error and model/total sum of squares are used.</a:t>
            </a:r>
          </a:p>
        </p:txBody>
      </p:sp>
      <p:sp>
        <p:nvSpPr>
          <p:cNvPr id="5" name="TextBox 4"/>
          <p:cNvSpPr txBox="1"/>
          <p:nvPr/>
        </p:nvSpPr>
        <p:spPr>
          <a:xfrm>
            <a:off x="467544" y="62985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a:p>
            <a:pPr algn="ctr"/>
            <a:endParaRPr lang="en-IN" dirty="0">
              <a:solidFill>
                <a:srgbClr val="0070C0"/>
              </a:solidFill>
              <a:effectLst>
                <a:outerShdw blurRad="38100" dist="38100" dir="2700000" algn="tl">
                  <a:srgbClr val="000000">
                    <a:alpha val="43137"/>
                  </a:srgbClr>
                </a:outerShdw>
              </a:effectLst>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724889510"/>
              </p:ext>
            </p:extLst>
          </p:nvPr>
        </p:nvGraphicFramePr>
        <p:xfrm>
          <a:off x="3250468" y="2799032"/>
          <a:ext cx="2859088" cy="1366837"/>
        </p:xfrm>
        <a:graphic>
          <a:graphicData uri="http://schemas.openxmlformats.org/presentationml/2006/ole">
            <mc:AlternateContent xmlns:mc="http://schemas.openxmlformats.org/markup-compatibility/2006">
              <mc:Choice xmlns:v="urn:schemas-microsoft-com:vml" Requires="v">
                <p:oleObj name="Equation" r:id="rId2" imgW="1435100" imgH="685800" progId="Equation.3">
                  <p:embed/>
                </p:oleObj>
              </mc:Choice>
              <mc:Fallback>
                <p:oleObj name="Equation" r:id="rId2" imgW="1435100" imgH="685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0468" y="2799032"/>
                        <a:ext cx="28590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09595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539750" y="2610321"/>
            <a:ext cx="8136706" cy="2308324"/>
          </a:xfrm>
          <a:prstGeom prst="rect">
            <a:avLst/>
          </a:prstGeom>
          <a:noFill/>
          <a:ln w="9525">
            <a:noFill/>
            <a:miter lim="800000"/>
            <a:headEnd/>
            <a:tailEnd/>
          </a:ln>
        </p:spPr>
        <p:txBody>
          <a:bodyPr wrap="square">
            <a:spAutoFit/>
          </a:bodyPr>
          <a:lstStyle/>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To penalize the addition of unnecessary terms in the model equation (“</a:t>
            </a:r>
            <a:r>
              <a:rPr lang="en-US" sz="2400" dirty="0" err="1">
                <a:solidFill>
                  <a:schemeClr val="bg1">
                    <a:lumMod val="95000"/>
                    <a:lumOff val="5000"/>
                  </a:schemeClr>
                </a:solidFill>
                <a:latin typeface="Arial" pitchFamily="34" charset="0"/>
                <a:cs typeface="Arial" pitchFamily="34" charset="0"/>
              </a:rPr>
              <a:t>overfitting</a:t>
            </a:r>
            <a:r>
              <a:rPr lang="en-US" sz="2400" dirty="0">
                <a:solidFill>
                  <a:schemeClr val="bg1">
                    <a:lumMod val="95000"/>
                    <a:lumOff val="5000"/>
                  </a:schemeClr>
                </a:solidFill>
                <a:latin typeface="Arial" pitchFamily="34" charset="0"/>
                <a:cs typeface="Arial" pitchFamily="34" charset="0"/>
              </a:rPr>
              <a:t>”) the adjusted R</a:t>
            </a:r>
            <a:r>
              <a:rPr lang="en-US" sz="2400" baseline="30000" dirty="0">
                <a:solidFill>
                  <a:schemeClr val="bg1">
                    <a:lumMod val="95000"/>
                    <a:lumOff val="5000"/>
                  </a:schemeClr>
                </a:solidFill>
                <a:latin typeface="Arial" pitchFamily="34" charset="0"/>
                <a:cs typeface="Arial" pitchFamily="34" charset="0"/>
              </a:rPr>
              <a:t>2</a:t>
            </a:r>
            <a:r>
              <a:rPr lang="en-US" sz="2400" dirty="0">
                <a:solidFill>
                  <a:schemeClr val="bg1">
                    <a:lumMod val="95000"/>
                    <a:lumOff val="5000"/>
                  </a:schemeClr>
                </a:solidFill>
                <a:latin typeface="Arial" pitchFamily="34" charset="0"/>
                <a:cs typeface="Arial" pitchFamily="34" charset="0"/>
              </a:rPr>
              <a:t> value also gets reported.  </a:t>
            </a:r>
          </a:p>
        </p:txBody>
      </p:sp>
      <p:sp>
        <p:nvSpPr>
          <p:cNvPr id="5" name="TextBox 4"/>
          <p:cNvSpPr txBox="1"/>
          <p:nvPr/>
        </p:nvSpPr>
        <p:spPr>
          <a:xfrm>
            <a:off x="251520" y="55552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a:p>
            <a:pPr algn="ctr"/>
            <a:endParaRPr lang="en-IN" dirty="0">
              <a:solidFill>
                <a:srgbClr val="0070C0"/>
              </a:solidFill>
              <a:effectLst>
                <a:outerShdw blurRad="38100" dist="38100" dir="2700000" algn="tl">
                  <a:srgbClr val="000000">
                    <a:alpha val="43137"/>
                  </a:srgbClr>
                </a:outerShdw>
              </a:effectLst>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4263669665"/>
              </p:ext>
            </p:extLst>
          </p:nvPr>
        </p:nvGraphicFramePr>
        <p:xfrm>
          <a:off x="3275856" y="1261164"/>
          <a:ext cx="2859088" cy="1366837"/>
        </p:xfrm>
        <a:graphic>
          <a:graphicData uri="http://schemas.openxmlformats.org/presentationml/2006/ole">
            <mc:AlternateContent xmlns:mc="http://schemas.openxmlformats.org/markup-compatibility/2006">
              <mc:Choice xmlns:v="urn:schemas-microsoft-com:vml" Requires="v">
                <p:oleObj name="Equation" r:id="rId2" imgW="1435100" imgH="685800" progId="Equation.3">
                  <p:embed/>
                </p:oleObj>
              </mc:Choice>
              <mc:Fallback>
                <p:oleObj name="Equation" r:id="rId2" imgW="1435100" imgH="685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1261164"/>
                        <a:ext cx="28590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898718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539750" y="2488816"/>
            <a:ext cx="8101988" cy="2308324"/>
          </a:xfrm>
          <a:prstGeom prst="rect">
            <a:avLst/>
          </a:prstGeom>
          <a:noFill/>
          <a:ln w="9525">
            <a:noFill/>
            <a:miter lim="800000"/>
            <a:headEnd/>
            <a:tailEnd/>
          </a:ln>
        </p:spPr>
        <p:txBody>
          <a:bodyPr wrap="square">
            <a:spAutoFit/>
          </a:bodyPr>
          <a:lstStyle/>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The </a:t>
            </a:r>
            <a:r>
              <a:rPr lang="en-US" sz="2400" dirty="0" err="1">
                <a:solidFill>
                  <a:schemeClr val="bg1">
                    <a:lumMod val="95000"/>
                    <a:lumOff val="5000"/>
                  </a:schemeClr>
                </a:solidFill>
                <a:latin typeface="Arial" pitchFamily="34" charset="0"/>
                <a:cs typeface="Arial" pitchFamily="34" charset="0"/>
              </a:rPr>
              <a:t>SS</a:t>
            </a:r>
            <a:r>
              <a:rPr lang="en-US" sz="2400" baseline="-25000" dirty="0" err="1">
                <a:solidFill>
                  <a:schemeClr val="bg1">
                    <a:lumMod val="95000"/>
                    <a:lumOff val="5000"/>
                  </a:schemeClr>
                </a:solidFill>
                <a:latin typeface="Arial" pitchFamily="34" charset="0"/>
                <a:cs typeface="Arial" pitchFamily="34" charset="0"/>
              </a:rPr>
              <a:t>Error</a:t>
            </a:r>
            <a:r>
              <a:rPr lang="en-US" sz="2400" baseline="-25000"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contribution</a:t>
            </a:r>
            <a:r>
              <a:rPr lang="en-US" sz="2400" baseline="-25000"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is increased by dividing with the error degrees of freedom.  The latter reduces when more number of parameters are taken up by the model.  </a:t>
            </a:r>
          </a:p>
        </p:txBody>
      </p:sp>
      <p:sp>
        <p:nvSpPr>
          <p:cNvPr id="5" name="TextBox 4"/>
          <p:cNvSpPr txBox="1"/>
          <p:nvPr/>
        </p:nvSpPr>
        <p:spPr>
          <a:xfrm>
            <a:off x="467544" y="557848"/>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a:p>
            <a:pPr algn="ctr"/>
            <a:endParaRPr lang="en-IN" dirty="0">
              <a:solidFill>
                <a:srgbClr val="0070C0"/>
              </a:solidFill>
              <a:effectLst>
                <a:outerShdw blurRad="38100" dist="38100" dir="2700000" algn="tl">
                  <a:srgbClr val="000000">
                    <a:alpha val="43137"/>
                  </a:srgbClr>
                </a:outerShdw>
              </a:effectLst>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169254502"/>
              </p:ext>
            </p:extLst>
          </p:nvPr>
        </p:nvGraphicFramePr>
        <p:xfrm>
          <a:off x="3419872" y="1142817"/>
          <a:ext cx="2859088" cy="1366837"/>
        </p:xfrm>
        <a:graphic>
          <a:graphicData uri="http://schemas.openxmlformats.org/presentationml/2006/ole">
            <mc:AlternateContent xmlns:mc="http://schemas.openxmlformats.org/markup-compatibility/2006">
              <mc:Choice xmlns:v="urn:schemas-microsoft-com:vml" Requires="v">
                <p:oleObj name="Equation" r:id="rId2" imgW="1435100" imgH="685800" progId="Equation.3">
                  <p:embed/>
                </p:oleObj>
              </mc:Choice>
              <mc:Fallback>
                <p:oleObj name="Equation" r:id="rId2" imgW="1435100" imgH="685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1142817"/>
                        <a:ext cx="28590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63234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3" name="TextBox 2"/>
          <p:cNvSpPr txBox="1">
            <a:spLocks noChangeArrowheads="1"/>
          </p:cNvSpPr>
          <p:nvPr/>
        </p:nvSpPr>
        <p:spPr bwMode="auto">
          <a:xfrm>
            <a:off x="539750" y="2423666"/>
            <a:ext cx="8179257" cy="2308324"/>
          </a:xfrm>
          <a:prstGeom prst="rect">
            <a:avLst/>
          </a:prstGeom>
          <a:noFill/>
          <a:ln w="9525">
            <a:noFill/>
            <a:miter lim="800000"/>
            <a:headEnd/>
            <a:tailEnd/>
          </a:ln>
        </p:spPr>
        <p:txBody>
          <a:bodyPr wrap="square">
            <a:spAutoFit/>
          </a:bodyPr>
          <a:lstStyle/>
          <a:p>
            <a:pPr algn="just">
              <a:lnSpc>
                <a:spcPct val="200000"/>
              </a:lnSpc>
              <a:buClr>
                <a:srgbClr val="990000"/>
              </a:buClr>
            </a:pPr>
            <a:r>
              <a:rPr lang="en-US" sz="2400" dirty="0">
                <a:solidFill>
                  <a:schemeClr val="bg1">
                    <a:lumMod val="95000"/>
                    <a:lumOff val="5000"/>
                  </a:schemeClr>
                </a:solidFill>
                <a:latin typeface="Arial" pitchFamily="34" charset="0"/>
                <a:cs typeface="Arial" pitchFamily="34" charset="0"/>
              </a:rPr>
              <a:t>Unless the </a:t>
            </a:r>
            <a:r>
              <a:rPr lang="en-US" sz="2400" dirty="0" err="1">
                <a:solidFill>
                  <a:schemeClr val="bg1">
                    <a:lumMod val="95000"/>
                    <a:lumOff val="5000"/>
                  </a:schemeClr>
                </a:solidFill>
                <a:latin typeface="Arial" pitchFamily="34" charset="0"/>
                <a:cs typeface="Arial" pitchFamily="34" charset="0"/>
              </a:rPr>
              <a:t>SS</a:t>
            </a:r>
            <a:r>
              <a:rPr lang="en-US" sz="2400" baseline="-25000" dirty="0" err="1">
                <a:solidFill>
                  <a:schemeClr val="bg1">
                    <a:lumMod val="95000"/>
                    <a:lumOff val="5000"/>
                  </a:schemeClr>
                </a:solidFill>
                <a:latin typeface="Arial" pitchFamily="34" charset="0"/>
                <a:cs typeface="Arial" pitchFamily="34" charset="0"/>
              </a:rPr>
              <a:t>Error</a:t>
            </a:r>
            <a:r>
              <a:rPr lang="en-US" sz="2400" dirty="0">
                <a:solidFill>
                  <a:schemeClr val="bg1">
                    <a:lumMod val="95000"/>
                    <a:lumOff val="5000"/>
                  </a:schemeClr>
                </a:solidFill>
                <a:latin typeface="Arial" pitchFamily="34" charset="0"/>
                <a:cs typeface="Arial" pitchFamily="34" charset="0"/>
              </a:rPr>
              <a:t> is considerably reduced by adding the extra term to the model equation,  the adjusted R</a:t>
            </a:r>
            <a:r>
              <a:rPr lang="en-US" sz="2400" baseline="30000" dirty="0">
                <a:solidFill>
                  <a:schemeClr val="bg1">
                    <a:lumMod val="95000"/>
                    <a:lumOff val="5000"/>
                  </a:schemeClr>
                </a:solidFill>
                <a:latin typeface="Arial" pitchFamily="34" charset="0"/>
                <a:cs typeface="Arial" pitchFamily="34" charset="0"/>
              </a:rPr>
              <a:t>2 </a:t>
            </a:r>
            <a:r>
              <a:rPr lang="en-US" sz="2400" dirty="0">
                <a:solidFill>
                  <a:schemeClr val="bg1">
                    <a:lumMod val="95000"/>
                    <a:lumOff val="5000"/>
                  </a:schemeClr>
                </a:solidFill>
                <a:latin typeface="Arial" pitchFamily="34" charset="0"/>
                <a:cs typeface="Arial" pitchFamily="34" charset="0"/>
              </a:rPr>
              <a:t>will increase upon increasing the number of parameters.</a:t>
            </a:r>
          </a:p>
        </p:txBody>
      </p:sp>
      <p:sp>
        <p:nvSpPr>
          <p:cNvPr id="5" name="TextBox 4"/>
          <p:cNvSpPr txBox="1"/>
          <p:nvPr/>
        </p:nvSpPr>
        <p:spPr>
          <a:xfrm>
            <a:off x="467544" y="55552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a:p>
            <a:pPr algn="ctr"/>
            <a:endParaRPr lang="en-IN" dirty="0">
              <a:solidFill>
                <a:srgbClr val="0070C0"/>
              </a:solidFill>
              <a:effectLst>
                <a:outerShdw blurRad="38100" dist="38100" dir="2700000" algn="tl">
                  <a:srgbClr val="000000">
                    <a:alpha val="43137"/>
                  </a:srgbClr>
                </a:outerShdw>
              </a:effectLst>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636801569"/>
              </p:ext>
            </p:extLst>
          </p:nvPr>
        </p:nvGraphicFramePr>
        <p:xfrm>
          <a:off x="3419872" y="1275606"/>
          <a:ext cx="2859088" cy="1366837"/>
        </p:xfrm>
        <a:graphic>
          <a:graphicData uri="http://schemas.openxmlformats.org/presentationml/2006/ole">
            <mc:AlternateContent xmlns:mc="http://schemas.openxmlformats.org/markup-compatibility/2006">
              <mc:Choice xmlns:v="urn:schemas-microsoft-com:vml" Requires="v">
                <p:oleObj name="Equation" r:id="rId2" imgW="1435100" imgH="685800" progId="Equation.3">
                  <p:embed/>
                </p:oleObj>
              </mc:Choice>
              <mc:Fallback>
                <p:oleObj name="Equation" r:id="rId2" imgW="1435100" imgH="685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1275606"/>
                        <a:ext cx="2859088"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898718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467544" y="629856"/>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 Prediction Error Sum of Squares</a:t>
            </a:r>
          </a:p>
          <a:p>
            <a:pPr algn="ctr"/>
            <a:endParaRPr lang="en-IN" dirty="0">
              <a:solidFill>
                <a:srgbClr val="0070C0"/>
              </a:solidFill>
              <a:effectLst>
                <a:outerShdw blurRad="38100" dist="38100" dir="2700000" algn="tl">
                  <a:srgbClr val="000000">
                    <a:alpha val="43137"/>
                  </a:srgbClr>
                </a:outerShdw>
              </a:effectLst>
            </a:endParaRPr>
          </a:p>
        </p:txBody>
      </p:sp>
      <p:sp>
        <p:nvSpPr>
          <p:cNvPr id="6" name="TextBox 5"/>
          <p:cNvSpPr txBox="1"/>
          <p:nvPr/>
        </p:nvSpPr>
        <p:spPr>
          <a:xfrm>
            <a:off x="539750" y="1306378"/>
            <a:ext cx="7848674" cy="3785652"/>
          </a:xfrm>
          <a:prstGeom prst="rect">
            <a:avLst/>
          </a:prstGeom>
          <a:noFill/>
        </p:spPr>
        <p:txBody>
          <a:bodyPr wrap="square" rtlCol="0">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This term is also similar to the sum of squares of the residuals.   </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We sum the square of the deviations between the actual responses and the corresponding model predicted values.  </a:t>
            </a:r>
          </a:p>
        </p:txBody>
      </p:sp>
    </p:spTree>
    <p:extLst>
      <p:ext uri="{BB962C8B-B14F-4D97-AF65-F5344CB8AC3E}">
        <p14:creationId xmlns:p14="http://schemas.microsoft.com/office/powerpoint/2010/main" val="805478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359631" y="123478"/>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 Prediction Error Sum of Squares</a:t>
            </a:r>
          </a:p>
          <a:p>
            <a:pPr algn="ctr"/>
            <a:endParaRPr lang="en-IN" dirty="0">
              <a:solidFill>
                <a:srgbClr val="0070C0"/>
              </a:solidFill>
              <a:effectLst>
                <a:outerShdw blurRad="38100" dist="38100" dir="2700000" algn="tl">
                  <a:srgbClr val="000000">
                    <a:alpha val="43137"/>
                  </a:srgbClr>
                </a:outerShdw>
              </a:effectLst>
            </a:endParaRPr>
          </a:p>
        </p:txBody>
      </p:sp>
      <p:sp>
        <p:nvSpPr>
          <p:cNvPr id="6" name="TextBox 5"/>
          <p:cNvSpPr txBox="1"/>
          <p:nvPr/>
        </p:nvSpPr>
        <p:spPr>
          <a:xfrm>
            <a:off x="539750" y="989167"/>
            <a:ext cx="8064698" cy="3046988"/>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 main difference to watch out for is that the prediction for the </a:t>
            </a:r>
            <a:r>
              <a:rPr lang="en-US" sz="2400" dirty="0" err="1">
                <a:solidFill>
                  <a:schemeClr val="bg1">
                    <a:lumMod val="95000"/>
                    <a:lumOff val="5000"/>
                  </a:schemeClr>
                </a:solidFill>
                <a:latin typeface="Arial" pitchFamily="34" charset="0"/>
                <a:cs typeface="Arial" pitchFamily="34" charset="0"/>
              </a:rPr>
              <a:t>i</a:t>
            </a:r>
            <a:r>
              <a:rPr lang="en-US" sz="2400" baseline="30000" dirty="0" err="1">
                <a:solidFill>
                  <a:schemeClr val="bg1">
                    <a:lumMod val="95000"/>
                    <a:lumOff val="5000"/>
                  </a:schemeClr>
                </a:solidFill>
                <a:latin typeface="Arial" pitchFamily="34" charset="0"/>
                <a:cs typeface="Arial" pitchFamily="34" charset="0"/>
              </a:rPr>
              <a:t>th</a:t>
            </a:r>
            <a:r>
              <a:rPr lang="en-US" sz="2400" dirty="0">
                <a:solidFill>
                  <a:schemeClr val="bg1">
                    <a:lumMod val="95000"/>
                    <a:lumOff val="5000"/>
                  </a:schemeClr>
                </a:solidFill>
                <a:latin typeface="Arial" pitchFamily="34" charset="0"/>
                <a:cs typeface="Arial" pitchFamily="34" charset="0"/>
              </a:rPr>
              <a:t> data is based on a model equation that </a:t>
            </a:r>
            <a:r>
              <a:rPr lang="en-US" sz="2400" i="1" dirty="0">
                <a:solidFill>
                  <a:schemeClr val="bg1">
                    <a:lumMod val="95000"/>
                    <a:lumOff val="5000"/>
                  </a:schemeClr>
                </a:solidFill>
                <a:latin typeface="Arial" pitchFamily="34" charset="0"/>
                <a:cs typeface="Arial" pitchFamily="34" charset="0"/>
              </a:rPr>
              <a:t>excluded</a:t>
            </a:r>
            <a:r>
              <a:rPr lang="en-US" sz="2400" dirty="0">
                <a:solidFill>
                  <a:schemeClr val="bg1">
                    <a:lumMod val="95000"/>
                    <a:lumOff val="5000"/>
                  </a:schemeClr>
                </a:solidFill>
                <a:latin typeface="Arial" pitchFamily="34" charset="0"/>
                <a:cs typeface="Arial" pitchFamily="34" charset="0"/>
              </a:rPr>
              <a:t> that particular data point but used the remaining data points to develop the model equation.  </a:t>
            </a:r>
          </a:p>
        </p:txBody>
      </p:sp>
    </p:spTree>
    <p:extLst>
      <p:ext uri="{BB962C8B-B14F-4D97-AF65-F5344CB8AC3E}">
        <p14:creationId xmlns:p14="http://schemas.microsoft.com/office/powerpoint/2010/main" val="105586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535117" y="411510"/>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 Prediction Error Sum of Squares</a:t>
            </a:r>
          </a:p>
          <a:p>
            <a:pPr algn="ctr"/>
            <a:endParaRPr lang="en-IN" dirty="0">
              <a:solidFill>
                <a:srgbClr val="0070C0"/>
              </a:solidFill>
              <a:effectLst>
                <a:outerShdw blurRad="38100" dist="38100" dir="2700000" algn="tl">
                  <a:srgbClr val="000000">
                    <a:alpha val="43137"/>
                  </a:srgbClr>
                </a:outerShdw>
              </a:effectLst>
            </a:endParaRPr>
          </a:p>
        </p:txBody>
      </p:sp>
      <p:sp>
        <p:nvSpPr>
          <p:cNvPr id="6" name="TextBox 5"/>
          <p:cNvSpPr txBox="1"/>
          <p:nvPr/>
        </p:nvSpPr>
        <p:spPr>
          <a:xfrm>
            <a:off x="539750" y="1847602"/>
            <a:ext cx="8424738" cy="2308324"/>
          </a:xfrm>
          <a:prstGeom prst="rect">
            <a:avLst/>
          </a:prstGeom>
          <a:noFill/>
        </p:spPr>
        <p:txBody>
          <a:bodyPr wrap="square" rtlCol="0">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The same treatment is meted to other data points as well when they are compared to their individual model predictions.</a:t>
            </a:r>
          </a:p>
        </p:txBody>
      </p:sp>
    </p:spTree>
    <p:extLst>
      <p:ext uri="{BB962C8B-B14F-4D97-AF65-F5344CB8AC3E}">
        <p14:creationId xmlns:p14="http://schemas.microsoft.com/office/powerpoint/2010/main" val="6156728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395635" y="699542"/>
                <a:ext cx="8136706" cy="4264116"/>
              </a:xfrm>
              <a:prstGeom prst="rect">
                <a:avLst/>
              </a:prstGeom>
              <a:noFill/>
              <a:ln w="9525">
                <a:noFill/>
                <a:miter lim="800000"/>
                <a:headEnd/>
                <a:tailEnd/>
              </a:ln>
            </p:spPr>
            <p:txBody>
              <a:bodyPr wrap="square">
                <a:spAutoFit/>
              </a:bodyPr>
              <a:lstStyle/>
              <a:p>
                <a:pPr algn="just">
                  <a:lnSpc>
                    <a:spcPct val="150000"/>
                  </a:lnSpc>
                  <a:buClr>
                    <a:srgbClr val="002060"/>
                  </a:buClr>
                </a:pPr>
                <a:r>
                  <a:rPr lang="en-US" sz="2200" dirty="0">
                    <a:solidFill>
                      <a:schemeClr val="bg1">
                        <a:lumMod val="95000"/>
                        <a:lumOff val="5000"/>
                      </a:schemeClr>
                    </a:solidFill>
                    <a:latin typeface="Arial" pitchFamily="34" charset="0"/>
                    <a:cs typeface="Arial" pitchFamily="34" charset="0"/>
                  </a:rPr>
                  <a:t>First </a:t>
                </a:r>
                <a:r>
                  <a:rPr lang="en-US" sz="2200" b="1" dirty="0">
                    <a:solidFill>
                      <a:schemeClr val="bg1">
                        <a:lumMod val="95000"/>
                        <a:lumOff val="5000"/>
                      </a:schemeClr>
                    </a:solidFill>
                    <a:latin typeface="Arial" pitchFamily="34" charset="0"/>
                    <a:cs typeface="Arial" pitchFamily="34" charset="0"/>
                  </a:rPr>
                  <a:t>H</a:t>
                </a:r>
                <a:r>
                  <a:rPr lang="en-US" sz="2200" dirty="0">
                    <a:solidFill>
                      <a:schemeClr val="bg1">
                        <a:lumMod val="95000"/>
                        <a:lumOff val="5000"/>
                      </a:schemeClr>
                    </a:solidFill>
                    <a:latin typeface="Arial" pitchFamily="34" charset="0"/>
                    <a:cs typeface="Arial" pitchFamily="34" charset="0"/>
                  </a:rPr>
                  <a:t> matrix is defined as follows</a:t>
                </a:r>
              </a:p>
              <a:p>
                <a:pPr algn="ctr">
                  <a:lnSpc>
                    <a:spcPct val="150000"/>
                  </a:lnSpc>
                  <a:buClr>
                    <a:srgbClr val="002060"/>
                  </a:buClr>
                </a:pPr>
                <a14:m>
                  <m:oMathPara xmlns:m="http://schemas.openxmlformats.org/officeDocument/2006/math">
                    <m:oMathParaPr>
                      <m:jc m:val="centerGroup"/>
                    </m:oMathParaPr>
                    <m:oMath xmlns:m="http://schemas.openxmlformats.org/officeDocument/2006/math">
                      <m:r>
                        <a:rPr lang="en-IN" sz="2200" b="1" i="0" smtClean="0">
                          <a:solidFill>
                            <a:schemeClr val="bg1">
                              <a:lumMod val="95000"/>
                              <a:lumOff val="5000"/>
                            </a:schemeClr>
                          </a:solidFill>
                          <a:latin typeface="Cambria Math" panose="02040503050406030204" pitchFamily="18" charset="0"/>
                          <a:cs typeface="Arial" pitchFamily="34" charset="0"/>
                        </a:rPr>
                        <m:t>𝐇</m:t>
                      </m:r>
                      <m:r>
                        <a:rPr lang="en-IN" sz="2200" b="1" i="0" smtClean="0">
                          <a:solidFill>
                            <a:schemeClr val="bg1">
                              <a:lumMod val="95000"/>
                              <a:lumOff val="5000"/>
                            </a:schemeClr>
                          </a:solidFill>
                          <a:latin typeface="Cambria Math" panose="02040503050406030204" pitchFamily="18" charset="0"/>
                          <a:cs typeface="Arial" pitchFamily="34" charset="0"/>
                        </a:rPr>
                        <m:t>=</m:t>
                      </m:r>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d>
                            <m:dPr>
                              <m:ctrlPr>
                                <a:rPr lang="en-IN" sz="2200" b="1" i="1" smtClean="0">
                                  <a:solidFill>
                                    <a:schemeClr val="bg1">
                                      <a:lumMod val="95000"/>
                                      <a:lumOff val="5000"/>
                                    </a:schemeClr>
                                  </a:solidFill>
                                  <a:latin typeface="Cambria Math" panose="02040503050406030204" pitchFamily="18" charset="0"/>
                                  <a:cs typeface="Arial" pitchFamily="34" charset="0"/>
                                </a:rPr>
                              </m:ctrlPr>
                            </m:dPr>
                            <m:e>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e>
                                <m:sup>
                                  <m:r>
                                    <a:rPr lang="en-IN" sz="2200" b="1" i="0" smtClean="0">
                                      <a:solidFill>
                                        <a:schemeClr val="bg1">
                                          <a:lumMod val="95000"/>
                                          <a:lumOff val="5000"/>
                                        </a:schemeClr>
                                      </a:solidFill>
                                      <a:latin typeface="Cambria Math" panose="02040503050406030204" pitchFamily="18" charset="0"/>
                                      <a:cs typeface="Arial" pitchFamily="34" charset="0"/>
                                    </a:rPr>
                                    <m:t>′</m:t>
                                  </m:r>
                                </m:sup>
                              </m:sSup>
                              <m:r>
                                <a:rPr lang="en-IN" sz="2200" b="1" i="0" smtClean="0">
                                  <a:solidFill>
                                    <a:schemeClr val="bg1">
                                      <a:lumMod val="95000"/>
                                      <a:lumOff val="5000"/>
                                    </a:schemeClr>
                                  </a:solidFill>
                                  <a:latin typeface="Cambria Math" panose="02040503050406030204" pitchFamily="18" charset="0"/>
                                  <a:cs typeface="Arial" pitchFamily="34" charset="0"/>
                                </a:rPr>
                                <m:t>𝐗</m:t>
                              </m:r>
                            </m:e>
                          </m:d>
                        </m:e>
                        <m:sup>
                          <m:r>
                            <a:rPr lang="en-IN" sz="2200" b="1" i="0" smtClean="0">
                              <a:solidFill>
                                <a:schemeClr val="bg1">
                                  <a:lumMod val="95000"/>
                                  <a:lumOff val="5000"/>
                                </a:schemeClr>
                              </a:solidFill>
                              <a:latin typeface="Cambria Math" panose="02040503050406030204" pitchFamily="18" charset="0"/>
                              <a:cs typeface="Arial" pitchFamily="34" charset="0"/>
                            </a:rPr>
                            <m:t>−</m:t>
                          </m:r>
                          <m:r>
                            <a:rPr lang="en-IN" sz="2200" b="1" i="0" smtClean="0">
                              <a:solidFill>
                                <a:schemeClr val="bg1">
                                  <a:lumMod val="95000"/>
                                  <a:lumOff val="5000"/>
                                </a:schemeClr>
                              </a:solidFill>
                              <a:latin typeface="Cambria Math" panose="02040503050406030204" pitchFamily="18" charset="0"/>
                              <a:cs typeface="Arial" pitchFamily="34" charset="0"/>
                            </a:rPr>
                            <m:t>𝟏</m:t>
                          </m:r>
                        </m:sup>
                      </m:sSup>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e>
                        <m:sup>
                          <m:r>
                            <a:rPr lang="en-IN" sz="2200" b="1" i="0" smtClean="0">
                              <a:solidFill>
                                <a:schemeClr val="bg1">
                                  <a:lumMod val="95000"/>
                                  <a:lumOff val="5000"/>
                                </a:schemeClr>
                              </a:solidFill>
                              <a:latin typeface="Cambria Math" panose="02040503050406030204" pitchFamily="18" charset="0"/>
                              <a:cs typeface="Arial" pitchFamily="34" charset="0"/>
                            </a:rPr>
                            <m:t>′</m:t>
                          </m:r>
                        </m:sup>
                      </m:sSup>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IN" sz="2200" b="0" i="0" dirty="0">
                    <a:solidFill>
                      <a:schemeClr val="bg1">
                        <a:lumMod val="95000"/>
                        <a:lumOff val="5000"/>
                      </a:schemeClr>
                    </a:solidFill>
                    <a:latin typeface="Arial" panose="020B0604020202020204" pitchFamily="34" charset="0"/>
                    <a:cs typeface="Arial" panose="020B0604020202020204" pitchFamily="34" charset="0"/>
                  </a:rPr>
                  <a:t>Let us define the usual residual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y</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acc>
                            <m:accPr>
                              <m:chr m:val="̂"/>
                              <m:ctrlPr>
                                <a:rPr lang="en-IN" sz="2200" b="0" i="1" smtClean="0">
                                  <a:solidFill>
                                    <a:schemeClr val="bg1">
                                      <a:lumMod val="95000"/>
                                      <a:lumOff val="5000"/>
                                    </a:schemeClr>
                                  </a:solidFill>
                                  <a:latin typeface="Cambria Math" panose="02040503050406030204" pitchFamily="18" charset="0"/>
                                  <a:cs typeface="Arial" pitchFamily="34" charset="0"/>
                                </a:rPr>
                              </m:ctrlPr>
                            </m:accPr>
                            <m:e>
                              <m:r>
                                <m:rPr>
                                  <m:sty m:val="p"/>
                                </m:rPr>
                                <a:rPr lang="en-IN" sz="2200" b="0" i="0" smtClean="0">
                                  <a:solidFill>
                                    <a:schemeClr val="bg1">
                                      <a:lumMod val="95000"/>
                                      <a:lumOff val="5000"/>
                                    </a:schemeClr>
                                  </a:solidFill>
                                  <a:latin typeface="Cambria Math" panose="02040503050406030204" pitchFamily="18" charset="0"/>
                                  <a:cs typeface="Arial" pitchFamily="34" charset="0"/>
                                </a:rPr>
                                <m:t>y</m:t>
                              </m:r>
                            </m:e>
                          </m:acc>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IN" sz="2200" dirty="0">
                    <a:solidFill>
                      <a:schemeClr val="bg1">
                        <a:lumMod val="95000"/>
                        <a:lumOff val="5000"/>
                      </a:schemeClr>
                    </a:solidFill>
                    <a:latin typeface="Arial" panose="020B0604020202020204" pitchFamily="34" charset="0"/>
                    <a:cs typeface="Arial" panose="020B0604020202020204" pitchFamily="34" charset="0"/>
                  </a:rPr>
                  <a:t>The PRESS residual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a:rPr lang="en-IN" sz="2200" i="0">
                            <a:solidFill>
                              <a:schemeClr val="bg1">
                                <a:lumMod val="95000"/>
                                <a:lumOff val="5000"/>
                              </a:schemeClr>
                            </a:solidFill>
                            <a:latin typeface="Cambria Math" panose="02040503050406030204" pitchFamily="18" charset="0"/>
                            <a:cs typeface="Arial" pitchFamily="34" charset="0"/>
                          </a:rPr>
                          <m:t>(</m:t>
                        </m:r>
                        <m:r>
                          <m:rPr>
                            <m:sty m:val="p"/>
                          </m:rPr>
                          <a:rPr lang="en-IN" sz="2200" i="0">
                            <a:solidFill>
                              <a:schemeClr val="bg1">
                                <a:lumMod val="95000"/>
                                <a:lumOff val="5000"/>
                              </a:schemeClr>
                            </a:solidFill>
                            <a:latin typeface="Cambria Math" panose="02040503050406030204" pitchFamily="18" charset="0"/>
                            <a:cs typeface="Arial" pitchFamily="34" charset="0"/>
                          </a:rPr>
                          <m:t>i</m:t>
                        </m:r>
                        <m:r>
                          <a:rPr lang="en-IN" sz="2200" i="0">
                            <a:solidFill>
                              <a:schemeClr val="bg1">
                                <a:lumMod val="95000"/>
                                <a:lumOff val="5000"/>
                              </a:schemeClr>
                            </a:solidFill>
                            <a:latin typeface="Cambria Math" panose="02040503050406030204" pitchFamily="18" charset="0"/>
                            <a:cs typeface="Arial" pitchFamily="34" charset="0"/>
                          </a:rPr>
                          <m:t>)</m:t>
                        </m:r>
                      </m:sub>
                    </m:sSub>
                  </m:oMath>
                </a14:m>
                <a:r>
                  <a:rPr lang="en-IN" sz="2200" dirty="0">
                    <a:solidFill>
                      <a:schemeClr val="bg1">
                        <a:lumMod val="95000"/>
                        <a:lumOff val="5000"/>
                      </a:schemeClr>
                    </a:solidFill>
                    <a:latin typeface="Arial" panose="020B0604020202020204" pitchFamily="34" charset="0"/>
                    <a:cs typeface="Arial" panose="020B0604020202020204" pitchFamily="34" charset="0"/>
                  </a:rPr>
                  <a:t> may be related to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m:rPr>
                            <m:sty m:val="p"/>
                          </m:rPr>
                          <a:rPr lang="en-IN" sz="2200" i="0">
                            <a:solidFill>
                              <a:schemeClr val="bg1">
                                <a:lumMod val="95000"/>
                                <a:lumOff val="5000"/>
                              </a:schemeClr>
                            </a:solidFill>
                            <a:latin typeface="Cambria Math" panose="02040503050406030204" pitchFamily="18" charset="0"/>
                            <a:cs typeface="Arial" pitchFamily="34" charset="0"/>
                          </a:rPr>
                          <m:t>i</m:t>
                        </m:r>
                      </m:sub>
                    </m:sSub>
                  </m:oMath>
                </a14:m>
                <a:r>
                  <a:rPr lang="en-IN" sz="2200" dirty="0">
                    <a:solidFill>
                      <a:schemeClr val="bg1">
                        <a:lumMod val="95000"/>
                        <a:lumOff val="5000"/>
                      </a:schemeClr>
                    </a:solidFill>
                    <a:latin typeface="Arial" panose="020B0604020202020204" pitchFamily="34" charset="0"/>
                    <a:cs typeface="Arial" panose="020B0604020202020204" pitchFamily="34" charset="0"/>
                  </a:rPr>
                  <a:t> as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a:rPr lang="en-IN" sz="2200" b="0" i="0" smtClean="0">
                              <a:solidFill>
                                <a:schemeClr val="bg1">
                                  <a:lumMod val="95000"/>
                                  <a:lumOff val="5000"/>
                                </a:schemeClr>
                              </a:solidFill>
                              <a:latin typeface="Cambria Math" panose="02040503050406030204" pitchFamily="18" charset="0"/>
                              <a:cs typeface="Arial" pitchFamily="34" charset="0"/>
                            </a:rPr>
                            <m:t>(</m:t>
                          </m:r>
                          <m:r>
                            <m:rPr>
                              <m:sty m:val="p"/>
                            </m:rPr>
                            <a:rPr lang="en-IN" sz="2200" i="0">
                              <a:solidFill>
                                <a:schemeClr val="bg1">
                                  <a:lumMod val="95000"/>
                                  <a:lumOff val="5000"/>
                                </a:schemeClr>
                              </a:solidFill>
                              <a:latin typeface="Cambria Math" panose="02040503050406030204" pitchFamily="18" charset="0"/>
                              <a:cs typeface="Arial" pitchFamily="34" charset="0"/>
                            </a:rPr>
                            <m:t>i</m:t>
                          </m:r>
                          <m:r>
                            <a:rPr lang="en-IN" sz="2200" b="0" i="0" smtClean="0">
                              <a:solidFill>
                                <a:schemeClr val="bg1">
                                  <a:lumMod val="95000"/>
                                  <a:lumOff val="5000"/>
                                </a:schemeClr>
                              </a:solidFill>
                              <a:latin typeface="Cambria Math" panose="02040503050406030204" pitchFamily="18" charset="0"/>
                              <a:cs typeface="Arial" pitchFamily="34" charset="0"/>
                            </a:rPr>
                            <m:t>)</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/(1−</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h</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ii</m:t>
                          </m:r>
                        </m:sub>
                      </m:sSub>
                      <m:r>
                        <a:rPr lang="en-IN" sz="2200" b="0" i="0" smtClean="0">
                          <a:solidFill>
                            <a:schemeClr val="bg1">
                              <a:lumMod val="95000"/>
                              <a:lumOff val="5000"/>
                            </a:schemeClr>
                          </a:solidFill>
                          <a:latin typeface="Cambria Math" panose="02040503050406030204" pitchFamily="18" charset="0"/>
                          <a:cs typeface="Arial" pitchFamily="34" charset="0"/>
                        </a:rPr>
                        <m:t>)</m:t>
                      </m:r>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200" dirty="0">
                    <a:solidFill>
                      <a:schemeClr val="bg1">
                        <a:lumMod val="95000"/>
                        <a:lumOff val="5000"/>
                      </a:schemeClr>
                    </a:solidFill>
                    <a:latin typeface="Arial" pitchFamily="34" charset="0"/>
                    <a:cs typeface="Arial" pitchFamily="34" charset="0"/>
                  </a:rPr>
                  <a:t>Here,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a:solidFill>
                              <a:schemeClr val="bg1">
                                <a:lumMod val="95000"/>
                                <a:lumOff val="5000"/>
                              </a:schemeClr>
                            </a:solidFill>
                            <a:latin typeface="Cambria Math" panose="02040503050406030204" pitchFamily="18" charset="0"/>
                            <a:cs typeface="Arial" pitchFamily="34" charset="0"/>
                          </a:rPr>
                          <m:t>h</m:t>
                        </m:r>
                      </m:e>
                      <m:sub>
                        <m:r>
                          <m:rPr>
                            <m:sty m:val="p"/>
                          </m:rPr>
                          <a:rPr lang="en-IN" sz="2200">
                            <a:solidFill>
                              <a:schemeClr val="bg1">
                                <a:lumMod val="95000"/>
                                <a:lumOff val="5000"/>
                              </a:schemeClr>
                            </a:solidFill>
                            <a:latin typeface="Cambria Math" panose="02040503050406030204" pitchFamily="18" charset="0"/>
                            <a:cs typeface="Arial" pitchFamily="34" charset="0"/>
                          </a:rPr>
                          <m:t>ii</m:t>
                        </m:r>
                      </m:sub>
                    </m:sSub>
                  </m:oMath>
                </a14:m>
                <a:r>
                  <a:rPr lang="en-US" sz="2200" dirty="0">
                    <a:solidFill>
                      <a:schemeClr val="bg1">
                        <a:lumMod val="95000"/>
                        <a:lumOff val="5000"/>
                      </a:schemeClr>
                    </a:solidFill>
                    <a:latin typeface="Arial" pitchFamily="34" charset="0"/>
                    <a:cs typeface="Arial" pitchFamily="34" charset="0"/>
                  </a:rPr>
                  <a:t> refers to the diagonal elements of </a:t>
                </a:r>
                <a:r>
                  <a:rPr lang="en-US" sz="2200" b="1" dirty="0">
                    <a:solidFill>
                      <a:schemeClr val="bg1">
                        <a:lumMod val="95000"/>
                        <a:lumOff val="5000"/>
                      </a:schemeClr>
                    </a:solidFill>
                    <a:latin typeface="Arial" pitchFamily="34" charset="0"/>
                    <a:cs typeface="Arial" pitchFamily="34" charset="0"/>
                  </a:rPr>
                  <a:t>H</a:t>
                </a:r>
                <a:r>
                  <a:rPr lang="en-US" sz="2200" dirty="0">
                    <a:solidFill>
                      <a:schemeClr val="bg1">
                        <a:lumMod val="95000"/>
                        <a:lumOff val="5000"/>
                      </a:schemeClr>
                    </a:solidFill>
                    <a:latin typeface="Arial" pitchFamily="34" charset="0"/>
                    <a:cs typeface="Arial" pitchFamily="34" charset="0"/>
                  </a:rPr>
                  <a:t>.</a:t>
                </a:r>
              </a:p>
              <a:p>
                <a:pPr algn="just">
                  <a:lnSpc>
                    <a:spcPct val="150000"/>
                  </a:lnSpc>
                  <a:buClr>
                    <a:srgbClr val="002060"/>
                  </a:buClr>
                </a:pPr>
                <a:endParaRPr lang="en-US" sz="2200" dirty="0">
                  <a:solidFill>
                    <a:schemeClr val="bg1">
                      <a:lumMod val="95000"/>
                      <a:lumOff val="5000"/>
                    </a:schemeClr>
                  </a:solidFill>
                  <a:latin typeface="Arial" pitchFamily="34" charset="0"/>
                  <a:cs typeface="Arial" pitchFamily="34" charset="0"/>
                </a:endParaRP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395635" y="699542"/>
                <a:ext cx="8136706" cy="4264116"/>
              </a:xfrm>
              <a:prstGeom prst="rect">
                <a:avLst/>
              </a:prstGeom>
              <a:blipFill>
                <a:blip r:embed="rId2"/>
                <a:stretch>
                  <a:fillRect l="-974"/>
                </a:stretch>
              </a:blipFill>
              <a:ln w="9525">
                <a:noFill/>
                <a:miter lim="800000"/>
                <a:headEnd/>
                <a:tailEnd/>
              </a:ln>
            </p:spPr>
            <p:txBody>
              <a:bodyPr/>
              <a:lstStyle/>
              <a:p>
                <a:r>
                  <a:rPr lang="en-IN">
                    <a:noFill/>
                  </a:rPr>
                  <a:t> </a:t>
                </a:r>
              </a:p>
            </p:txBody>
          </p:sp>
        </mc:Fallback>
      </mc:AlternateContent>
      <p:sp>
        <p:nvSpPr>
          <p:cNvPr id="5" name="TextBox 4"/>
          <p:cNvSpPr txBox="1"/>
          <p:nvPr/>
        </p:nvSpPr>
        <p:spPr>
          <a:xfrm>
            <a:off x="251520" y="0"/>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a:t>
            </a:r>
          </a:p>
          <a:p>
            <a:pPr algn="ctr"/>
            <a:endParaRPr lang="en-IN"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98183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611758" y="579602"/>
                <a:ext cx="8136706" cy="4581832"/>
              </a:xfrm>
              <a:prstGeom prst="rect">
                <a:avLst/>
              </a:prstGeom>
              <a:noFill/>
              <a:ln w="9525">
                <a:noFill/>
                <a:miter lim="800000"/>
                <a:headEnd/>
                <a:tailEnd/>
              </a:ln>
            </p:spPr>
            <p:txBody>
              <a:bodyPr wrap="square">
                <a:spAutoFit/>
              </a:bodyPr>
              <a:lstStyle/>
              <a:p>
                <a:pPr algn="just">
                  <a:lnSpc>
                    <a:spcPct val="150000"/>
                  </a:lnSpc>
                  <a:buClr>
                    <a:srgbClr val="002060"/>
                  </a:buClr>
                </a:pPr>
                <a:r>
                  <a:rPr lang="en-IN" sz="2000" dirty="0">
                    <a:solidFill>
                      <a:schemeClr val="bg1">
                        <a:lumMod val="95000"/>
                        <a:lumOff val="5000"/>
                      </a:schemeClr>
                    </a:solidFill>
                    <a:latin typeface="Arial" panose="020B0604020202020204" pitchFamily="34" charset="0"/>
                    <a:cs typeface="Arial" panose="020B0604020202020204" pitchFamily="34" charset="0"/>
                  </a:rPr>
                  <a:t>The PRESS residual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a:rPr lang="en-IN" sz="2000" i="0">
                            <a:solidFill>
                              <a:schemeClr val="bg1">
                                <a:lumMod val="95000"/>
                                <a:lumOff val="5000"/>
                              </a:schemeClr>
                            </a:solidFill>
                            <a:latin typeface="Cambria Math" panose="02040503050406030204" pitchFamily="18" charset="0"/>
                            <a:cs typeface="Arial" pitchFamily="34" charset="0"/>
                          </a:rPr>
                          <m:t>(</m:t>
                        </m:r>
                        <m:r>
                          <m:rPr>
                            <m:sty m:val="p"/>
                          </m:rPr>
                          <a:rPr lang="en-IN" sz="2000" i="0">
                            <a:solidFill>
                              <a:schemeClr val="bg1">
                                <a:lumMod val="95000"/>
                                <a:lumOff val="5000"/>
                              </a:schemeClr>
                            </a:solidFill>
                            <a:latin typeface="Cambria Math" panose="02040503050406030204" pitchFamily="18" charset="0"/>
                            <a:cs typeface="Arial" pitchFamily="34" charset="0"/>
                          </a:rPr>
                          <m:t>i</m:t>
                        </m:r>
                        <m:r>
                          <a:rPr lang="en-IN" sz="2000" i="0">
                            <a:solidFill>
                              <a:schemeClr val="bg1">
                                <a:lumMod val="95000"/>
                                <a:lumOff val="5000"/>
                              </a:schemeClr>
                            </a:solidFill>
                            <a:latin typeface="Cambria Math" panose="02040503050406030204" pitchFamily="18" charset="0"/>
                            <a:cs typeface="Arial" pitchFamily="34" charset="0"/>
                          </a:rPr>
                          <m:t>)</m:t>
                        </m:r>
                      </m:sub>
                    </m:sSub>
                  </m:oMath>
                </a14:m>
                <a:r>
                  <a:rPr lang="en-IN" sz="2000" dirty="0">
                    <a:solidFill>
                      <a:schemeClr val="bg1">
                        <a:lumMod val="95000"/>
                        <a:lumOff val="5000"/>
                      </a:schemeClr>
                    </a:solidFill>
                    <a:latin typeface="Arial" panose="020B0604020202020204" pitchFamily="34" charset="0"/>
                    <a:cs typeface="Arial" panose="020B0604020202020204" pitchFamily="34" charset="0"/>
                  </a:rPr>
                  <a:t> may be related to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m:rPr>
                            <m:sty m:val="p"/>
                          </m:rPr>
                          <a:rPr lang="en-IN" sz="2000" i="0">
                            <a:solidFill>
                              <a:schemeClr val="bg1">
                                <a:lumMod val="95000"/>
                                <a:lumOff val="5000"/>
                              </a:schemeClr>
                            </a:solidFill>
                            <a:latin typeface="Cambria Math" panose="02040503050406030204" pitchFamily="18" charset="0"/>
                            <a:cs typeface="Arial" pitchFamily="34" charset="0"/>
                          </a:rPr>
                          <m:t>i</m:t>
                        </m:r>
                      </m:sub>
                    </m:sSub>
                  </m:oMath>
                </a14:m>
                <a:r>
                  <a:rPr lang="en-IN" sz="2000" dirty="0">
                    <a:solidFill>
                      <a:schemeClr val="bg1">
                        <a:lumMod val="95000"/>
                        <a:lumOff val="5000"/>
                      </a:schemeClr>
                    </a:solidFill>
                    <a:latin typeface="Arial" panose="020B0604020202020204" pitchFamily="34" charset="0"/>
                    <a:cs typeface="Arial" panose="020B0604020202020204" pitchFamily="34" charset="0"/>
                  </a:rPr>
                  <a:t> as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a:rPr lang="en-IN" sz="2000" b="0" i="0" smtClean="0">
                              <a:solidFill>
                                <a:schemeClr val="bg1">
                                  <a:lumMod val="95000"/>
                                  <a:lumOff val="5000"/>
                                </a:schemeClr>
                              </a:solidFill>
                              <a:latin typeface="Cambria Math" panose="02040503050406030204" pitchFamily="18" charset="0"/>
                              <a:cs typeface="Arial" pitchFamily="34" charset="0"/>
                            </a:rPr>
                            <m:t>(</m:t>
                          </m:r>
                          <m:r>
                            <m:rPr>
                              <m:sty m:val="p"/>
                            </m:rPr>
                            <a:rPr lang="en-IN" sz="2000" i="0">
                              <a:solidFill>
                                <a:schemeClr val="bg1">
                                  <a:lumMod val="95000"/>
                                  <a:lumOff val="5000"/>
                                </a:schemeClr>
                              </a:solidFill>
                              <a:latin typeface="Cambria Math" panose="02040503050406030204" pitchFamily="18" charset="0"/>
                              <a:cs typeface="Arial" pitchFamily="34" charset="0"/>
                            </a:rPr>
                            <m:t>i</m:t>
                          </m:r>
                          <m:r>
                            <a:rPr lang="en-IN" sz="2000" b="0" i="0" smtClean="0">
                              <a:solidFill>
                                <a:schemeClr val="bg1">
                                  <a:lumMod val="95000"/>
                                  <a:lumOff val="5000"/>
                                </a:schemeClr>
                              </a:solidFill>
                              <a:latin typeface="Cambria Math" panose="02040503050406030204" pitchFamily="18" charset="0"/>
                              <a:cs typeface="Arial" pitchFamily="34" charset="0"/>
                            </a:rPr>
                            <m:t>)</m:t>
                          </m:r>
                        </m:sub>
                      </m:sSub>
                      <m:r>
                        <a:rPr lang="en-IN" sz="2000" b="0" i="0" smtClean="0">
                          <a:solidFill>
                            <a:schemeClr val="bg1">
                              <a:lumMod val="95000"/>
                              <a:lumOff val="5000"/>
                            </a:schemeClr>
                          </a:solidFill>
                          <a:latin typeface="Cambria Math" panose="02040503050406030204" pitchFamily="18" charset="0"/>
                          <a:cs typeface="Arial" pitchFamily="34" charset="0"/>
                        </a:rPr>
                        <m:t>=</m:t>
                      </m:r>
                      <m:f>
                        <m:fPr>
                          <m:ctrlPr>
                            <a:rPr lang="en-IN" sz="2000" b="0" i="1" smtClean="0">
                              <a:solidFill>
                                <a:schemeClr val="bg1">
                                  <a:lumMod val="95000"/>
                                  <a:lumOff val="5000"/>
                                </a:schemeClr>
                              </a:solidFill>
                              <a:latin typeface="Cambria Math" panose="02040503050406030204" pitchFamily="18" charset="0"/>
                              <a:cs typeface="Arial" pitchFamily="34" charset="0"/>
                            </a:rPr>
                          </m:ctrlPr>
                        </m:fPr>
                        <m:num>
                          <m:sSub>
                            <m:sSubPr>
                              <m:ctrlPr>
                                <a:rPr lang="en-IN" sz="20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0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000" b="0" i="0" smtClean="0">
                                  <a:solidFill>
                                    <a:schemeClr val="bg1">
                                      <a:lumMod val="95000"/>
                                      <a:lumOff val="5000"/>
                                    </a:schemeClr>
                                  </a:solidFill>
                                  <a:latin typeface="Cambria Math" panose="02040503050406030204" pitchFamily="18" charset="0"/>
                                  <a:cs typeface="Arial" pitchFamily="34" charset="0"/>
                                </a:rPr>
                                <m:t>i</m:t>
                              </m:r>
                            </m:sub>
                          </m:sSub>
                        </m:num>
                        <m:den>
                          <m:r>
                            <a:rPr lang="en-IN" sz="2000" b="0" i="0" smtClean="0">
                              <a:solidFill>
                                <a:schemeClr val="bg1">
                                  <a:lumMod val="95000"/>
                                  <a:lumOff val="5000"/>
                                </a:schemeClr>
                              </a:solidFill>
                              <a:latin typeface="Cambria Math" panose="02040503050406030204" pitchFamily="18" charset="0"/>
                              <a:cs typeface="Arial" pitchFamily="34" charset="0"/>
                            </a:rPr>
                            <m:t>1−</m:t>
                          </m:r>
                          <m:sSub>
                            <m:sSubPr>
                              <m:ctrlPr>
                                <a:rPr lang="en-IN" sz="20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000" b="0" i="0" smtClean="0">
                                  <a:solidFill>
                                    <a:schemeClr val="bg1">
                                      <a:lumMod val="95000"/>
                                      <a:lumOff val="5000"/>
                                    </a:schemeClr>
                                  </a:solidFill>
                                  <a:latin typeface="Cambria Math" panose="02040503050406030204" pitchFamily="18" charset="0"/>
                                  <a:cs typeface="Arial" pitchFamily="34" charset="0"/>
                                </a:rPr>
                                <m:t>h</m:t>
                              </m:r>
                            </m:e>
                            <m:sub>
                              <m:r>
                                <m:rPr>
                                  <m:sty m:val="p"/>
                                </m:rPr>
                                <a:rPr lang="en-IN" sz="2000" b="0" i="0" smtClean="0">
                                  <a:solidFill>
                                    <a:schemeClr val="bg1">
                                      <a:lumMod val="95000"/>
                                      <a:lumOff val="5000"/>
                                    </a:schemeClr>
                                  </a:solidFill>
                                  <a:latin typeface="Cambria Math" panose="02040503050406030204" pitchFamily="18" charset="0"/>
                                  <a:cs typeface="Arial" pitchFamily="34" charset="0"/>
                                </a:rPr>
                                <m:t>ii</m:t>
                              </m:r>
                            </m:sub>
                          </m:sSub>
                        </m:den>
                      </m:f>
                    </m:oMath>
                  </m:oMathPara>
                </a14:m>
                <a:endParaRPr lang="en-US" sz="20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000" dirty="0">
                    <a:solidFill>
                      <a:schemeClr val="bg1">
                        <a:lumMod val="95000"/>
                        <a:lumOff val="5000"/>
                      </a:schemeClr>
                    </a:solidFill>
                    <a:latin typeface="Arial" pitchFamily="34" charset="0"/>
                    <a:cs typeface="Arial" pitchFamily="34" charset="0"/>
                  </a:rPr>
                  <a:t>Here,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a:solidFill>
                              <a:schemeClr val="bg1">
                                <a:lumMod val="95000"/>
                                <a:lumOff val="5000"/>
                              </a:schemeClr>
                            </a:solidFill>
                            <a:latin typeface="Cambria Math" panose="02040503050406030204" pitchFamily="18" charset="0"/>
                            <a:cs typeface="Arial" pitchFamily="34" charset="0"/>
                          </a:rPr>
                          <m:t>h</m:t>
                        </m:r>
                      </m:e>
                      <m:sub>
                        <m:r>
                          <m:rPr>
                            <m:sty m:val="p"/>
                          </m:rPr>
                          <a:rPr lang="en-IN" sz="2000">
                            <a:solidFill>
                              <a:schemeClr val="bg1">
                                <a:lumMod val="95000"/>
                                <a:lumOff val="5000"/>
                              </a:schemeClr>
                            </a:solidFill>
                            <a:latin typeface="Cambria Math" panose="02040503050406030204" pitchFamily="18" charset="0"/>
                            <a:cs typeface="Arial" pitchFamily="34" charset="0"/>
                          </a:rPr>
                          <m:t>ii</m:t>
                        </m:r>
                      </m:sub>
                    </m:sSub>
                  </m:oMath>
                </a14:m>
                <a:r>
                  <a:rPr lang="en-US" sz="2000" dirty="0">
                    <a:solidFill>
                      <a:schemeClr val="bg1">
                        <a:lumMod val="95000"/>
                        <a:lumOff val="5000"/>
                      </a:schemeClr>
                    </a:solidFill>
                    <a:latin typeface="Arial" pitchFamily="34" charset="0"/>
                    <a:cs typeface="Arial" pitchFamily="34" charset="0"/>
                  </a:rPr>
                  <a:t> refers to the diagonal elements of </a:t>
                </a:r>
                <a:r>
                  <a:rPr lang="en-US" sz="2000" b="1" dirty="0">
                    <a:solidFill>
                      <a:schemeClr val="bg1">
                        <a:lumMod val="95000"/>
                        <a:lumOff val="5000"/>
                      </a:schemeClr>
                    </a:solidFill>
                    <a:latin typeface="Arial" pitchFamily="34" charset="0"/>
                    <a:cs typeface="Arial" pitchFamily="34" charset="0"/>
                  </a:rPr>
                  <a:t>H</a:t>
                </a:r>
                <a:endParaRPr lang="en-US" sz="2000" dirty="0">
                  <a:solidFill>
                    <a:schemeClr val="bg1">
                      <a:lumMod val="95000"/>
                      <a:lumOff val="5000"/>
                    </a:schemeClr>
                  </a:solidFill>
                  <a:latin typeface="Arial" pitchFamily="34" charset="0"/>
                  <a:cs typeface="Arial" pitchFamily="34" charset="0"/>
                </a:endParaRPr>
              </a:p>
              <a:p>
                <a:pPr algn="ctr">
                  <a:lnSpc>
                    <a:spcPct val="150000"/>
                  </a:lnSpc>
                  <a:buClr>
                    <a:srgbClr val="002060"/>
                  </a:buClr>
                </a:pPr>
                <a14:m>
                  <m:oMathPara xmlns:m="http://schemas.openxmlformats.org/officeDocument/2006/math">
                    <m:oMathParaPr>
                      <m:jc m:val="centerGroup"/>
                    </m:oMathParaPr>
                    <m:oMath xmlns:m="http://schemas.openxmlformats.org/officeDocument/2006/math">
                      <m:r>
                        <m:rPr>
                          <m:sty m:val="p"/>
                        </m:rPr>
                        <a:rPr lang="en-IN" sz="2000" b="0" i="0" smtClean="0">
                          <a:solidFill>
                            <a:schemeClr val="bg1">
                              <a:lumMod val="95000"/>
                              <a:lumOff val="5000"/>
                            </a:schemeClr>
                          </a:solidFill>
                          <a:latin typeface="Cambria Math" panose="02040503050406030204" pitchFamily="18" charset="0"/>
                          <a:cs typeface="Arial" pitchFamily="34" charset="0"/>
                        </a:rPr>
                        <m:t>PRESS</m:t>
                      </m:r>
                      <m:r>
                        <a:rPr lang="en-IN" sz="2000" b="0" i="0" smtClean="0">
                          <a:solidFill>
                            <a:schemeClr val="bg1">
                              <a:lumMod val="95000"/>
                              <a:lumOff val="5000"/>
                            </a:schemeClr>
                          </a:solidFill>
                          <a:latin typeface="Cambria Math" panose="02040503050406030204" pitchFamily="18" charset="0"/>
                          <a:cs typeface="Arial" pitchFamily="34" charset="0"/>
                        </a:rPr>
                        <m:t>= </m:t>
                      </m:r>
                      <m:nary>
                        <m:naryPr>
                          <m:chr m:val="∑"/>
                          <m:ctrlPr>
                            <a:rPr lang="en-IN" sz="2000" b="0" i="1" smtClean="0">
                              <a:solidFill>
                                <a:schemeClr val="bg1">
                                  <a:lumMod val="95000"/>
                                  <a:lumOff val="5000"/>
                                </a:schemeClr>
                              </a:solidFill>
                              <a:latin typeface="Cambria Math" panose="02040503050406030204" pitchFamily="18" charset="0"/>
                              <a:cs typeface="Arial" pitchFamily="34" charset="0"/>
                            </a:rPr>
                          </m:ctrlPr>
                        </m:naryPr>
                        <m:sub>
                          <m:r>
                            <m:rPr>
                              <m:sty m:val="p"/>
                              <m:brk m:alnAt="23"/>
                            </m:rPr>
                            <a:rPr lang="en-IN" sz="2000" b="0" i="0" smtClean="0">
                              <a:solidFill>
                                <a:schemeClr val="bg1">
                                  <a:lumMod val="95000"/>
                                  <a:lumOff val="5000"/>
                                </a:schemeClr>
                              </a:solidFill>
                              <a:latin typeface="Cambria Math" panose="02040503050406030204" pitchFamily="18" charset="0"/>
                              <a:cs typeface="Arial" pitchFamily="34" charset="0"/>
                            </a:rPr>
                            <m:t>i</m:t>
                          </m:r>
                          <m:r>
                            <a:rPr lang="en-IN" sz="2000" b="0" i="0" smtClean="0">
                              <a:solidFill>
                                <a:schemeClr val="bg1">
                                  <a:lumMod val="95000"/>
                                  <a:lumOff val="5000"/>
                                </a:schemeClr>
                              </a:solidFill>
                              <a:latin typeface="Cambria Math" panose="02040503050406030204" pitchFamily="18" charset="0"/>
                              <a:cs typeface="Arial" pitchFamily="34" charset="0"/>
                            </a:rPr>
                            <m:t>=1</m:t>
                          </m:r>
                        </m:sub>
                        <m:sup>
                          <m:r>
                            <m:rPr>
                              <m:sty m:val="p"/>
                            </m:rPr>
                            <a:rPr lang="en-IN" sz="2000" b="0" i="0" smtClean="0">
                              <a:solidFill>
                                <a:schemeClr val="bg1">
                                  <a:lumMod val="95000"/>
                                  <a:lumOff val="5000"/>
                                </a:schemeClr>
                              </a:solidFill>
                              <a:latin typeface="Cambria Math" panose="02040503050406030204" pitchFamily="18" charset="0"/>
                              <a:cs typeface="Arial" pitchFamily="34" charset="0"/>
                            </a:rPr>
                            <m:t>n</m:t>
                          </m:r>
                        </m:sup>
                        <m:e>
                          <m:sSup>
                            <m:sSupPr>
                              <m:ctrlPr>
                                <a:rPr lang="en-IN" sz="2000" b="0" i="1" smtClean="0">
                                  <a:solidFill>
                                    <a:schemeClr val="bg1">
                                      <a:lumMod val="95000"/>
                                      <a:lumOff val="5000"/>
                                    </a:schemeClr>
                                  </a:solidFill>
                                  <a:latin typeface="Cambria Math" panose="02040503050406030204" pitchFamily="18" charset="0"/>
                                  <a:cs typeface="Arial" pitchFamily="34" charset="0"/>
                                </a:rPr>
                              </m:ctrlPr>
                            </m:sSupPr>
                            <m:e>
                              <m:d>
                                <m:dPr>
                                  <m:ctrlPr>
                                    <a:rPr lang="en-IN" sz="2000" b="0" i="1" smtClean="0">
                                      <a:solidFill>
                                        <a:schemeClr val="bg1">
                                          <a:lumMod val="95000"/>
                                          <a:lumOff val="5000"/>
                                        </a:schemeClr>
                                      </a:solidFill>
                                      <a:latin typeface="Cambria Math" panose="02040503050406030204" pitchFamily="18" charset="0"/>
                                      <a:cs typeface="Arial" pitchFamily="34" charset="0"/>
                                    </a:rPr>
                                  </m:ctrlPr>
                                </m:dPr>
                                <m:e>
                                  <m:f>
                                    <m:fPr>
                                      <m:ctrlPr>
                                        <a:rPr lang="en-IN" sz="2000" i="1">
                                          <a:solidFill>
                                            <a:schemeClr val="bg1">
                                              <a:lumMod val="95000"/>
                                              <a:lumOff val="5000"/>
                                            </a:schemeClr>
                                          </a:solidFill>
                                          <a:latin typeface="Cambria Math" panose="02040503050406030204" pitchFamily="18" charset="0"/>
                                          <a:cs typeface="Arial" pitchFamily="34" charset="0"/>
                                        </a:rPr>
                                      </m:ctrlPr>
                                    </m:fPr>
                                    <m:num>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m:rPr>
                                              <m:sty m:val="p"/>
                                            </m:rPr>
                                            <a:rPr lang="en-IN" sz="2000" i="0">
                                              <a:solidFill>
                                                <a:schemeClr val="bg1">
                                                  <a:lumMod val="95000"/>
                                                  <a:lumOff val="5000"/>
                                                </a:schemeClr>
                                              </a:solidFill>
                                              <a:latin typeface="Cambria Math" panose="02040503050406030204" pitchFamily="18" charset="0"/>
                                              <a:cs typeface="Arial" pitchFamily="34" charset="0"/>
                                            </a:rPr>
                                            <m:t>i</m:t>
                                          </m:r>
                                        </m:sub>
                                      </m:sSub>
                                    </m:num>
                                    <m:den>
                                      <m:r>
                                        <a:rPr lang="en-IN" sz="2000" i="0">
                                          <a:solidFill>
                                            <a:schemeClr val="bg1">
                                              <a:lumMod val="95000"/>
                                              <a:lumOff val="5000"/>
                                            </a:schemeClr>
                                          </a:solidFill>
                                          <a:latin typeface="Cambria Math" panose="02040503050406030204" pitchFamily="18" charset="0"/>
                                          <a:cs typeface="Arial" pitchFamily="34" charset="0"/>
                                        </a:rPr>
                                        <m:t>1−</m:t>
                                      </m:r>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h</m:t>
                                          </m:r>
                                        </m:e>
                                        <m:sub>
                                          <m:r>
                                            <m:rPr>
                                              <m:sty m:val="p"/>
                                            </m:rPr>
                                            <a:rPr lang="en-IN" sz="2000" i="0">
                                              <a:solidFill>
                                                <a:schemeClr val="bg1">
                                                  <a:lumMod val="95000"/>
                                                  <a:lumOff val="5000"/>
                                                </a:schemeClr>
                                              </a:solidFill>
                                              <a:latin typeface="Cambria Math" panose="02040503050406030204" pitchFamily="18" charset="0"/>
                                              <a:cs typeface="Arial" pitchFamily="34" charset="0"/>
                                            </a:rPr>
                                            <m:t>ii</m:t>
                                          </m:r>
                                        </m:sub>
                                      </m:sSub>
                                    </m:den>
                                  </m:f>
                                </m:e>
                              </m:d>
                            </m:e>
                            <m:sup>
                              <m:r>
                                <a:rPr lang="en-IN" sz="2000" b="0" i="0" smtClean="0">
                                  <a:solidFill>
                                    <a:schemeClr val="bg1">
                                      <a:lumMod val="95000"/>
                                      <a:lumOff val="5000"/>
                                    </a:schemeClr>
                                  </a:solidFill>
                                  <a:latin typeface="Cambria Math" panose="02040503050406030204" pitchFamily="18" charset="0"/>
                                  <a:cs typeface="Arial" pitchFamily="34" charset="0"/>
                                </a:rPr>
                                <m:t>2</m:t>
                              </m:r>
                            </m:sup>
                          </m:sSup>
                        </m:e>
                      </m:nary>
                    </m:oMath>
                  </m:oMathPara>
                </a14:m>
                <a:endParaRPr lang="en-US" sz="2000" dirty="0">
                  <a:solidFill>
                    <a:schemeClr val="bg1">
                      <a:lumMod val="95000"/>
                      <a:lumOff val="5000"/>
                    </a:schemeClr>
                  </a:solidFill>
                  <a:latin typeface="Arial" pitchFamily="34" charset="0"/>
                  <a:cs typeface="Arial" pitchFamily="34" charset="0"/>
                </a:endParaRPr>
              </a:p>
              <a:p>
                <a:pPr algn="ctr">
                  <a:lnSpc>
                    <a:spcPct val="150000"/>
                  </a:lnSpc>
                  <a:buClr>
                    <a:srgbClr val="002060"/>
                  </a:buClr>
                </a:pPr>
                <a14:m>
                  <m:oMathPara xmlns:m="http://schemas.openxmlformats.org/officeDocument/2006/math">
                    <m:oMathParaPr>
                      <m:jc m:val="centerGroup"/>
                    </m:oMathParaPr>
                    <m:oMath xmlns:m="http://schemas.openxmlformats.org/officeDocument/2006/math">
                      <m:sSubSup>
                        <m:sSubSupPr>
                          <m:ctrlPr>
                            <a:rPr lang="en-IN" sz="2000" b="0" i="1" smtClean="0">
                              <a:solidFill>
                                <a:schemeClr val="bg1">
                                  <a:lumMod val="95000"/>
                                  <a:lumOff val="5000"/>
                                </a:schemeClr>
                              </a:solidFill>
                              <a:latin typeface="Cambria Math" panose="02040503050406030204" pitchFamily="18" charset="0"/>
                              <a:cs typeface="Arial" pitchFamily="34" charset="0"/>
                            </a:rPr>
                          </m:ctrlPr>
                        </m:sSubSupPr>
                        <m:e>
                          <m:r>
                            <m:rPr>
                              <m:sty m:val="p"/>
                            </m:rPr>
                            <a:rPr lang="en-IN" sz="2000" b="0" i="0" smtClean="0">
                              <a:solidFill>
                                <a:schemeClr val="bg1">
                                  <a:lumMod val="95000"/>
                                  <a:lumOff val="5000"/>
                                </a:schemeClr>
                              </a:solidFill>
                              <a:latin typeface="Cambria Math" panose="02040503050406030204" pitchFamily="18" charset="0"/>
                              <a:cs typeface="Arial" pitchFamily="34" charset="0"/>
                            </a:rPr>
                            <m:t>R</m:t>
                          </m:r>
                        </m:e>
                        <m:sub>
                          <m:r>
                            <m:rPr>
                              <m:sty m:val="p"/>
                            </m:rPr>
                            <a:rPr lang="en-IN" sz="2000" i="0">
                              <a:solidFill>
                                <a:schemeClr val="bg1">
                                  <a:lumMod val="95000"/>
                                  <a:lumOff val="5000"/>
                                </a:schemeClr>
                              </a:solidFill>
                              <a:latin typeface="Cambria Math" panose="02040503050406030204" pitchFamily="18" charset="0"/>
                              <a:cs typeface="Arial" pitchFamily="34" charset="0"/>
                            </a:rPr>
                            <m:t>PRESS</m:t>
                          </m:r>
                        </m:sub>
                        <m:sup>
                          <m:r>
                            <a:rPr lang="en-IN" sz="2000" b="0" i="0" smtClean="0">
                              <a:solidFill>
                                <a:schemeClr val="bg1">
                                  <a:lumMod val="95000"/>
                                  <a:lumOff val="5000"/>
                                </a:schemeClr>
                              </a:solidFill>
                              <a:latin typeface="Cambria Math" panose="02040503050406030204" pitchFamily="18" charset="0"/>
                              <a:cs typeface="Arial" pitchFamily="34" charset="0"/>
                            </a:rPr>
                            <m:t>2</m:t>
                          </m:r>
                        </m:sup>
                      </m:sSubSup>
                      <m:r>
                        <a:rPr lang="en-IN" sz="2000" i="0">
                          <a:solidFill>
                            <a:schemeClr val="bg1">
                              <a:lumMod val="95000"/>
                              <a:lumOff val="5000"/>
                            </a:schemeClr>
                          </a:solidFill>
                          <a:latin typeface="Cambria Math" panose="02040503050406030204" pitchFamily="18" charset="0"/>
                          <a:cs typeface="Arial" pitchFamily="34" charset="0"/>
                        </a:rPr>
                        <m:t>=</m:t>
                      </m:r>
                      <m:r>
                        <a:rPr lang="en-IN" sz="2000" b="0" i="0" smtClean="0">
                          <a:solidFill>
                            <a:schemeClr val="bg1">
                              <a:lumMod val="95000"/>
                              <a:lumOff val="5000"/>
                            </a:schemeClr>
                          </a:solidFill>
                          <a:latin typeface="Cambria Math" panose="02040503050406030204" pitchFamily="18" charset="0"/>
                          <a:cs typeface="Arial" pitchFamily="34" charset="0"/>
                        </a:rPr>
                        <m:t>1−</m:t>
                      </m:r>
                      <m:f>
                        <m:fPr>
                          <m:ctrlPr>
                            <a:rPr lang="en-IN" sz="2000" b="0" i="1" smtClean="0">
                              <a:solidFill>
                                <a:schemeClr val="bg1">
                                  <a:lumMod val="95000"/>
                                  <a:lumOff val="5000"/>
                                </a:schemeClr>
                              </a:solidFill>
                              <a:latin typeface="Cambria Math" panose="02040503050406030204" pitchFamily="18" charset="0"/>
                              <a:cs typeface="Arial" pitchFamily="34" charset="0"/>
                            </a:rPr>
                          </m:ctrlPr>
                        </m:fPr>
                        <m:num>
                          <m:r>
                            <m:rPr>
                              <m:sty m:val="p"/>
                            </m:rPr>
                            <a:rPr lang="en-IN" sz="2000" b="0" i="0" smtClean="0">
                              <a:solidFill>
                                <a:schemeClr val="bg1">
                                  <a:lumMod val="95000"/>
                                  <a:lumOff val="5000"/>
                                </a:schemeClr>
                              </a:solidFill>
                              <a:latin typeface="Cambria Math" panose="02040503050406030204" pitchFamily="18" charset="0"/>
                              <a:cs typeface="Arial" pitchFamily="34" charset="0"/>
                            </a:rPr>
                            <m:t>PRESS</m:t>
                          </m:r>
                        </m:num>
                        <m:den>
                          <m:r>
                            <m:rPr>
                              <m:sty m:val="p"/>
                            </m:rPr>
                            <a:rPr lang="en-IN" sz="2000" b="0" i="0" smtClean="0">
                              <a:solidFill>
                                <a:schemeClr val="bg1">
                                  <a:lumMod val="95000"/>
                                  <a:lumOff val="5000"/>
                                </a:schemeClr>
                              </a:solidFill>
                              <a:latin typeface="Cambria Math" panose="02040503050406030204" pitchFamily="18" charset="0"/>
                              <a:cs typeface="Arial" pitchFamily="34" charset="0"/>
                            </a:rPr>
                            <m:t>SS</m:t>
                          </m:r>
                          <m:r>
                            <m:rPr>
                              <m:sty m:val="p"/>
                            </m:rPr>
                            <a:rPr lang="en-IN" sz="2000" b="0" i="0" baseline="-25000" smtClean="0">
                              <a:solidFill>
                                <a:schemeClr val="bg1">
                                  <a:lumMod val="95000"/>
                                  <a:lumOff val="5000"/>
                                </a:schemeClr>
                              </a:solidFill>
                              <a:latin typeface="Cambria Math" panose="02040503050406030204" pitchFamily="18" charset="0"/>
                              <a:cs typeface="Arial" pitchFamily="34" charset="0"/>
                            </a:rPr>
                            <m:t>Total</m:t>
                          </m:r>
                        </m:den>
                      </m:f>
                    </m:oMath>
                  </m:oMathPara>
                </a14:m>
                <a:endParaRPr lang="en-US" sz="20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000" dirty="0">
                    <a:solidFill>
                      <a:schemeClr val="bg1">
                        <a:lumMod val="95000"/>
                        <a:lumOff val="5000"/>
                      </a:schemeClr>
                    </a:solidFill>
                    <a:latin typeface="Arial" pitchFamily="34" charset="0"/>
                    <a:cs typeface="Arial" pitchFamily="34" charset="0"/>
                  </a:rPr>
                  <a:t>Remember to adjust for intercept when finding total sum of squares</a:t>
                </a: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611758" y="579602"/>
                <a:ext cx="8136706" cy="4581832"/>
              </a:xfrm>
              <a:prstGeom prst="rect">
                <a:avLst/>
              </a:prstGeom>
              <a:blipFill>
                <a:blip r:embed="rId2"/>
                <a:stretch>
                  <a:fillRect l="-749"/>
                </a:stretch>
              </a:blipFill>
              <a:ln w="9525">
                <a:noFill/>
                <a:miter lim="800000"/>
                <a:headEnd/>
                <a:tailEnd/>
              </a:ln>
            </p:spPr>
            <p:txBody>
              <a:bodyPr/>
              <a:lstStyle/>
              <a:p>
                <a:r>
                  <a:rPr lang="en-IN">
                    <a:noFill/>
                  </a:rPr>
                  <a:t> </a:t>
                </a:r>
              </a:p>
            </p:txBody>
          </p:sp>
        </mc:Fallback>
      </mc:AlternateContent>
      <p:sp>
        <p:nvSpPr>
          <p:cNvPr id="5" name="TextBox 4"/>
          <p:cNvSpPr txBox="1"/>
          <p:nvPr/>
        </p:nvSpPr>
        <p:spPr>
          <a:xfrm>
            <a:off x="323528" y="0"/>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PRESS:</a:t>
            </a:r>
          </a:p>
          <a:p>
            <a:pPr algn="ctr"/>
            <a:endParaRPr lang="en-IN"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9321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8514" y="123478"/>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Variance-Covariance Matrix</a:t>
            </a:r>
          </a:p>
        </p:txBody>
      </p:sp>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467544" y="843558"/>
                <a:ext cx="8408769" cy="3805144"/>
              </a:xfrm>
              <a:prstGeom prst="rect">
                <a:avLst/>
              </a:prstGeom>
              <a:noFill/>
              <a:ln w="9525">
                <a:noFill/>
                <a:miter lim="800000"/>
                <a:headEnd/>
                <a:tailEnd/>
              </a:ln>
            </p:spPr>
            <p:txBody>
              <a:bodyPr wrap="square">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 variance-</a:t>
                </a:r>
                <a:r>
                  <a:rPr lang="en-US" sz="2400" dirty="0" err="1">
                    <a:solidFill>
                      <a:schemeClr val="bg1">
                        <a:lumMod val="95000"/>
                        <a:lumOff val="5000"/>
                      </a:schemeClr>
                    </a:solidFill>
                    <a:latin typeface="Arial" pitchFamily="34" charset="0"/>
                    <a:cs typeface="Arial" pitchFamily="34" charset="0"/>
                  </a:rPr>
                  <a:t>covariances</a:t>
                </a:r>
                <a:r>
                  <a:rPr lang="en-US" sz="2400" dirty="0">
                    <a:solidFill>
                      <a:schemeClr val="bg1">
                        <a:lumMod val="95000"/>
                        <a:lumOff val="5000"/>
                      </a:schemeClr>
                    </a:solidFill>
                    <a:latin typeface="Arial" pitchFamily="34" charset="0"/>
                    <a:cs typeface="Arial" pitchFamily="34" charset="0"/>
                  </a:rPr>
                  <a:t> of the least square estimators of the parameters</a:t>
                </a:r>
                <a14:m>
                  <m:oMath xmlns:m="http://schemas.openxmlformats.org/officeDocument/2006/math">
                    <m:acc>
                      <m:accPr>
                        <m:chr m:val="̂"/>
                        <m:ctrlPr>
                          <a:rPr lang="en-US" sz="2400" i="1">
                            <a:solidFill>
                              <a:schemeClr val="bg1">
                                <a:lumMod val="95000"/>
                                <a:lumOff val="5000"/>
                              </a:schemeClr>
                            </a:solidFill>
                            <a:latin typeface="Cambria Math" panose="02040503050406030204" pitchFamily="18" charset="0"/>
                            <a:cs typeface="Arial" pitchFamily="34" charset="0"/>
                          </a:rPr>
                        </m:ctrlPr>
                      </m:accPr>
                      <m:e>
                        <m:r>
                          <m:rPr>
                            <m:sty m:val="p"/>
                          </m:rPr>
                          <a:rPr lang="en-US" sz="2400">
                            <a:solidFill>
                              <a:schemeClr val="bg1">
                                <a:lumMod val="95000"/>
                                <a:lumOff val="5000"/>
                              </a:schemeClr>
                            </a:solidFill>
                            <a:latin typeface="Cambria Math" panose="02040503050406030204" pitchFamily="18" charset="0"/>
                            <a:ea typeface="Cambria Math" panose="02040503050406030204" pitchFamily="18" charset="0"/>
                            <a:cs typeface="Arial" pitchFamily="34" charset="0"/>
                          </a:rPr>
                          <m:t>β</m:t>
                        </m:r>
                      </m:e>
                    </m:acc>
                  </m:oMath>
                </a14:m>
                <a:r>
                  <a:rPr lang="en-US" sz="2400" dirty="0">
                    <a:solidFill>
                      <a:schemeClr val="bg1">
                        <a:lumMod val="95000"/>
                        <a:lumOff val="5000"/>
                      </a:schemeClr>
                    </a:solidFill>
                    <a:latin typeface="Arial" pitchFamily="34" charset="0"/>
                    <a:cs typeface="Arial" pitchFamily="34" charset="0"/>
                  </a:rPr>
                  <a:t> including </a:t>
                </a:r>
                <a14:m>
                  <m:oMath xmlns:m="http://schemas.openxmlformats.org/officeDocument/2006/math">
                    <m:sSub>
                      <m:sSubPr>
                        <m:ctrlPr>
                          <a:rPr lang="en-IN" sz="2400" b="0" i="1" smtClean="0">
                            <a:solidFill>
                              <a:schemeClr val="bg1">
                                <a:lumMod val="95000"/>
                                <a:lumOff val="5000"/>
                              </a:schemeClr>
                            </a:solidFill>
                            <a:latin typeface="Cambria Math" panose="02040503050406030204" pitchFamily="18" charset="0"/>
                            <a:cs typeface="Arial" pitchFamily="34" charset="0"/>
                          </a:rPr>
                        </m:ctrlPr>
                      </m:sSubPr>
                      <m:e>
                        <m:acc>
                          <m:accPr>
                            <m:chr m:val="̂"/>
                            <m:ctrlPr>
                              <a:rPr lang="en-US" sz="2400" i="1" smtClean="0">
                                <a:solidFill>
                                  <a:schemeClr val="bg1">
                                    <a:lumMod val="95000"/>
                                    <a:lumOff val="5000"/>
                                  </a:schemeClr>
                                </a:solidFill>
                                <a:latin typeface="Cambria Math" panose="02040503050406030204" pitchFamily="18" charset="0"/>
                                <a:cs typeface="Arial" pitchFamily="34" charset="0"/>
                              </a:rPr>
                            </m:ctrlPr>
                          </m:accPr>
                          <m:e>
                            <m:r>
                              <a:rPr lang="en-US" sz="2400" i="1" smtClean="0">
                                <a:solidFill>
                                  <a:schemeClr val="bg1">
                                    <a:lumMod val="95000"/>
                                    <a:lumOff val="5000"/>
                                  </a:schemeClr>
                                </a:solidFill>
                                <a:latin typeface="Cambria Math" panose="02040503050406030204" pitchFamily="18" charset="0"/>
                                <a:cs typeface="Arial" pitchFamily="34" charset="0"/>
                                <a:sym typeface="Symbol" panose="05050102010706020507" pitchFamily="18" charset="2"/>
                              </a:rPr>
                              <m:t></m:t>
                            </m:r>
                          </m:e>
                        </m:acc>
                      </m:e>
                      <m:sub>
                        <m:r>
                          <a:rPr lang="en-IN" sz="2400" b="0" i="1" smtClean="0">
                            <a:solidFill>
                              <a:schemeClr val="bg1">
                                <a:lumMod val="95000"/>
                                <a:lumOff val="5000"/>
                              </a:schemeClr>
                            </a:solidFill>
                            <a:latin typeface="Cambria Math" panose="02040503050406030204" pitchFamily="18" charset="0"/>
                            <a:cs typeface="Arial" pitchFamily="34" charset="0"/>
                          </a:rPr>
                          <m:t>0</m:t>
                        </m:r>
                      </m:sub>
                    </m:sSub>
                  </m:oMath>
                </a14:m>
                <a:r>
                  <a:rPr lang="en-US" sz="2400" dirty="0">
                    <a:solidFill>
                      <a:schemeClr val="bg1">
                        <a:lumMod val="95000"/>
                        <a:lumOff val="5000"/>
                      </a:schemeClr>
                    </a:solidFill>
                    <a:latin typeface="Arial" pitchFamily="34" charset="0"/>
                    <a:cs typeface="Arial" pitchFamily="34" charset="0"/>
                  </a:rPr>
                  <a:t>  are the elements of the </a:t>
                </a:r>
                <a:r>
                  <a:rPr lang="en-US" sz="2400" b="1" dirty="0">
                    <a:solidFill>
                      <a:schemeClr val="bg1">
                        <a:lumMod val="95000"/>
                        <a:lumOff val="5000"/>
                      </a:schemeClr>
                    </a:solidFill>
                    <a:latin typeface="Arial" pitchFamily="34" charset="0"/>
                    <a:cs typeface="Arial" pitchFamily="34" charset="0"/>
                  </a:rPr>
                  <a:t>(</a:t>
                </a:r>
                <a:r>
                  <a:rPr lang="en-US" sz="2400" b="1" dirty="0">
                    <a:solidFill>
                      <a:srgbClr val="002060"/>
                    </a:solidFill>
                    <a:latin typeface="Arial" pitchFamily="34" charset="0"/>
                    <a:cs typeface="Arial" pitchFamily="34" charset="0"/>
                  </a:rPr>
                  <a:t>X</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US" sz="2400" b="1" dirty="0">
                    <a:solidFill>
                      <a:srgbClr val="002060"/>
                    </a:solidFill>
                    <a:latin typeface="Arial" pitchFamily="34" charset="0"/>
                    <a:cs typeface="Arial" pitchFamily="34" charset="0"/>
                  </a:rPr>
                  <a:t>X)</a:t>
                </a:r>
                <a:r>
                  <a:rPr lang="en-US" sz="2400" b="1" baseline="30000" dirty="0">
                    <a:solidFill>
                      <a:srgbClr val="002060"/>
                    </a:solidFill>
                    <a:latin typeface="Arial" pitchFamily="34" charset="0"/>
                    <a:cs typeface="Arial" pitchFamily="34" charset="0"/>
                  </a:rPr>
                  <a:t>-1</a:t>
                </a:r>
                <a:r>
                  <a:rPr lang="en-US" sz="2400" b="1" dirty="0">
                    <a:solidFill>
                      <a:schemeClr val="bg1">
                        <a:lumMod val="95000"/>
                        <a:lumOff val="5000"/>
                      </a:schemeClr>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matrix multiplied by the variance </a:t>
                </a:r>
                <a:r>
                  <a:rPr lang="en-US" sz="2400" dirty="0">
                    <a:solidFill>
                      <a:schemeClr val="bg1">
                        <a:lumMod val="95000"/>
                        <a:lumOff val="5000"/>
                      </a:schemeClr>
                    </a:solidFill>
                    <a:latin typeface="Arial" pitchFamily="34" charset="0"/>
                    <a:cs typeface="Arial" pitchFamily="34" charset="0"/>
                    <a:sym typeface="Symbol"/>
                  </a:rPr>
                  <a:t></a:t>
                </a:r>
                <a:r>
                  <a:rPr lang="en-US" sz="2400" baseline="30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a:t>
                </a:r>
              </a:p>
              <a:p>
                <a:pPr algn="ctr">
                  <a:lnSpc>
                    <a:spcPct val="200000"/>
                  </a:lnSpc>
                </a:pPr>
                <a:r>
                  <a:rPr lang="en-US" sz="2400" b="1" dirty="0">
                    <a:solidFill>
                      <a:srgbClr val="002060"/>
                    </a:solidFill>
                    <a:latin typeface="Arial" pitchFamily="34" charset="0"/>
                    <a:cs typeface="Arial" pitchFamily="34" charset="0"/>
                    <a:sym typeface="Symbol"/>
                  </a:rPr>
                  <a:t>(X</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US" sz="2400" b="1" dirty="0">
                    <a:solidFill>
                      <a:srgbClr val="002060"/>
                    </a:solidFill>
                    <a:latin typeface="Arial" pitchFamily="34" charset="0"/>
                    <a:cs typeface="Arial" pitchFamily="34" charset="0"/>
                    <a:sym typeface="Symbol"/>
                  </a:rPr>
                  <a:t>X)</a:t>
                </a:r>
                <a:r>
                  <a:rPr lang="en-US" sz="2400" b="1" baseline="30000" dirty="0">
                    <a:solidFill>
                      <a:srgbClr val="002060"/>
                    </a:solidFill>
                    <a:latin typeface="Arial" pitchFamily="34" charset="0"/>
                    <a:cs typeface="Arial" pitchFamily="34" charset="0"/>
                    <a:sym typeface="Symbol"/>
                  </a:rPr>
                  <a:t>-1</a:t>
                </a:r>
                <a:r>
                  <a:rPr lang="en-US" sz="2400" b="1" baseline="30000" dirty="0">
                    <a:solidFill>
                      <a:srgbClr val="002060"/>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sym typeface="Symbol"/>
                  </a:rPr>
                  <a:t></a:t>
                </a:r>
                <a:r>
                  <a:rPr lang="en-US" sz="2400" baseline="30000" dirty="0">
                    <a:solidFill>
                      <a:schemeClr val="bg1">
                        <a:lumMod val="95000"/>
                        <a:lumOff val="5000"/>
                      </a:schemeClr>
                    </a:solidFill>
                    <a:latin typeface="Arial" pitchFamily="34" charset="0"/>
                    <a:cs typeface="Arial" pitchFamily="34" charset="0"/>
                    <a:sym typeface="Symbol"/>
                  </a:rPr>
                  <a:t>2</a:t>
                </a:r>
                <a:r>
                  <a:rPr lang="en-US" sz="2400" dirty="0">
                    <a:solidFill>
                      <a:schemeClr val="bg1">
                        <a:lumMod val="95000"/>
                        <a:lumOff val="5000"/>
                      </a:schemeClr>
                    </a:solidFill>
                    <a:latin typeface="Arial" pitchFamily="34" charset="0"/>
                    <a:cs typeface="Arial" pitchFamily="34" charset="0"/>
                    <a:sym typeface="Symbol"/>
                  </a:rPr>
                  <a:t> is termed as the</a:t>
                </a:r>
                <a:r>
                  <a:rPr lang="en-US" sz="2400" dirty="0">
                    <a:solidFill>
                      <a:schemeClr val="bg1">
                        <a:lumMod val="95000"/>
                        <a:lumOff val="5000"/>
                      </a:schemeClr>
                    </a:solidFill>
                    <a:latin typeface="Arial" pitchFamily="34" charset="0"/>
                    <a:cs typeface="Arial" pitchFamily="34" charset="0"/>
                  </a:rPr>
                  <a:t>  </a:t>
                </a:r>
              </a:p>
              <a:p>
                <a:pPr algn="ctr">
                  <a:lnSpc>
                    <a:spcPct val="200000"/>
                  </a:lnSpc>
                </a:pPr>
                <a:r>
                  <a:rPr lang="en-US" sz="2400" b="1" dirty="0">
                    <a:solidFill>
                      <a:srgbClr val="FF0000"/>
                    </a:solidFill>
                    <a:latin typeface="Arial" pitchFamily="34" charset="0"/>
                    <a:cs typeface="Arial" pitchFamily="34" charset="0"/>
                  </a:rPr>
                  <a:t>Variance-Covariance matrix</a:t>
                </a:r>
                <a:r>
                  <a:rPr lang="en-US" sz="2400" b="1" dirty="0">
                    <a:solidFill>
                      <a:schemeClr val="bg1">
                        <a:lumMod val="95000"/>
                        <a:lumOff val="5000"/>
                      </a:schemeClr>
                    </a:solidFill>
                    <a:latin typeface="Arial" pitchFamily="34" charset="0"/>
                    <a:cs typeface="Arial" pitchFamily="34" charset="0"/>
                  </a:rPr>
                  <a:t>.  </a:t>
                </a: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467544" y="843558"/>
                <a:ext cx="8408769" cy="3805144"/>
              </a:xfrm>
              <a:prstGeom prst="rect">
                <a:avLst/>
              </a:prstGeom>
              <a:blipFill>
                <a:blip r:embed="rId2"/>
                <a:stretch>
                  <a:fillRect l="-1160" r="-1088" b="-320"/>
                </a:stretch>
              </a:blipFill>
              <a:ln w="9525">
                <a:noFill/>
                <a:miter lim="800000"/>
                <a:headEnd/>
                <a:tailEnd/>
              </a:ln>
            </p:spPr>
            <p:txBody>
              <a:bodyPr/>
              <a:lstStyle/>
              <a:p>
                <a:r>
                  <a:rPr lang="en-IN">
                    <a:noFill/>
                  </a:rPr>
                  <a:t> </a:t>
                </a:r>
              </a:p>
            </p:txBody>
          </p:sp>
        </mc:Fallback>
      </mc:AlternateContent>
    </p:spTree>
    <p:extLst>
      <p:ext uri="{BB962C8B-B14F-4D97-AF65-F5344CB8AC3E}">
        <p14:creationId xmlns:p14="http://schemas.microsoft.com/office/powerpoint/2010/main" val="18751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474807"/>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Variance-Covariance Matrix</a:t>
            </a:r>
          </a:p>
        </p:txBody>
      </p:sp>
      <p:sp>
        <p:nvSpPr>
          <p:cNvPr id="40963" name="TextBox 2"/>
          <p:cNvSpPr txBox="1">
            <a:spLocks noChangeArrowheads="1"/>
          </p:cNvSpPr>
          <p:nvPr/>
        </p:nvSpPr>
        <p:spPr bwMode="auto">
          <a:xfrm>
            <a:off x="906778" y="1347614"/>
            <a:ext cx="7841686" cy="3046988"/>
          </a:xfrm>
          <a:prstGeom prst="rect">
            <a:avLst/>
          </a:prstGeom>
          <a:noFill/>
          <a:ln w="9525">
            <a:noFill/>
            <a:miter lim="800000"/>
            <a:headEnd/>
            <a:tailEnd/>
          </a:ln>
        </p:spPr>
        <p:txBody>
          <a:bodyPr wrap="square">
            <a:spAutoFit/>
          </a:bodyPr>
          <a:lstStyle/>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The diagonal elements of the Covariance matrix are the </a:t>
            </a:r>
            <a:r>
              <a:rPr lang="en-US" sz="2400" dirty="0">
                <a:solidFill>
                  <a:srgbClr val="FF0000"/>
                </a:solidFill>
                <a:latin typeface="Arial" pitchFamily="34" charset="0"/>
                <a:cs typeface="Arial" pitchFamily="34" charset="0"/>
              </a:rPr>
              <a:t>variances of the least square estimators</a:t>
            </a:r>
            <a:r>
              <a:rPr lang="en-US" sz="2400" dirty="0">
                <a:solidFill>
                  <a:schemeClr val="bg1">
                    <a:lumMod val="95000"/>
                    <a:lumOff val="5000"/>
                  </a:schemeClr>
                </a:solidFill>
                <a:latin typeface="Arial" pitchFamily="34" charset="0"/>
                <a:cs typeface="Arial" pitchFamily="34" charset="0"/>
              </a:rPr>
              <a:t> and the off-diagonal elements are the </a:t>
            </a:r>
            <a:r>
              <a:rPr lang="en-US" sz="2400" dirty="0" err="1">
                <a:solidFill>
                  <a:srgbClr val="FF0000"/>
                </a:solidFill>
                <a:latin typeface="Arial" pitchFamily="34" charset="0"/>
                <a:cs typeface="Arial" pitchFamily="34" charset="0"/>
              </a:rPr>
              <a:t>covariances</a:t>
            </a:r>
            <a:r>
              <a:rPr lang="en-US" sz="2400" dirty="0">
                <a:solidFill>
                  <a:schemeClr val="bg1">
                    <a:lumMod val="95000"/>
                    <a:lumOff val="5000"/>
                  </a:schemeClr>
                </a:solidFill>
                <a:latin typeface="Arial" pitchFamily="34" charset="0"/>
                <a:cs typeface="Arial" pitchFamily="34" charset="0"/>
              </a:rPr>
              <a:t>. </a:t>
            </a:r>
          </a:p>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The Covariance matrix dimensions are p x p </a:t>
            </a:r>
          </a:p>
        </p:txBody>
      </p:sp>
    </p:spTree>
    <p:extLst>
      <p:ext uri="{BB962C8B-B14F-4D97-AF65-F5344CB8AC3E}">
        <p14:creationId xmlns:p14="http://schemas.microsoft.com/office/powerpoint/2010/main" val="6478549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339502"/>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Form of the Variance-Covariance Matrix</a:t>
            </a:r>
          </a:p>
        </p:txBody>
      </p:sp>
      <p:graphicFrame>
        <p:nvGraphicFramePr>
          <p:cNvPr id="2" name="Object 1"/>
          <p:cNvGraphicFramePr>
            <a:graphicFrameLocks noChangeAspect="1"/>
          </p:cNvGraphicFramePr>
          <p:nvPr>
            <p:extLst>
              <p:ext uri="{D42A27DB-BD31-4B8C-83A1-F6EECF244321}">
                <p14:modId xmlns:p14="http://schemas.microsoft.com/office/powerpoint/2010/main" val="981223013"/>
              </p:ext>
            </p:extLst>
          </p:nvPr>
        </p:nvGraphicFramePr>
        <p:xfrm>
          <a:off x="2267744" y="1347614"/>
          <a:ext cx="4230688" cy="1863725"/>
        </p:xfrm>
        <a:graphic>
          <a:graphicData uri="http://schemas.openxmlformats.org/presentationml/2006/ole">
            <mc:AlternateContent xmlns:mc="http://schemas.openxmlformats.org/markup-compatibility/2006">
              <mc:Choice xmlns:v="urn:schemas-microsoft-com:vml" Requires="v">
                <p:oleObj name="Equation" r:id="rId2" imgW="2133600" imgH="939800" progId="Equation.3">
                  <p:embed/>
                </p:oleObj>
              </mc:Choice>
              <mc:Fallback>
                <p:oleObj name="Equation" r:id="rId2" imgW="2133600" imgH="939800" progId="Equation.3">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1347614"/>
                        <a:ext cx="4230688"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 name="Picture 2"/>
          <p:cNvPicPr>
            <a:picLocks noChangeAspect="1"/>
          </p:cNvPicPr>
          <p:nvPr/>
        </p:nvPicPr>
        <p:blipFill>
          <a:blip r:embed="rId4"/>
          <a:stretch>
            <a:fillRect/>
          </a:stretch>
        </p:blipFill>
        <p:spPr>
          <a:xfrm>
            <a:off x="1907704" y="2787774"/>
            <a:ext cx="6849431" cy="1857634"/>
          </a:xfrm>
          <a:prstGeom prst="rect">
            <a:avLst/>
          </a:prstGeom>
        </p:spPr>
      </p:pic>
    </p:spTree>
    <p:extLst>
      <p:ext uri="{BB962C8B-B14F-4D97-AF65-F5344CB8AC3E}">
        <p14:creationId xmlns:p14="http://schemas.microsoft.com/office/powerpoint/2010/main" val="33999620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324544" y="546815"/>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Matrix Form of the Regression Equations</a:t>
            </a:r>
          </a:p>
        </p:txBody>
      </p:sp>
      <mc:AlternateContent xmlns:mc="http://schemas.openxmlformats.org/markup-compatibility/2006" xmlns:a14="http://schemas.microsoft.com/office/drawing/2010/main">
        <mc:Choice Requires="a14">
          <p:sp>
            <p:nvSpPr>
              <p:cNvPr id="7" name="TextBox 6"/>
              <p:cNvSpPr txBox="1"/>
              <p:nvPr/>
            </p:nvSpPr>
            <p:spPr>
              <a:xfrm>
                <a:off x="611560" y="1275606"/>
                <a:ext cx="8064896" cy="2308324"/>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This is a symmetric matrix </a:t>
                </a:r>
              </a:p>
              <a:p>
                <a:pPr algn="just">
                  <a:lnSpc>
                    <a:spcPct val="200000"/>
                  </a:lnSpc>
                </a:pPr>
                <a:r>
                  <a:rPr lang="en-US" sz="2400" dirty="0">
                    <a:solidFill>
                      <a:schemeClr val="bg1">
                        <a:lumMod val="95000"/>
                        <a:lumOff val="5000"/>
                      </a:schemeClr>
                    </a:solidFill>
                    <a:latin typeface="Arial" pitchFamily="34" charset="0"/>
                    <a:cs typeface="Arial" pitchFamily="34" charset="0"/>
                  </a:rPr>
                  <a:t>(</a:t>
                </a:r>
                <a:r>
                  <a:rPr lang="en-US" sz="2400" dirty="0">
                    <a:solidFill>
                      <a:srgbClr val="002060"/>
                    </a:solidFill>
                    <a:latin typeface="Arial" pitchFamily="34" charset="0"/>
                    <a:cs typeface="Arial" pitchFamily="34" charset="0"/>
                  </a:rPr>
                  <a:t>C</a:t>
                </a:r>
                <a:r>
                  <a:rPr lang="en-US" sz="2400" baseline="-25000" dirty="0">
                    <a:solidFill>
                      <a:srgbClr val="002060"/>
                    </a:solidFill>
                    <a:latin typeface="Arial" pitchFamily="34" charset="0"/>
                    <a:cs typeface="Arial" pitchFamily="34" charset="0"/>
                  </a:rPr>
                  <a:t>10</a:t>
                </a:r>
                <a:r>
                  <a:rPr lang="en-US" sz="2400" dirty="0">
                    <a:solidFill>
                      <a:srgbClr val="002060"/>
                    </a:solidFill>
                    <a:latin typeface="Arial" pitchFamily="34" charset="0"/>
                    <a:cs typeface="Arial" pitchFamily="34" charset="0"/>
                  </a:rPr>
                  <a:t>=C</a:t>
                </a:r>
                <a:r>
                  <a:rPr lang="en-US" sz="2400" baseline="-25000" dirty="0">
                    <a:solidFill>
                      <a:srgbClr val="002060"/>
                    </a:solidFill>
                    <a:latin typeface="Arial" pitchFamily="34" charset="0"/>
                    <a:cs typeface="Arial" pitchFamily="34" charset="0"/>
                  </a:rPr>
                  <a:t>01</a:t>
                </a:r>
                <a:r>
                  <a:rPr lang="en-US" sz="2400" dirty="0">
                    <a:solidFill>
                      <a:srgbClr val="002060"/>
                    </a:solidFill>
                    <a:latin typeface="Arial" pitchFamily="34" charset="0"/>
                    <a:cs typeface="Arial" pitchFamily="34" charset="0"/>
                  </a:rPr>
                  <a:t>, C</a:t>
                </a:r>
                <a:r>
                  <a:rPr lang="en-US" sz="2400" baseline="-25000" dirty="0">
                    <a:solidFill>
                      <a:srgbClr val="002060"/>
                    </a:solidFill>
                    <a:latin typeface="Arial" pitchFamily="34" charset="0"/>
                    <a:cs typeface="Arial" pitchFamily="34" charset="0"/>
                  </a:rPr>
                  <a:t>20</a:t>
                </a:r>
                <a:r>
                  <a:rPr lang="en-US" sz="2400" dirty="0">
                    <a:solidFill>
                      <a:srgbClr val="002060"/>
                    </a:solidFill>
                    <a:latin typeface="Arial" pitchFamily="34" charset="0"/>
                    <a:cs typeface="Arial" pitchFamily="34" charset="0"/>
                  </a:rPr>
                  <a:t>=C</a:t>
                </a:r>
                <a:r>
                  <a:rPr lang="en-US" sz="2400" baseline="-25000" dirty="0">
                    <a:solidFill>
                      <a:srgbClr val="002060"/>
                    </a:solidFill>
                    <a:latin typeface="Arial" pitchFamily="34" charset="0"/>
                    <a:cs typeface="Arial" pitchFamily="34" charset="0"/>
                  </a:rPr>
                  <a:t>02</a:t>
                </a:r>
                <a:r>
                  <a:rPr lang="en-US" sz="2400" dirty="0">
                    <a:solidFill>
                      <a:srgbClr val="002060"/>
                    </a:solidFill>
                    <a:latin typeface="Arial" pitchFamily="34" charset="0"/>
                    <a:cs typeface="Arial" pitchFamily="34" charset="0"/>
                  </a:rPr>
                  <a:t>, and C</a:t>
                </a:r>
                <a:r>
                  <a:rPr lang="en-US" sz="2400" baseline="-25000" dirty="0">
                    <a:solidFill>
                      <a:srgbClr val="002060"/>
                    </a:solidFill>
                    <a:latin typeface="Arial" pitchFamily="34" charset="0"/>
                    <a:cs typeface="Arial" pitchFamily="34" charset="0"/>
                  </a:rPr>
                  <a:t>21</a:t>
                </a:r>
                <a:r>
                  <a:rPr lang="en-US" sz="2400" dirty="0">
                    <a:solidFill>
                      <a:srgbClr val="002060"/>
                    </a:solidFill>
                    <a:latin typeface="Arial" pitchFamily="34" charset="0"/>
                    <a:cs typeface="Arial" pitchFamily="34" charset="0"/>
                  </a:rPr>
                  <a:t>=C</a:t>
                </a:r>
                <a:r>
                  <a:rPr lang="en-US" sz="2400" baseline="-25000" dirty="0">
                    <a:solidFill>
                      <a:srgbClr val="002060"/>
                    </a:solidFill>
                    <a:latin typeface="Arial" pitchFamily="34" charset="0"/>
                    <a:cs typeface="Arial" pitchFamily="34" charset="0"/>
                  </a:rPr>
                  <a:t>12</a:t>
                </a:r>
                <a:r>
                  <a:rPr lang="en-US" sz="2400" dirty="0">
                    <a:solidFill>
                      <a:srgbClr val="002060"/>
                    </a:solidFill>
                    <a:latin typeface="Arial" pitchFamily="34" charset="0"/>
                    <a:cs typeface="Arial" pitchFamily="34" charset="0"/>
                  </a:rPr>
                  <a:t>) as </a:t>
                </a:r>
                <a:r>
                  <a:rPr lang="en-US" sz="2400" b="1" dirty="0">
                    <a:solidFill>
                      <a:srgbClr val="002060"/>
                    </a:solidFill>
                    <a:latin typeface="Arial" pitchFamily="34" charset="0"/>
                    <a:cs typeface="Arial" pitchFamily="34" charset="0"/>
                  </a:rPr>
                  <a:t>(X</a:t>
                </a:r>
                <a14:m>
                  <m:oMath xmlns:m="http://schemas.openxmlformats.org/officeDocument/2006/math">
                    <m:r>
                      <a:rPr lang="en-US" sz="2400" b="1">
                        <a:solidFill>
                          <a:schemeClr val="bg1"/>
                        </a:solidFill>
                        <a:latin typeface="Cambria Math" panose="02040503050406030204" pitchFamily="18" charset="0"/>
                        <a:ea typeface="Cambria Math" panose="02040503050406030204" pitchFamily="18" charset="0"/>
                      </a:rPr>
                      <m:t>′</m:t>
                    </m:r>
                  </m:oMath>
                </a14:m>
                <a:r>
                  <a:rPr lang="en-US" sz="2400" b="1" dirty="0">
                    <a:solidFill>
                      <a:srgbClr val="002060"/>
                    </a:solidFill>
                    <a:latin typeface="Arial" pitchFamily="34" charset="0"/>
                    <a:cs typeface="Arial" pitchFamily="34" charset="0"/>
                  </a:rPr>
                  <a:t>X)</a:t>
                </a:r>
                <a:r>
                  <a:rPr lang="en-US" sz="2400" b="1" baseline="30000" dirty="0">
                    <a:solidFill>
                      <a:srgbClr val="002060"/>
                    </a:solidFill>
                    <a:latin typeface="Arial" pitchFamily="34" charset="0"/>
                    <a:cs typeface="Arial" pitchFamily="34" charset="0"/>
                  </a:rPr>
                  <a:t>-1</a:t>
                </a:r>
                <a:r>
                  <a:rPr lang="en-US" sz="2400" baseline="30000" dirty="0">
                    <a:solidFill>
                      <a:srgbClr val="002060"/>
                    </a:solidFill>
                    <a:latin typeface="Arial" pitchFamily="34" charset="0"/>
                    <a:cs typeface="Arial" pitchFamily="34" charset="0"/>
                  </a:rPr>
                  <a:t> </a:t>
                </a:r>
                <a:r>
                  <a:rPr lang="en-US" sz="2400" dirty="0">
                    <a:solidFill>
                      <a:schemeClr val="bg1">
                        <a:lumMod val="95000"/>
                        <a:lumOff val="5000"/>
                      </a:schemeClr>
                    </a:solidFill>
                    <a:latin typeface="Arial" pitchFamily="34" charset="0"/>
                    <a:cs typeface="Arial" pitchFamily="34" charset="0"/>
                  </a:rPr>
                  <a:t>is symmetric.  </a:t>
                </a:r>
              </a:p>
              <a:p>
                <a:pPr algn="just">
                  <a:lnSpc>
                    <a:spcPct val="200000"/>
                  </a:lnSpc>
                </a:pPr>
                <a:endParaRPr lang="en-IN" sz="2400" dirty="0">
                  <a:solidFill>
                    <a:schemeClr val="bg1">
                      <a:lumMod val="95000"/>
                      <a:lumOff val="5000"/>
                    </a:schemeClr>
                  </a:solidFill>
                  <a:latin typeface="Arial" pitchFamily="34" charset="0"/>
                  <a:cs typeface="Arial" pitchFamily="34"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11560" y="1275606"/>
                <a:ext cx="8064896" cy="2308324"/>
              </a:xfrm>
              <a:prstGeom prst="rect">
                <a:avLst/>
              </a:prstGeom>
              <a:blipFill>
                <a:blip r:embed="rId3"/>
                <a:stretch>
                  <a:fillRect l="-113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3059832" y="3173689"/>
                <a:ext cx="2822504" cy="410241"/>
              </a:xfrm>
              <a:prstGeom prst="rect">
                <a:avLst/>
              </a:prstGeom>
              <a:noFill/>
            </p:spPr>
            <p:txBody>
              <a:bodyPr wrap="none" lIns="0" tIns="0" rIns="0" bIns="0" rtlCol="0">
                <a:spAutoFit/>
              </a:bodyPr>
              <a:lstStyle/>
              <a:p>
                <a14:m>
                  <m:oMath xmlns:m="http://schemas.openxmlformats.org/officeDocument/2006/math">
                    <m:r>
                      <a:rPr lang="en-IN" sz="2400" b="0" i="0" smtClean="0">
                        <a:latin typeface="Cambria Math" panose="02040503050406030204" pitchFamily="18" charset="0"/>
                      </a:rPr>
                      <m:t>`</m:t>
                    </m:r>
                    <m:r>
                      <m:rPr>
                        <m:sty m:val="p"/>
                      </m:rPr>
                      <a:rPr lang="en-IN" sz="2400" b="0" i="0" smtClean="0">
                        <a:solidFill>
                          <a:schemeClr val="bg1"/>
                        </a:solidFill>
                        <a:latin typeface="Cambria Math" panose="02040503050406030204" pitchFamily="18" charset="0"/>
                      </a:rPr>
                      <m:t>V</m:t>
                    </m:r>
                  </m:oMath>
                </a14:m>
                <a:r>
                  <a:rPr lang="en-IN" sz="2400" b="0" i="0" dirty="0">
                    <a:solidFill>
                      <a:schemeClr val="bg1"/>
                    </a:solidFill>
                    <a:latin typeface="+mj-lt"/>
                  </a:rPr>
                  <a:t>(</a:t>
                </a:r>
                <a14:m>
                  <m:oMath xmlns:m="http://schemas.openxmlformats.org/officeDocument/2006/math">
                    <m:acc>
                      <m:accPr>
                        <m:chr m:val="̂"/>
                        <m:ctrlPr>
                          <a:rPr lang="en-IN" sz="2400" b="0" i="1" dirty="0" smtClean="0">
                            <a:solidFill>
                              <a:schemeClr val="bg1"/>
                            </a:solidFill>
                            <a:latin typeface="Cambria Math" panose="02040503050406030204" pitchFamily="18" charset="0"/>
                            <a:sym typeface="Symbol" panose="05050102010706020507" pitchFamily="18" charset="2"/>
                          </a:rPr>
                        </m:ctrlPr>
                      </m:accPr>
                      <m:e>
                        <m:r>
                          <a:rPr lang="en-IN" sz="2400" i="1" dirty="0">
                            <a:solidFill>
                              <a:schemeClr val="bg1"/>
                            </a:solidFill>
                            <a:latin typeface="Cambria Math" panose="02040503050406030204" pitchFamily="18" charset="0"/>
                            <a:sym typeface="Symbol" panose="05050102010706020507" pitchFamily="18" charset="2"/>
                          </a:rPr>
                          <m:t></m:t>
                        </m:r>
                      </m:e>
                    </m:acc>
                  </m:oMath>
                </a14:m>
                <a:r>
                  <a:rPr lang="en-IN" sz="2400" b="0" i="0" dirty="0">
                    <a:solidFill>
                      <a:schemeClr val="bg1"/>
                    </a:solidFill>
                    <a:latin typeface="+mj-lt"/>
                    <a:sym typeface="Symbol" panose="05050102010706020507" pitchFamily="18" charset="2"/>
                  </a:rPr>
                  <a:t>)</a:t>
                </a:r>
                <a14:m>
                  <m:oMath xmlns:m="http://schemas.openxmlformats.org/officeDocument/2006/math">
                    <m:r>
                      <a:rPr lang="en-IN" sz="2400" b="0" i="0" smtClean="0">
                        <a:solidFill>
                          <a:schemeClr val="bg1"/>
                        </a:solidFill>
                        <a:latin typeface="Cambria Math" panose="02040503050406030204" pitchFamily="18" charset="0"/>
                        <a:sym typeface="Symbol" panose="05050102010706020507" pitchFamily="18" charset="2"/>
                      </a:rPr>
                      <m:t>=</m:t>
                    </m:r>
                    <m:sSup>
                      <m:sSupPr>
                        <m:ctrlPr>
                          <a:rPr lang="en-IN" sz="2400" b="0" i="1" smtClean="0">
                            <a:solidFill>
                              <a:schemeClr val="bg1"/>
                            </a:solidFill>
                            <a:latin typeface="Cambria Math" panose="02040503050406030204" pitchFamily="18" charset="0"/>
                            <a:sym typeface="Symbol" panose="05050102010706020507" pitchFamily="18" charset="2"/>
                          </a:rPr>
                        </m:ctrlPr>
                      </m:sSupPr>
                      <m:e>
                        <m:r>
                          <a:rPr lang="en-IN" sz="2400" b="0" i="0" smtClean="0">
                            <a:solidFill>
                              <a:schemeClr val="bg1"/>
                            </a:solidFill>
                            <a:latin typeface="Cambria Math" panose="02040503050406030204" pitchFamily="18" charset="0"/>
                            <a:sym typeface="Symbol" panose="05050102010706020507" pitchFamily="18" charset="2"/>
                          </a:rPr>
                          <m:t></m:t>
                        </m:r>
                      </m:e>
                      <m:sup>
                        <m:r>
                          <a:rPr lang="en-IN" sz="2400" b="0" i="0" smtClean="0">
                            <a:solidFill>
                              <a:schemeClr val="bg1"/>
                            </a:solidFill>
                            <a:latin typeface="Cambria Math" panose="02040503050406030204" pitchFamily="18" charset="0"/>
                            <a:sym typeface="Symbol" panose="05050102010706020507" pitchFamily="18" charset="2"/>
                          </a:rPr>
                          <m:t>1</m:t>
                        </m:r>
                      </m:sup>
                    </m:sSup>
                    <m:sSub>
                      <m:sSubPr>
                        <m:ctrlPr>
                          <a:rPr lang="en-IN" sz="2400" b="0" i="1" smtClean="0">
                            <a:solidFill>
                              <a:schemeClr val="bg1"/>
                            </a:solidFill>
                            <a:latin typeface="Cambria Math" panose="02040503050406030204" pitchFamily="18" charset="0"/>
                            <a:sym typeface="Symbol" panose="05050102010706020507" pitchFamily="18" charset="2"/>
                          </a:rPr>
                        </m:ctrlPr>
                      </m:sSubPr>
                      <m:e>
                        <m:r>
                          <m:rPr>
                            <m:sty m:val="p"/>
                          </m:rPr>
                          <a:rPr lang="en-IN" sz="2400" b="0" i="0" smtClean="0">
                            <a:solidFill>
                              <a:schemeClr val="bg1"/>
                            </a:solidFill>
                            <a:latin typeface="Cambria Math" panose="02040503050406030204" pitchFamily="18" charset="0"/>
                            <a:sym typeface="Symbol" panose="05050102010706020507" pitchFamily="18" charset="2"/>
                          </a:rPr>
                          <m:t>C</m:t>
                        </m:r>
                      </m:e>
                      <m:sub>
                        <m:r>
                          <m:rPr>
                            <m:sty m:val="p"/>
                          </m:rPr>
                          <a:rPr lang="en-IN" sz="2400" b="0" i="0" smtClean="0">
                            <a:solidFill>
                              <a:schemeClr val="bg1"/>
                            </a:solidFill>
                            <a:latin typeface="Cambria Math" panose="02040503050406030204" pitchFamily="18" charset="0"/>
                            <a:sym typeface="Symbol" panose="05050102010706020507" pitchFamily="18" charset="2"/>
                          </a:rPr>
                          <m:t>jj</m:t>
                        </m:r>
                      </m:sub>
                    </m:sSub>
                    <m:r>
                      <a:rPr lang="en-IN" sz="2400" b="0" i="0" smtClean="0">
                        <a:solidFill>
                          <a:schemeClr val="bg1"/>
                        </a:solidFill>
                        <a:latin typeface="Cambria Math" panose="02040503050406030204" pitchFamily="18" charset="0"/>
                        <a:sym typeface="Symbol" panose="05050102010706020507" pitchFamily="18" charset="2"/>
                      </a:rPr>
                      <m:t>, </m:t>
                    </m:r>
                    <m:r>
                      <m:rPr>
                        <m:sty m:val="p"/>
                      </m:rPr>
                      <a:rPr lang="en-IN" sz="2400" b="0" i="0" smtClean="0">
                        <a:solidFill>
                          <a:schemeClr val="bg1"/>
                        </a:solidFill>
                        <a:latin typeface="Cambria Math" panose="02040503050406030204" pitchFamily="18" charset="0"/>
                        <a:sym typeface="Symbol" panose="05050102010706020507" pitchFamily="18" charset="2"/>
                      </a:rPr>
                      <m:t>j</m:t>
                    </m:r>
                    <m:r>
                      <a:rPr lang="en-IN" sz="2400" b="0" i="0" smtClean="0">
                        <a:solidFill>
                          <a:schemeClr val="bg1"/>
                        </a:solidFill>
                        <a:latin typeface="Cambria Math" panose="02040503050406030204" pitchFamily="18" charset="0"/>
                        <a:sym typeface="Symbol" panose="05050102010706020507" pitchFamily="18" charset="2"/>
                      </a:rPr>
                      <m:t>=0,1,2</m:t>
                    </m:r>
                  </m:oMath>
                </a14:m>
                <a:endParaRPr lang="en-IN"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3059832" y="3173689"/>
                <a:ext cx="2822504" cy="410241"/>
              </a:xfrm>
              <a:prstGeom prst="rect">
                <a:avLst/>
              </a:prstGeom>
              <a:blipFill>
                <a:blip r:embed="rId4"/>
                <a:stretch>
                  <a:fillRect l="-3888" t="-20896" r="-2808" b="-3731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316263" y="3867894"/>
                <a:ext cx="4366388" cy="522900"/>
              </a:xfrm>
              <a:prstGeom prst="rect">
                <a:avLst/>
              </a:prstGeom>
            </p:spPr>
            <p:txBody>
              <a:bodyPr wrap="none">
                <a:spAutoFit/>
              </a:bodyPr>
              <a:lstStyle/>
              <a:p>
                <a14:m>
                  <m:oMath xmlns:m="http://schemas.openxmlformats.org/officeDocument/2006/math">
                    <m:r>
                      <m:rPr>
                        <m:sty m:val="p"/>
                      </m:rPr>
                      <a:rPr lang="en-IN" sz="2400" b="0" i="0" smtClean="0">
                        <a:solidFill>
                          <a:schemeClr val="bg1"/>
                        </a:solidFill>
                        <a:latin typeface="Cambria Math" panose="02040503050406030204" pitchFamily="18" charset="0"/>
                      </a:rPr>
                      <m:t>Cov</m:t>
                    </m:r>
                  </m:oMath>
                </a14:m>
                <a:r>
                  <a:rPr lang="en-IN" sz="2400" dirty="0">
                    <a:solidFill>
                      <a:schemeClr val="bg1"/>
                    </a:solidFill>
                  </a:rPr>
                  <a:t>(</a:t>
                </a:r>
                <a14:m>
                  <m:oMath xmlns:m="http://schemas.openxmlformats.org/officeDocument/2006/math">
                    <m:sSub>
                      <m:sSubPr>
                        <m:ctrlPr>
                          <a:rPr lang="en-IN" sz="2400" b="0" i="1" dirty="0" smtClean="0">
                            <a:solidFill>
                              <a:schemeClr val="bg1"/>
                            </a:solidFill>
                            <a:latin typeface="Cambria Math" panose="02040503050406030204" pitchFamily="18" charset="0"/>
                            <a:sym typeface="Symbol" panose="05050102010706020507" pitchFamily="18" charset="2"/>
                          </a:rPr>
                        </m:ctrlPr>
                      </m:sSubPr>
                      <m:e>
                        <m:acc>
                          <m:accPr>
                            <m:chr m:val="̂"/>
                            <m:ctrlPr>
                              <a:rPr lang="en-IN" sz="2400" i="1" dirty="0">
                                <a:solidFill>
                                  <a:schemeClr val="bg1"/>
                                </a:solidFill>
                                <a:latin typeface="Cambria Math" panose="02040503050406030204" pitchFamily="18" charset="0"/>
                                <a:sym typeface="Symbol" panose="05050102010706020507" pitchFamily="18" charset="2"/>
                              </a:rPr>
                            </m:ctrlPr>
                          </m:accPr>
                          <m:e>
                            <m:r>
                              <a:rPr lang="en-IN" sz="2400" i="0" dirty="0">
                                <a:solidFill>
                                  <a:schemeClr val="bg1"/>
                                </a:solidFill>
                                <a:latin typeface="Cambria Math" panose="02040503050406030204" pitchFamily="18" charset="0"/>
                                <a:sym typeface="Symbol" panose="05050102010706020507" pitchFamily="18" charset="2"/>
                              </a:rPr>
                              <m:t></m:t>
                            </m:r>
                          </m:e>
                        </m:acc>
                      </m:e>
                      <m:sub>
                        <m:r>
                          <m:rPr>
                            <m:sty m:val="p"/>
                          </m:rPr>
                          <a:rPr lang="en-IN" sz="2400" b="0" i="0" dirty="0" smtClean="0">
                            <a:solidFill>
                              <a:schemeClr val="bg1"/>
                            </a:solidFill>
                            <a:latin typeface="Cambria Math" panose="02040503050406030204" pitchFamily="18" charset="0"/>
                            <a:sym typeface="Symbol" panose="05050102010706020507" pitchFamily="18" charset="2"/>
                          </a:rPr>
                          <m:t>i</m:t>
                        </m:r>
                      </m:sub>
                    </m:sSub>
                    <m:sSub>
                      <m:sSubPr>
                        <m:ctrlPr>
                          <a:rPr lang="en-IN" sz="2400" i="1" dirty="0">
                            <a:solidFill>
                              <a:schemeClr val="bg1"/>
                            </a:solidFill>
                            <a:latin typeface="Cambria Math" panose="02040503050406030204" pitchFamily="18" charset="0"/>
                            <a:sym typeface="Symbol" panose="05050102010706020507" pitchFamily="18" charset="2"/>
                          </a:rPr>
                        </m:ctrlPr>
                      </m:sSubPr>
                      <m:e>
                        <m:acc>
                          <m:accPr>
                            <m:chr m:val="̂"/>
                            <m:ctrlPr>
                              <a:rPr lang="en-IN" sz="2400" i="1" dirty="0">
                                <a:solidFill>
                                  <a:schemeClr val="bg1"/>
                                </a:solidFill>
                                <a:latin typeface="Cambria Math" panose="02040503050406030204" pitchFamily="18" charset="0"/>
                                <a:sym typeface="Symbol" panose="05050102010706020507" pitchFamily="18" charset="2"/>
                              </a:rPr>
                            </m:ctrlPr>
                          </m:accPr>
                          <m:e>
                            <m:r>
                              <a:rPr lang="en-IN" sz="2400" b="0" i="0" dirty="0" smtClean="0">
                                <a:solidFill>
                                  <a:schemeClr val="bg1"/>
                                </a:solidFill>
                                <a:latin typeface="Cambria Math" panose="02040503050406030204" pitchFamily="18" charset="0"/>
                                <a:sym typeface="Symbol" panose="05050102010706020507" pitchFamily="18" charset="2"/>
                              </a:rPr>
                              <m:t>,</m:t>
                            </m:r>
                            <m:r>
                              <a:rPr lang="en-IN" sz="2400" i="0" dirty="0">
                                <a:solidFill>
                                  <a:schemeClr val="bg1"/>
                                </a:solidFill>
                                <a:latin typeface="Cambria Math" panose="02040503050406030204" pitchFamily="18" charset="0"/>
                                <a:sym typeface="Symbol" panose="05050102010706020507" pitchFamily="18" charset="2"/>
                              </a:rPr>
                              <m:t></m:t>
                            </m:r>
                          </m:e>
                        </m:acc>
                      </m:e>
                      <m:sub>
                        <m:r>
                          <m:rPr>
                            <m:sty m:val="p"/>
                          </m:rPr>
                          <a:rPr lang="en-IN" sz="2400" b="0" i="0" dirty="0" smtClean="0">
                            <a:solidFill>
                              <a:schemeClr val="bg1"/>
                            </a:solidFill>
                            <a:latin typeface="Cambria Math" panose="02040503050406030204" pitchFamily="18" charset="0"/>
                            <a:sym typeface="Symbol" panose="05050102010706020507" pitchFamily="18" charset="2"/>
                          </a:rPr>
                          <m:t>j</m:t>
                        </m:r>
                      </m:sub>
                    </m:sSub>
                  </m:oMath>
                </a14:m>
                <a:r>
                  <a:rPr lang="en-IN" sz="2400" dirty="0">
                    <a:solidFill>
                      <a:schemeClr val="bg1"/>
                    </a:solidFill>
                    <a:sym typeface="Symbol" panose="05050102010706020507" pitchFamily="18" charset="2"/>
                  </a:rPr>
                  <a:t>)</a:t>
                </a:r>
                <a14:m>
                  <m:oMath xmlns:m="http://schemas.openxmlformats.org/officeDocument/2006/math">
                    <m:r>
                      <a:rPr lang="en-IN" sz="2400" i="0">
                        <a:solidFill>
                          <a:schemeClr val="bg1"/>
                        </a:solidFill>
                        <a:latin typeface="Cambria Math" panose="02040503050406030204" pitchFamily="18" charset="0"/>
                        <a:sym typeface="Symbol" panose="05050102010706020507" pitchFamily="18" charset="2"/>
                      </a:rPr>
                      <m:t>=</m:t>
                    </m:r>
                    <m:sSup>
                      <m:sSupPr>
                        <m:ctrlPr>
                          <a:rPr lang="en-IN" sz="2400" i="1">
                            <a:solidFill>
                              <a:schemeClr val="bg1"/>
                            </a:solidFill>
                            <a:latin typeface="Cambria Math" panose="02040503050406030204" pitchFamily="18" charset="0"/>
                            <a:sym typeface="Symbol" panose="05050102010706020507" pitchFamily="18" charset="2"/>
                          </a:rPr>
                        </m:ctrlPr>
                      </m:sSupPr>
                      <m:e>
                        <m:r>
                          <a:rPr lang="en-IN" sz="2400" i="0">
                            <a:solidFill>
                              <a:schemeClr val="bg1"/>
                            </a:solidFill>
                            <a:latin typeface="Cambria Math" panose="02040503050406030204" pitchFamily="18" charset="0"/>
                            <a:sym typeface="Symbol" panose="05050102010706020507" pitchFamily="18" charset="2"/>
                          </a:rPr>
                          <m:t></m:t>
                        </m:r>
                      </m:e>
                      <m:sup>
                        <m:r>
                          <a:rPr lang="en-IN" sz="2400" i="0">
                            <a:solidFill>
                              <a:schemeClr val="bg1"/>
                            </a:solidFill>
                            <a:latin typeface="Cambria Math" panose="02040503050406030204" pitchFamily="18" charset="0"/>
                            <a:sym typeface="Symbol" panose="05050102010706020507" pitchFamily="18" charset="2"/>
                          </a:rPr>
                          <m:t>1</m:t>
                        </m:r>
                      </m:sup>
                    </m:sSup>
                    <m:sSub>
                      <m:sSubPr>
                        <m:ctrlPr>
                          <a:rPr lang="en-IN" sz="2400" i="1">
                            <a:solidFill>
                              <a:schemeClr val="bg1"/>
                            </a:solidFill>
                            <a:latin typeface="Cambria Math" panose="02040503050406030204" pitchFamily="18" charset="0"/>
                            <a:sym typeface="Symbol" panose="05050102010706020507" pitchFamily="18" charset="2"/>
                          </a:rPr>
                        </m:ctrlPr>
                      </m:sSubPr>
                      <m:e>
                        <m:r>
                          <m:rPr>
                            <m:sty m:val="p"/>
                          </m:rPr>
                          <a:rPr lang="en-IN" sz="2400" i="0">
                            <a:solidFill>
                              <a:schemeClr val="bg1"/>
                            </a:solidFill>
                            <a:latin typeface="Cambria Math" panose="02040503050406030204" pitchFamily="18" charset="0"/>
                            <a:sym typeface="Symbol" panose="05050102010706020507" pitchFamily="18" charset="2"/>
                          </a:rPr>
                          <m:t>C</m:t>
                        </m:r>
                      </m:e>
                      <m:sub>
                        <m:r>
                          <m:rPr>
                            <m:sty m:val="p"/>
                          </m:rPr>
                          <a:rPr lang="en-IN" sz="2400" b="0" i="0" smtClean="0">
                            <a:solidFill>
                              <a:schemeClr val="bg1"/>
                            </a:solidFill>
                            <a:latin typeface="Cambria Math" panose="02040503050406030204" pitchFamily="18" charset="0"/>
                            <a:sym typeface="Symbol" panose="05050102010706020507" pitchFamily="18" charset="2"/>
                          </a:rPr>
                          <m:t>i</m:t>
                        </m:r>
                        <m:r>
                          <m:rPr>
                            <m:sty m:val="p"/>
                          </m:rPr>
                          <a:rPr lang="en-IN" sz="2400" i="0">
                            <a:solidFill>
                              <a:schemeClr val="bg1"/>
                            </a:solidFill>
                            <a:latin typeface="Cambria Math" panose="02040503050406030204" pitchFamily="18" charset="0"/>
                            <a:sym typeface="Symbol" panose="05050102010706020507" pitchFamily="18" charset="2"/>
                          </a:rPr>
                          <m:t>j</m:t>
                        </m:r>
                      </m:sub>
                    </m:sSub>
                    <m:r>
                      <a:rPr lang="en-IN" sz="2400" i="0">
                        <a:solidFill>
                          <a:schemeClr val="bg1"/>
                        </a:solidFill>
                        <a:latin typeface="Cambria Math" panose="02040503050406030204" pitchFamily="18" charset="0"/>
                        <a:sym typeface="Symbol" panose="05050102010706020507" pitchFamily="18" charset="2"/>
                      </a:rPr>
                      <m:t>, </m:t>
                    </m:r>
                    <m:r>
                      <m:rPr>
                        <m:sty m:val="p"/>
                      </m:rPr>
                      <a:rPr lang="en-IN" sz="2400" b="0" i="0" smtClean="0">
                        <a:solidFill>
                          <a:schemeClr val="bg1"/>
                        </a:solidFill>
                        <a:latin typeface="Cambria Math" panose="02040503050406030204" pitchFamily="18" charset="0"/>
                        <a:sym typeface="Symbol" panose="05050102010706020507" pitchFamily="18" charset="2"/>
                      </a:rPr>
                      <m:t>i</m:t>
                    </m:r>
                    <m:r>
                      <a:rPr lang="en-IN" sz="2400" b="0" i="0" smtClean="0">
                        <a:solidFill>
                          <a:schemeClr val="bg1"/>
                        </a:solidFill>
                        <a:latin typeface="Cambria Math" panose="02040503050406030204" pitchFamily="18" charset="0"/>
                        <a:sym typeface="Symbol" panose="05050102010706020507" pitchFamily="18" charset="2"/>
                      </a:rPr>
                      <m:t>,</m:t>
                    </m:r>
                    <m:r>
                      <m:rPr>
                        <m:sty m:val="p"/>
                      </m:rPr>
                      <a:rPr lang="en-IN" sz="2400" i="0">
                        <a:solidFill>
                          <a:schemeClr val="bg1"/>
                        </a:solidFill>
                        <a:latin typeface="Cambria Math" panose="02040503050406030204" pitchFamily="18" charset="0"/>
                        <a:sym typeface="Symbol" panose="05050102010706020507" pitchFamily="18" charset="2"/>
                      </a:rPr>
                      <m:t>j</m:t>
                    </m:r>
                    <m:r>
                      <a:rPr lang="en-IN" sz="2400" i="0">
                        <a:solidFill>
                          <a:schemeClr val="bg1"/>
                        </a:solidFill>
                        <a:latin typeface="Cambria Math" panose="02040503050406030204" pitchFamily="18" charset="0"/>
                        <a:sym typeface="Symbol" panose="05050102010706020507" pitchFamily="18" charset="2"/>
                      </a:rPr>
                      <m:t>=0,1,2, </m:t>
                    </m:r>
                    <m:r>
                      <m:rPr>
                        <m:sty m:val="p"/>
                      </m:rPr>
                      <a:rPr lang="en-IN" sz="2400" b="0" i="0" smtClean="0">
                        <a:solidFill>
                          <a:schemeClr val="bg1"/>
                        </a:solidFill>
                        <a:latin typeface="Cambria Math" panose="02040503050406030204" pitchFamily="18" charset="0"/>
                        <a:sym typeface="Symbol" panose="05050102010706020507" pitchFamily="18" charset="2"/>
                      </a:rPr>
                      <m:t>i</m:t>
                    </m:r>
                  </m:oMath>
                </a14:m>
                <a:r>
                  <a:rPr lang="en-IN" sz="2400" dirty="0">
                    <a:solidFill>
                      <a:schemeClr val="bg1"/>
                    </a:solidFill>
                    <a:sym typeface="Symbol" panose="05050102010706020507" pitchFamily="18" charset="2"/>
                  </a:rPr>
                  <a:t>j</a:t>
                </a:r>
                <a:endParaRPr lang="en-IN" sz="2400" dirty="0">
                  <a:solidFill>
                    <a:schemeClr val="bg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316263" y="3867894"/>
                <a:ext cx="4366388" cy="522900"/>
              </a:xfrm>
              <a:prstGeom prst="rect">
                <a:avLst/>
              </a:prstGeom>
              <a:blipFill>
                <a:blip r:embed="rId5"/>
                <a:stretch>
                  <a:fillRect t="-5814" r="-1117" b="-19767"/>
                </a:stretch>
              </a:blipFill>
            </p:spPr>
            <p:txBody>
              <a:bodyPr/>
              <a:lstStyle/>
              <a:p>
                <a:r>
                  <a:rPr lang="en-IN">
                    <a:noFill/>
                  </a:rPr>
                  <a:t> </a:t>
                </a:r>
              </a:p>
            </p:txBody>
          </p:sp>
        </mc:Fallback>
      </mc:AlternateContent>
    </p:spTree>
    <p:extLst>
      <p:ext uri="{BB962C8B-B14F-4D97-AF65-F5344CB8AC3E}">
        <p14:creationId xmlns:p14="http://schemas.microsoft.com/office/powerpoint/2010/main" val="25108762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36004" y="618823"/>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Significance of the Covariance Matrix</a:t>
            </a:r>
          </a:p>
        </p:txBody>
      </p:sp>
      <mc:AlternateContent xmlns:mc="http://schemas.openxmlformats.org/markup-compatibility/2006" xmlns:a14="http://schemas.microsoft.com/office/drawing/2010/main">
        <mc:Choice Requires="a14">
          <p:sp>
            <p:nvSpPr>
              <p:cNvPr id="7" name="TextBox 6"/>
              <p:cNvSpPr txBox="1"/>
              <p:nvPr/>
            </p:nvSpPr>
            <p:spPr>
              <a:xfrm>
                <a:off x="539750" y="1448044"/>
                <a:ext cx="7920682" cy="2308324"/>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rPr>
                  <a:t>The estimates of the variances of these estimated regression coefficients are obtained by replacing </a:t>
                </a:r>
                <a:r>
                  <a:rPr lang="en-US" sz="2400" dirty="0">
                    <a:solidFill>
                      <a:srgbClr val="FF0000"/>
                    </a:solidFill>
                    <a:latin typeface="Arial" pitchFamily="34" charset="0"/>
                    <a:cs typeface="Arial" pitchFamily="34" charset="0"/>
                    <a:sym typeface="Symbol"/>
                  </a:rPr>
                  <a:t></a:t>
                </a:r>
                <a:r>
                  <a:rPr lang="en-US" sz="2400" baseline="30000" dirty="0">
                    <a:solidFill>
                      <a:srgbClr val="FF0000"/>
                    </a:solidFill>
                    <a:latin typeface="Arial" pitchFamily="34" charset="0"/>
                    <a:cs typeface="Arial" pitchFamily="34" charset="0"/>
                    <a:sym typeface="Symbol"/>
                  </a:rPr>
                  <a:t>2</a:t>
                </a:r>
                <a:r>
                  <a:rPr lang="en-US" sz="2400" dirty="0">
                    <a:solidFill>
                      <a:srgbClr val="FF000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with an estimate </a:t>
                </a:r>
                <a14:m>
                  <m:oMath xmlns:m="http://schemas.openxmlformats.org/officeDocument/2006/math">
                    <m:sSup>
                      <m:sSupPr>
                        <m:ctrlPr>
                          <a:rPr lang="en-IN" sz="2400" b="0" i="1" smtClean="0">
                            <a:solidFill>
                              <a:schemeClr val="bg1">
                                <a:lumMod val="95000"/>
                                <a:lumOff val="5000"/>
                              </a:schemeClr>
                            </a:solidFill>
                            <a:latin typeface="Cambria Math" panose="02040503050406030204" pitchFamily="18" charset="0"/>
                            <a:cs typeface="Arial" pitchFamily="34" charset="0"/>
                            <a:sym typeface="Symbol"/>
                          </a:rPr>
                        </m:ctrlPr>
                      </m:sSupPr>
                      <m:e>
                        <m:acc>
                          <m:accPr>
                            <m:chr m:val="̂"/>
                            <m:ctrlPr>
                              <a:rPr lang="en-US" sz="2400" i="1" smtClean="0">
                                <a:solidFill>
                                  <a:schemeClr val="bg1">
                                    <a:lumMod val="95000"/>
                                    <a:lumOff val="5000"/>
                                  </a:schemeClr>
                                </a:solidFill>
                                <a:latin typeface="Cambria Math" panose="02040503050406030204" pitchFamily="18" charset="0"/>
                                <a:cs typeface="Arial" pitchFamily="34" charset="0"/>
                                <a:sym typeface="Symbol"/>
                              </a:rPr>
                            </m:ctrlPr>
                          </m:accPr>
                          <m:e>
                            <m:r>
                              <a:rPr lang="en-US" sz="2400" i="1" smtClean="0">
                                <a:solidFill>
                                  <a:schemeClr val="bg1">
                                    <a:lumMod val="95000"/>
                                    <a:lumOff val="5000"/>
                                  </a:schemeClr>
                                </a:solidFill>
                                <a:latin typeface="Cambria Math" panose="02040503050406030204" pitchFamily="18" charset="0"/>
                                <a:cs typeface="Arial" pitchFamily="34" charset="0"/>
                                <a:sym typeface="Symbol" panose="05050102010706020507" pitchFamily="18" charset="2"/>
                              </a:rPr>
                              <m:t></m:t>
                            </m:r>
                          </m:e>
                        </m:acc>
                      </m:e>
                      <m:sup>
                        <m:r>
                          <a:rPr lang="en-IN" sz="2400" b="0" i="1" smtClean="0">
                            <a:solidFill>
                              <a:schemeClr val="bg1">
                                <a:lumMod val="95000"/>
                                <a:lumOff val="5000"/>
                              </a:schemeClr>
                            </a:solidFill>
                            <a:latin typeface="Cambria Math" panose="02040503050406030204" pitchFamily="18" charset="0"/>
                            <a:cs typeface="Arial" pitchFamily="34" charset="0"/>
                            <a:sym typeface="Symbol"/>
                          </a:rPr>
                          <m:t>2</m:t>
                        </m:r>
                      </m:sup>
                    </m:sSup>
                    <m:r>
                      <a:rPr lang="en-IN" sz="2400" b="0" i="1" smtClean="0">
                        <a:solidFill>
                          <a:schemeClr val="bg1">
                            <a:lumMod val="95000"/>
                            <a:lumOff val="5000"/>
                          </a:schemeClr>
                        </a:solidFill>
                        <a:latin typeface="Cambria Math" panose="02040503050406030204" pitchFamily="18" charset="0"/>
                        <a:cs typeface="Arial" pitchFamily="34" charset="0"/>
                        <a:sym typeface="Symbol"/>
                      </a:rPr>
                      <m:t>  </m:t>
                    </m:r>
                  </m:oMath>
                </a14:m>
                <a:r>
                  <a:rPr lang="en-US" sz="2400" dirty="0">
                    <a:solidFill>
                      <a:schemeClr val="bg1">
                        <a:lumMod val="95000"/>
                        <a:lumOff val="5000"/>
                      </a:schemeClr>
                    </a:solidFill>
                    <a:latin typeface="Arial" pitchFamily="34" charset="0"/>
                    <a:cs typeface="Arial" pitchFamily="34" charset="0"/>
                    <a:sym typeface="Symbol"/>
                  </a:rPr>
                  <a:t>as </a:t>
                </a:r>
                <a:r>
                  <a:rPr lang="en-US" sz="2400" dirty="0">
                    <a:solidFill>
                      <a:srgbClr val="FF0000"/>
                    </a:solidFill>
                    <a:latin typeface="Arial" pitchFamily="34" charset="0"/>
                    <a:cs typeface="Arial" pitchFamily="34" charset="0"/>
                    <a:sym typeface="Symbol"/>
                  </a:rPr>
                  <a:t></a:t>
                </a:r>
                <a:r>
                  <a:rPr lang="en-US" sz="2400" baseline="30000" dirty="0">
                    <a:solidFill>
                      <a:srgbClr val="FF0000"/>
                    </a:solidFill>
                    <a:latin typeface="Arial" pitchFamily="34" charset="0"/>
                    <a:cs typeface="Arial" pitchFamily="34" charset="0"/>
                    <a:sym typeface="Symbol"/>
                  </a:rPr>
                  <a:t>2 </a:t>
                </a:r>
                <a:r>
                  <a:rPr lang="en-US" sz="2400" dirty="0">
                    <a:solidFill>
                      <a:schemeClr val="bg1"/>
                    </a:solidFill>
                    <a:latin typeface="Arial" pitchFamily="34" charset="0"/>
                    <a:cs typeface="Arial" pitchFamily="34" charset="0"/>
                    <a:sym typeface="Symbol"/>
                  </a:rPr>
                  <a:t>is unknown.</a:t>
                </a:r>
                <a:r>
                  <a:rPr lang="en-US" sz="2400" dirty="0">
                    <a:solidFill>
                      <a:schemeClr val="bg1">
                        <a:lumMod val="95000"/>
                        <a:lumOff val="5000"/>
                      </a:schemeClr>
                    </a:solidFill>
                    <a:latin typeface="Arial" pitchFamily="34" charset="0"/>
                    <a:cs typeface="Arial" pitchFamily="34" charset="0"/>
                    <a:sym typeface="Symbol"/>
                  </a:rPr>
                  <a:t> </a:t>
                </a:r>
              </a:p>
            </p:txBody>
          </p:sp>
        </mc:Choice>
        <mc:Fallback xmlns="">
          <p:sp>
            <p:nvSpPr>
              <p:cNvPr id="7" name="TextBox 6"/>
              <p:cNvSpPr txBox="1">
                <a:spLocks noRot="1" noChangeAspect="1" noMove="1" noResize="1" noEditPoints="1" noAdjustHandles="1" noChangeArrowheads="1" noChangeShapeType="1" noTextEdit="1"/>
              </p:cNvSpPr>
              <p:nvPr/>
            </p:nvSpPr>
            <p:spPr>
              <a:xfrm>
                <a:off x="539750" y="1448044"/>
                <a:ext cx="7920682" cy="2308324"/>
              </a:xfrm>
              <a:prstGeom prst="rect">
                <a:avLst/>
              </a:prstGeom>
              <a:blipFill>
                <a:blip r:embed="rId2"/>
                <a:stretch>
                  <a:fillRect l="-1232" r="-1155" b="-529"/>
                </a:stretch>
              </a:blipFill>
            </p:spPr>
            <p:txBody>
              <a:bodyPr/>
              <a:lstStyle/>
              <a:p>
                <a:r>
                  <a:rPr lang="en-IN">
                    <a:noFill/>
                  </a:rPr>
                  <a:t> </a:t>
                </a:r>
              </a:p>
            </p:txBody>
          </p:sp>
        </mc:Fallback>
      </mc:AlternateContent>
    </p:spTree>
    <p:extLst>
      <p:ext uri="{BB962C8B-B14F-4D97-AF65-F5344CB8AC3E}">
        <p14:creationId xmlns:p14="http://schemas.microsoft.com/office/powerpoint/2010/main" val="4249593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225352" y="267494"/>
            <a:ext cx="702078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Estimated Standard Error</a:t>
            </a:r>
          </a:p>
        </p:txBody>
      </p:sp>
      <mc:AlternateContent xmlns:mc="http://schemas.openxmlformats.org/markup-compatibility/2006" xmlns:a14="http://schemas.microsoft.com/office/drawing/2010/main">
        <mc:Choice Requires="a14">
          <p:sp>
            <p:nvSpPr>
              <p:cNvPr id="7" name="TextBox 6"/>
              <p:cNvSpPr txBox="1"/>
              <p:nvPr/>
            </p:nvSpPr>
            <p:spPr>
              <a:xfrm>
                <a:off x="829308" y="1059582"/>
                <a:ext cx="7416824" cy="3173689"/>
              </a:xfrm>
              <a:prstGeom prst="rect">
                <a:avLst/>
              </a:prstGeom>
              <a:noFill/>
            </p:spPr>
            <p:txBody>
              <a:bodyPr wrap="square" rtlCol="0">
                <a:spAutoFit/>
              </a:bodyPr>
              <a:lstStyle/>
              <a:p>
                <a:pPr algn="just">
                  <a:lnSpc>
                    <a:spcPct val="200000"/>
                  </a:lnSpc>
                </a:pPr>
                <a:r>
                  <a:rPr lang="en-US" sz="2400" dirty="0">
                    <a:solidFill>
                      <a:schemeClr val="bg1">
                        <a:lumMod val="95000"/>
                        <a:lumOff val="5000"/>
                      </a:schemeClr>
                    </a:solidFill>
                    <a:latin typeface="Arial" pitchFamily="34" charset="0"/>
                    <a:cs typeface="Arial" pitchFamily="34" charset="0"/>
                    <a:sym typeface="Symbol"/>
                  </a:rPr>
                  <a:t>When </a:t>
                </a:r>
                <a:r>
                  <a:rPr lang="en-US" sz="2400" baseline="30000" dirty="0">
                    <a:solidFill>
                      <a:schemeClr val="bg1">
                        <a:lumMod val="95000"/>
                        <a:lumOff val="5000"/>
                      </a:schemeClr>
                    </a:solidFill>
                    <a:latin typeface="Arial" pitchFamily="34" charset="0"/>
                    <a:cs typeface="Arial" pitchFamily="34" charset="0"/>
                    <a:sym typeface="Symbol"/>
                  </a:rPr>
                  <a:t>2  </a:t>
                </a:r>
                <a:r>
                  <a:rPr lang="en-US" sz="2400" dirty="0">
                    <a:solidFill>
                      <a:schemeClr val="bg1">
                        <a:lumMod val="95000"/>
                        <a:lumOff val="5000"/>
                      </a:schemeClr>
                    </a:solidFill>
                    <a:latin typeface="Arial" pitchFamily="34" charset="0"/>
                    <a:cs typeface="Arial" pitchFamily="34" charset="0"/>
                    <a:sym typeface="Symbol"/>
                  </a:rPr>
                  <a:t>is replaced by its estimate </a:t>
                </a:r>
                <a14:m>
                  <m:oMath xmlns:m="http://schemas.openxmlformats.org/officeDocument/2006/math">
                    <m:sSup>
                      <m:sSupPr>
                        <m:ctrlPr>
                          <a:rPr lang="en-US" sz="2400" i="1" smtClean="0">
                            <a:solidFill>
                              <a:schemeClr val="bg1">
                                <a:lumMod val="95000"/>
                                <a:lumOff val="5000"/>
                              </a:schemeClr>
                            </a:solidFill>
                            <a:latin typeface="Cambria Math" panose="02040503050406030204" pitchFamily="18" charset="0"/>
                            <a:cs typeface="Arial" pitchFamily="34" charset="0"/>
                            <a:sym typeface="Symbol"/>
                          </a:rPr>
                        </m:ctrlPr>
                      </m:sSupPr>
                      <m:e>
                        <m:acc>
                          <m:accPr>
                            <m:chr m:val="̂"/>
                            <m:ctrlPr>
                              <a:rPr lang="en-US" sz="2400" i="1" smtClean="0">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i="0" smtClean="0">
                                <a:solidFill>
                                  <a:schemeClr val="bg1">
                                    <a:lumMod val="95000"/>
                                    <a:lumOff val="5000"/>
                                  </a:schemeClr>
                                </a:solidFill>
                                <a:latin typeface="Cambria Math"/>
                                <a:ea typeface="Cambria Math"/>
                                <a:cs typeface="Arial" pitchFamily="34" charset="0"/>
                                <a:sym typeface="Symbol"/>
                              </a:rPr>
                              <m:t>σ</m:t>
                            </m:r>
                          </m:e>
                        </m:acc>
                      </m:e>
                      <m:sup>
                        <m:r>
                          <a:rPr lang="en-IN" sz="2400" b="0" i="0" smtClean="0">
                            <a:solidFill>
                              <a:schemeClr val="bg1">
                                <a:lumMod val="95000"/>
                                <a:lumOff val="5000"/>
                              </a:schemeClr>
                            </a:solidFill>
                            <a:latin typeface="Cambria Math"/>
                            <a:cs typeface="Arial" pitchFamily="34" charset="0"/>
                            <a:sym typeface="Symbol"/>
                          </a:rPr>
                          <m:t>2</m:t>
                        </m:r>
                      </m:sup>
                    </m:sSup>
                  </m:oMath>
                </a14:m>
                <a:r>
                  <a:rPr lang="en-US" sz="2400" dirty="0">
                    <a:solidFill>
                      <a:schemeClr val="bg1">
                        <a:lumMod val="95000"/>
                        <a:lumOff val="5000"/>
                      </a:schemeClr>
                    </a:solidFill>
                    <a:latin typeface="Arial" pitchFamily="34" charset="0"/>
                    <a:cs typeface="Arial" pitchFamily="34" charset="0"/>
                    <a:sym typeface="Symbol"/>
                  </a:rPr>
                  <a:t>, the square root of the estimated variance of the </a:t>
                </a:r>
                <a:r>
                  <a:rPr lang="en-US" sz="2400" dirty="0" err="1">
                    <a:solidFill>
                      <a:schemeClr val="bg1">
                        <a:lumMod val="95000"/>
                        <a:lumOff val="5000"/>
                      </a:schemeClr>
                    </a:solidFill>
                    <a:latin typeface="Arial" pitchFamily="34" charset="0"/>
                    <a:cs typeface="Arial" pitchFamily="34" charset="0"/>
                    <a:sym typeface="Symbol"/>
                  </a:rPr>
                  <a:t>j</a:t>
                </a:r>
                <a:r>
                  <a:rPr lang="en-US" sz="2400" baseline="30000" dirty="0" err="1">
                    <a:solidFill>
                      <a:schemeClr val="bg1">
                        <a:lumMod val="95000"/>
                        <a:lumOff val="5000"/>
                      </a:schemeClr>
                    </a:solidFill>
                    <a:latin typeface="Arial" pitchFamily="34" charset="0"/>
                    <a:cs typeface="Arial" pitchFamily="34" charset="0"/>
                    <a:sym typeface="Symbol"/>
                  </a:rPr>
                  <a:t>th</a:t>
                </a:r>
                <a:r>
                  <a:rPr lang="en-US" sz="2400" dirty="0">
                    <a:solidFill>
                      <a:schemeClr val="bg1">
                        <a:lumMod val="95000"/>
                        <a:lumOff val="5000"/>
                      </a:schemeClr>
                    </a:solidFill>
                    <a:latin typeface="Arial" pitchFamily="34" charset="0"/>
                    <a:cs typeface="Arial" pitchFamily="34" charset="0"/>
                    <a:sym typeface="Symbol"/>
                  </a:rPr>
                  <a:t> regression coefficient is called the </a:t>
                </a:r>
                <a:r>
                  <a:rPr lang="en-US" sz="2400" b="1" dirty="0">
                    <a:solidFill>
                      <a:srgbClr val="FF0000"/>
                    </a:solidFill>
                    <a:latin typeface="Arial" pitchFamily="34" charset="0"/>
                    <a:cs typeface="Arial" pitchFamily="34" charset="0"/>
                    <a:sym typeface="Symbol"/>
                  </a:rPr>
                  <a:t>estimated standard error</a:t>
                </a:r>
                <a:r>
                  <a:rPr lang="en-US" sz="2400" dirty="0">
                    <a:solidFill>
                      <a:srgbClr val="FF000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of  the least squares estimator </a:t>
                </a:r>
                <a14:m>
                  <m:oMath xmlns:m="http://schemas.openxmlformats.org/officeDocument/2006/math">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a:solidFill>
                                  <a:schemeClr val="bg1">
                                    <a:lumMod val="95000"/>
                                    <a:lumOff val="5000"/>
                                  </a:schemeClr>
                                </a:solidFill>
                                <a:latin typeface="Cambria Math"/>
                                <a:ea typeface="Cambria Math"/>
                                <a:cs typeface="Arial" pitchFamily="34" charset="0"/>
                                <a:sym typeface="Symbol"/>
                              </a:rPr>
                              <m:t>β</m:t>
                            </m:r>
                          </m:e>
                        </m:acc>
                      </m:e>
                      <m:sub>
                        <m:r>
                          <m:rPr>
                            <m:sty m:val="p"/>
                          </m:rPr>
                          <a:rPr lang="en-IN" sz="2400">
                            <a:solidFill>
                              <a:schemeClr val="bg1">
                                <a:lumMod val="95000"/>
                                <a:lumOff val="5000"/>
                              </a:schemeClr>
                            </a:solidFill>
                            <a:latin typeface="Cambria Math"/>
                            <a:cs typeface="Arial" pitchFamily="34" charset="0"/>
                            <a:sym typeface="Symbol"/>
                          </a:rPr>
                          <m:t>j</m:t>
                        </m:r>
                      </m:sub>
                    </m:sSub>
                  </m:oMath>
                </a14:m>
                <a:endParaRPr lang="en-US" sz="2400" dirty="0">
                  <a:solidFill>
                    <a:schemeClr val="bg1">
                      <a:lumMod val="95000"/>
                      <a:lumOff val="5000"/>
                    </a:schemeClr>
                  </a:solidFill>
                  <a:latin typeface="Arial" pitchFamily="34" charset="0"/>
                  <a:cs typeface="Arial" pitchFamily="34" charset="0"/>
                  <a:sym typeface="Symbo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829308" y="1059582"/>
                <a:ext cx="7416824" cy="3173689"/>
              </a:xfrm>
              <a:prstGeom prst="rect">
                <a:avLst/>
              </a:prstGeom>
              <a:blipFill>
                <a:blip r:embed="rId2"/>
                <a:stretch>
                  <a:fillRect l="-1233" r="-1233"/>
                </a:stretch>
              </a:blipFill>
            </p:spPr>
            <p:txBody>
              <a:bodyPr/>
              <a:lstStyle/>
              <a:p>
                <a:r>
                  <a:rPr lang="en-IN">
                    <a:noFill/>
                  </a:rPr>
                  <a:t> </a:t>
                </a:r>
              </a:p>
            </p:txBody>
          </p:sp>
        </mc:Fallback>
      </mc:AlternateContent>
    </p:spTree>
    <p:extLst>
      <p:ext uri="{BB962C8B-B14F-4D97-AF65-F5344CB8AC3E}">
        <p14:creationId xmlns:p14="http://schemas.microsoft.com/office/powerpoint/2010/main" val="690618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41151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Significance of the Covariance Matrix</a:t>
            </a:r>
          </a:p>
        </p:txBody>
      </p:sp>
      <mc:AlternateContent xmlns:mc="http://schemas.openxmlformats.org/markup-compatibility/2006" xmlns:a14="http://schemas.microsoft.com/office/drawing/2010/main">
        <mc:Choice Requires="a14">
          <p:sp>
            <p:nvSpPr>
              <p:cNvPr id="7" name="TextBox 6"/>
              <p:cNvSpPr txBox="1"/>
              <p:nvPr/>
            </p:nvSpPr>
            <p:spPr>
              <a:xfrm>
                <a:off x="395536" y="1347614"/>
                <a:ext cx="8496746" cy="3072764"/>
              </a:xfrm>
              <a:prstGeom prst="rect">
                <a:avLst/>
              </a:prstGeom>
              <a:noFill/>
            </p:spPr>
            <p:txBody>
              <a:bodyPr wrap="square" rtlCol="0">
                <a:spAutoFit/>
              </a:bodyPr>
              <a:lstStyle/>
              <a:p>
                <a:pPr algn="just">
                  <a:lnSpc>
                    <a:spcPct val="200000"/>
                  </a:lnSpc>
                  <a:buClr>
                    <a:srgbClr val="002060"/>
                  </a:buClr>
                </a:pPr>
                <a:r>
                  <a:rPr lang="en-US" sz="2400" dirty="0">
                    <a:solidFill>
                      <a:schemeClr val="bg1">
                        <a:lumMod val="95000"/>
                        <a:lumOff val="5000"/>
                      </a:schemeClr>
                    </a:solidFill>
                    <a:latin typeface="Arial" pitchFamily="34" charset="0"/>
                    <a:cs typeface="Arial" pitchFamily="34" charset="0"/>
                  </a:rPr>
                  <a:t>T</a:t>
                </a:r>
                <a:r>
                  <a:rPr lang="en-US" sz="2400" dirty="0">
                    <a:solidFill>
                      <a:schemeClr val="bg1">
                        <a:lumMod val="95000"/>
                        <a:lumOff val="5000"/>
                      </a:schemeClr>
                    </a:solidFill>
                    <a:latin typeface="Arial" pitchFamily="34" charset="0"/>
                    <a:cs typeface="Arial" pitchFamily="34" charset="0"/>
                    <a:sym typeface="Symbol"/>
                  </a:rPr>
                  <a:t>he </a:t>
                </a:r>
                <a:r>
                  <a:rPr lang="en-US" sz="2400" b="1" dirty="0">
                    <a:solidFill>
                      <a:srgbClr val="002060"/>
                    </a:solidFill>
                    <a:latin typeface="Arial" pitchFamily="34" charset="0"/>
                    <a:cs typeface="Arial" pitchFamily="34" charset="0"/>
                    <a:sym typeface="Symbol"/>
                  </a:rPr>
                  <a:t>estimated standard error</a:t>
                </a:r>
                <a:r>
                  <a:rPr lang="en-US" sz="2400" dirty="0">
                    <a:solidFill>
                      <a:srgbClr val="00206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of  the least squares estimator is given by </a:t>
                </a:r>
                <a:endParaRPr lang="en-IN" sz="2400" b="0" i="0" dirty="0">
                  <a:solidFill>
                    <a:schemeClr val="bg1">
                      <a:lumMod val="95000"/>
                      <a:lumOff val="5000"/>
                    </a:schemeClr>
                  </a:solidFill>
                  <a:latin typeface="Cambria Math"/>
                  <a:cs typeface="Arial" pitchFamily="34" charset="0"/>
                  <a:sym typeface="Symbol"/>
                </a:endParaRPr>
              </a:p>
              <a:p>
                <a:pPr algn="just">
                  <a:lnSpc>
                    <a:spcPct val="200000"/>
                  </a:lnSpc>
                  <a:buClr>
                    <a:srgbClr val="002060"/>
                  </a:buClr>
                </a:pPr>
                <a14:m>
                  <m:oMathPara xmlns:m="http://schemas.openxmlformats.org/officeDocument/2006/math">
                    <m:oMathParaPr>
                      <m:jc m:val="centerGroup"/>
                    </m:oMathParaPr>
                    <m:oMath xmlns:m="http://schemas.openxmlformats.org/officeDocument/2006/math">
                      <m:r>
                        <m:rPr>
                          <m:sty m:val="p"/>
                        </m:rPr>
                        <a:rPr lang="en-US" sz="2400" b="0" i="0" smtClean="0">
                          <a:solidFill>
                            <a:schemeClr val="bg1">
                              <a:lumMod val="95000"/>
                              <a:lumOff val="5000"/>
                            </a:schemeClr>
                          </a:solidFill>
                          <a:latin typeface="Cambria Math"/>
                          <a:cs typeface="Arial" pitchFamily="34" charset="0"/>
                          <a:sym typeface="Symbol"/>
                        </a:rPr>
                        <m:t>se</m:t>
                      </m:r>
                      <m:r>
                        <a:rPr lang="en-US" sz="2400" b="0" i="0" smtClean="0">
                          <a:solidFill>
                            <a:schemeClr val="bg1">
                              <a:lumMod val="95000"/>
                              <a:lumOff val="5000"/>
                            </a:schemeClr>
                          </a:solidFill>
                          <a:latin typeface="Cambria Math"/>
                          <a:cs typeface="Arial" pitchFamily="34" charset="0"/>
                          <a:sym typeface="Symbol"/>
                        </a:rPr>
                        <m:t>(</m:t>
                      </m:r>
                      <m:sSub>
                        <m:sSubPr>
                          <m:ctrlPr>
                            <a:rPr lang="en-US" sz="2400" b="0" i="1" smtClean="0">
                              <a:solidFill>
                                <a:schemeClr val="bg1">
                                  <a:lumMod val="95000"/>
                                  <a:lumOff val="5000"/>
                                </a:schemeClr>
                              </a:solidFill>
                              <a:latin typeface="Cambria Math" panose="02040503050406030204" pitchFamily="18" charset="0"/>
                              <a:cs typeface="Arial" pitchFamily="34" charset="0"/>
                              <a:sym typeface="Symbol"/>
                            </a:rPr>
                          </m:ctrlPr>
                        </m:sSubPr>
                        <m:e>
                          <m:acc>
                            <m:accPr>
                              <m:chr m:val="̂"/>
                              <m:ctrlPr>
                                <a:rPr lang="en-US" sz="2400" b="0" i="1" smtClean="0">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b="0" i="0" smtClean="0">
                                  <a:solidFill>
                                    <a:schemeClr val="bg1">
                                      <a:lumMod val="95000"/>
                                      <a:lumOff val="5000"/>
                                    </a:schemeClr>
                                  </a:solidFill>
                                  <a:latin typeface="Cambria Math"/>
                                  <a:ea typeface="Cambria Math"/>
                                  <a:cs typeface="Arial" pitchFamily="34" charset="0"/>
                                  <a:sym typeface="Symbol"/>
                                </a:rPr>
                                <m:t>β</m:t>
                              </m:r>
                            </m:e>
                          </m:acc>
                        </m:e>
                        <m:sub>
                          <m:r>
                            <m:rPr>
                              <m:sty m:val="p"/>
                            </m:rPr>
                            <a:rPr lang="en-US" sz="2400" b="0" i="0" smtClean="0">
                              <a:solidFill>
                                <a:schemeClr val="bg1">
                                  <a:lumMod val="95000"/>
                                  <a:lumOff val="5000"/>
                                </a:schemeClr>
                              </a:solidFill>
                              <a:latin typeface="Cambria Math"/>
                              <a:cs typeface="Arial" pitchFamily="34" charset="0"/>
                              <a:sym typeface="Symbol"/>
                            </a:rPr>
                            <m:t>j</m:t>
                          </m:r>
                        </m:sub>
                      </m:sSub>
                      <m:r>
                        <a:rPr lang="en-US" sz="2400" b="0" i="0" smtClean="0">
                          <a:solidFill>
                            <a:schemeClr val="bg1">
                              <a:lumMod val="95000"/>
                              <a:lumOff val="5000"/>
                            </a:schemeClr>
                          </a:solidFill>
                          <a:latin typeface="Cambria Math"/>
                          <a:cs typeface="Arial" pitchFamily="34" charset="0"/>
                          <a:sym typeface="Symbol"/>
                        </a:rPr>
                        <m:t>)=</m:t>
                      </m:r>
                      <m:rad>
                        <m:radPr>
                          <m:degHide m:val="on"/>
                          <m:ctrlPr>
                            <a:rPr lang="en-US" sz="2400" b="0" i="1" smtClean="0">
                              <a:solidFill>
                                <a:schemeClr val="bg1">
                                  <a:lumMod val="95000"/>
                                  <a:lumOff val="5000"/>
                                </a:schemeClr>
                              </a:solidFill>
                              <a:latin typeface="Cambria Math" panose="02040503050406030204" pitchFamily="18" charset="0"/>
                              <a:cs typeface="Arial" pitchFamily="34" charset="0"/>
                              <a:sym typeface="Symbol"/>
                            </a:rPr>
                          </m:ctrlPr>
                        </m:radPr>
                        <m:deg/>
                        <m:e>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sSup>
                                <m:sSupPr>
                                  <m:ctrlPr>
                                    <a:rPr lang="en-US" sz="2400" i="1">
                                      <a:solidFill>
                                        <a:schemeClr val="bg1">
                                          <a:lumMod val="95000"/>
                                          <a:lumOff val="5000"/>
                                        </a:schemeClr>
                                      </a:solidFill>
                                      <a:latin typeface="Cambria Math" panose="02040503050406030204" pitchFamily="18" charset="0"/>
                                      <a:cs typeface="Arial" pitchFamily="34" charset="0"/>
                                      <a:sym typeface="Symbol"/>
                                    </a:rPr>
                                  </m:ctrlPr>
                                </m:sSup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i="0">
                                          <a:solidFill>
                                            <a:schemeClr val="bg1">
                                              <a:lumMod val="95000"/>
                                              <a:lumOff val="5000"/>
                                            </a:schemeClr>
                                          </a:solidFill>
                                          <a:latin typeface="Cambria Math"/>
                                          <a:ea typeface="Cambria Math"/>
                                          <a:cs typeface="Arial" pitchFamily="34" charset="0"/>
                                          <a:sym typeface="Symbol"/>
                                        </a:rPr>
                                        <m:t>σ</m:t>
                                      </m:r>
                                    </m:e>
                                  </m:acc>
                                </m:e>
                                <m:sup>
                                  <m:r>
                                    <a:rPr lang="en-US" sz="2400" i="0">
                                      <a:solidFill>
                                        <a:schemeClr val="bg1">
                                          <a:lumMod val="95000"/>
                                          <a:lumOff val="5000"/>
                                        </a:schemeClr>
                                      </a:solidFill>
                                      <a:latin typeface="Cambria Math"/>
                                      <a:cs typeface="Arial" pitchFamily="34" charset="0"/>
                                      <a:sym typeface="Symbol"/>
                                    </a:rPr>
                                    <m:t>2</m:t>
                                  </m:r>
                                </m:sup>
                              </m:sSup>
                              <m:r>
                                <m:rPr>
                                  <m:sty m:val="p"/>
                                </m:rPr>
                                <a:rPr lang="en-US" sz="2400" i="0">
                                  <a:solidFill>
                                    <a:schemeClr val="bg1">
                                      <a:lumMod val="95000"/>
                                      <a:lumOff val="5000"/>
                                    </a:schemeClr>
                                  </a:solidFill>
                                  <a:latin typeface="Cambria Math"/>
                                  <a:cs typeface="Arial" pitchFamily="34" charset="0"/>
                                  <a:sym typeface="Symbol"/>
                                </a:rPr>
                                <m:t>C</m:t>
                              </m:r>
                            </m:e>
                            <m:sub>
                              <m:r>
                                <m:rPr>
                                  <m:sty m:val="p"/>
                                </m:rPr>
                                <a:rPr lang="en-US" sz="2400" i="0">
                                  <a:solidFill>
                                    <a:schemeClr val="bg1">
                                      <a:lumMod val="95000"/>
                                      <a:lumOff val="5000"/>
                                    </a:schemeClr>
                                  </a:solidFill>
                                  <a:latin typeface="Cambria Math"/>
                                  <a:cs typeface="Arial" pitchFamily="34" charset="0"/>
                                  <a:sym typeface="Symbol"/>
                                </a:rPr>
                                <m:t>jj</m:t>
                              </m:r>
                            </m:sub>
                          </m:sSub>
                        </m:e>
                      </m:rad>
                    </m:oMath>
                  </m:oMathPara>
                </a14:m>
                <a:endParaRPr lang="en-US" sz="2400" dirty="0">
                  <a:solidFill>
                    <a:schemeClr val="bg1">
                      <a:lumMod val="95000"/>
                      <a:lumOff val="5000"/>
                    </a:schemeClr>
                  </a:solidFill>
                  <a:latin typeface="Arial" pitchFamily="34" charset="0"/>
                  <a:cs typeface="Arial" pitchFamily="34" charset="0"/>
                  <a:sym typeface="Symbo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95536" y="1347614"/>
                <a:ext cx="8496746" cy="3072764"/>
              </a:xfrm>
              <a:prstGeom prst="rect">
                <a:avLst/>
              </a:prstGeom>
              <a:blipFill>
                <a:blip r:embed="rId3"/>
                <a:stretch>
                  <a:fillRect l="-1148" r="-1076"/>
                </a:stretch>
              </a:blipFill>
            </p:spPr>
            <p:txBody>
              <a:bodyPr/>
              <a:lstStyle/>
              <a:p>
                <a:r>
                  <a:rPr lang="en-IN">
                    <a:noFill/>
                  </a:rPr>
                  <a:t> </a:t>
                </a:r>
              </a:p>
            </p:txBody>
          </p:sp>
        </mc:Fallback>
      </mc:AlternateContent>
    </p:spTree>
    <p:extLst>
      <p:ext uri="{BB962C8B-B14F-4D97-AF65-F5344CB8AC3E}">
        <p14:creationId xmlns:p14="http://schemas.microsoft.com/office/powerpoint/2010/main" val="775745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0" y="41151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Significance of the Covariance Matrix</a:t>
            </a:r>
          </a:p>
        </p:txBody>
      </p:sp>
      <p:sp>
        <p:nvSpPr>
          <p:cNvPr id="7" name="TextBox 6"/>
          <p:cNvSpPr txBox="1"/>
          <p:nvPr/>
        </p:nvSpPr>
        <p:spPr>
          <a:xfrm>
            <a:off x="575556" y="1275606"/>
            <a:ext cx="7992888" cy="2308324"/>
          </a:xfrm>
          <a:prstGeom prst="rect">
            <a:avLst/>
          </a:prstGeom>
          <a:noFill/>
        </p:spPr>
        <p:txBody>
          <a:bodyPr wrap="square" rtlCol="0">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sym typeface="Symbol"/>
              </a:rPr>
              <a:t>These standard errors are a measure of the precision of the estimation for the regression coefficients  </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sym typeface="Symbol"/>
              </a:rPr>
              <a:t>Small standard errors imply good precision.</a:t>
            </a:r>
          </a:p>
        </p:txBody>
      </p:sp>
    </p:spTree>
    <p:extLst>
      <p:ext uri="{BB962C8B-B14F-4D97-AF65-F5344CB8AC3E}">
        <p14:creationId xmlns:p14="http://schemas.microsoft.com/office/powerpoint/2010/main" val="21051595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411510"/>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Estimator of Standard Error</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
        <p:nvSpPr>
          <p:cNvPr id="5" name="TextBox 4"/>
          <p:cNvSpPr txBox="1"/>
          <p:nvPr/>
        </p:nvSpPr>
        <p:spPr>
          <a:xfrm>
            <a:off x="467544" y="966127"/>
            <a:ext cx="8208912" cy="3785652"/>
          </a:xfrm>
          <a:prstGeom prst="rect">
            <a:avLst/>
          </a:prstGeom>
          <a:noFill/>
        </p:spPr>
        <p:txBody>
          <a:bodyPr wrap="square" rtlCol="0">
            <a:spAutoFit/>
          </a:bodyPr>
          <a:lstStyle/>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The estimation of residual error is important  </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The residual should ideally reflect the difference due to random factors and not systematic discrepancies created by using an inadequate model.  </a:t>
            </a:r>
          </a:p>
          <a:p>
            <a:pPr marL="342900" indent="-342900" algn="just">
              <a:lnSpc>
                <a:spcPct val="200000"/>
              </a:lnSpc>
              <a:buClr>
                <a:srgbClr val="002060"/>
              </a:buClr>
              <a:buFont typeface="Wingdings" pitchFamily="2" charset="2"/>
              <a:buChar char="v"/>
            </a:pPr>
            <a:r>
              <a:rPr lang="en-US" sz="2400" dirty="0">
                <a:solidFill>
                  <a:schemeClr val="bg1">
                    <a:lumMod val="95000"/>
                    <a:lumOff val="5000"/>
                  </a:schemeClr>
                </a:solidFill>
                <a:latin typeface="Arial" pitchFamily="34" charset="0"/>
                <a:cs typeface="Arial" pitchFamily="34" charset="0"/>
              </a:rPr>
              <a:t>This is an unbiased estimator of </a:t>
            </a:r>
            <a:r>
              <a:rPr lang="en-US" sz="2400" dirty="0">
                <a:solidFill>
                  <a:schemeClr val="bg1">
                    <a:lumMod val="95000"/>
                    <a:lumOff val="5000"/>
                  </a:schemeClr>
                </a:solidFill>
                <a:latin typeface="Arial" pitchFamily="34" charset="0"/>
                <a:cs typeface="Arial" pitchFamily="34" charset="0"/>
                <a:sym typeface="Symbol"/>
              </a:rPr>
              <a:t></a:t>
            </a:r>
            <a:r>
              <a:rPr lang="en-US" sz="2400" baseline="30000" dirty="0">
                <a:solidFill>
                  <a:schemeClr val="bg1">
                    <a:lumMod val="95000"/>
                    <a:lumOff val="5000"/>
                  </a:schemeClr>
                </a:solidFill>
                <a:latin typeface="Arial" pitchFamily="34" charset="0"/>
                <a:cs typeface="Arial" pitchFamily="34" charset="0"/>
                <a:sym typeface="Symbol"/>
              </a:rPr>
              <a:t>2</a:t>
            </a:r>
            <a:endParaRPr lang="en-IN" sz="2400" dirty="0">
              <a:solidFill>
                <a:schemeClr val="bg1">
                  <a:lumMod val="95000"/>
                  <a:lumOff val="5000"/>
                </a:schemeClr>
              </a:solidFill>
              <a:latin typeface="Arial" pitchFamily="34" charset="0"/>
              <a:cs typeface="Arial" pitchFamily="34" charset="0"/>
            </a:endParaRPr>
          </a:p>
        </p:txBody>
      </p:sp>
    </p:spTree>
    <p:extLst>
      <p:ext uri="{BB962C8B-B14F-4D97-AF65-F5344CB8AC3E}">
        <p14:creationId xmlns:p14="http://schemas.microsoft.com/office/powerpoint/2010/main" val="23832980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195486"/>
            <a:ext cx="8424936" cy="584775"/>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Estimator of Residual Variance</a:t>
            </a:r>
            <a:endParaRPr lang="en-IN"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987824" y="1635646"/>
                <a:ext cx="3116879" cy="8956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IN" sz="2400" i="1" smtClean="0">
                              <a:solidFill>
                                <a:schemeClr val="bg1"/>
                              </a:solidFill>
                              <a:latin typeface="Cambria Math" panose="02040503050406030204" pitchFamily="18" charset="0"/>
                            </a:rPr>
                          </m:ctrlPr>
                        </m:sSupPr>
                        <m:e>
                          <m:acc>
                            <m:accPr>
                              <m:chr m:val="̂"/>
                              <m:ctrlPr>
                                <a:rPr lang="en-IN" sz="2400" i="1" smtClean="0">
                                  <a:solidFill>
                                    <a:schemeClr val="bg1"/>
                                  </a:solidFill>
                                  <a:latin typeface="Cambria Math" panose="02040503050406030204" pitchFamily="18" charset="0"/>
                                </a:rPr>
                              </m:ctrlPr>
                            </m:accPr>
                            <m:e>
                              <m:r>
                                <m:rPr>
                                  <m:sty m:val="p"/>
                                </m:rPr>
                                <a:rPr lang="en-IN" sz="2400" i="0" smtClean="0">
                                  <a:solidFill>
                                    <a:schemeClr val="bg1"/>
                                  </a:solidFill>
                                  <a:latin typeface="Cambria Math"/>
                                  <a:ea typeface="Cambria Math"/>
                                </a:rPr>
                                <m:t>σ</m:t>
                              </m:r>
                            </m:e>
                          </m:acc>
                        </m:e>
                        <m:sup>
                          <m:r>
                            <a:rPr lang="en-US" sz="2400" b="0" i="0" smtClean="0">
                              <a:solidFill>
                                <a:schemeClr val="bg1"/>
                              </a:solidFill>
                              <a:latin typeface="Cambria Math"/>
                            </a:rPr>
                            <m:t>2</m:t>
                          </m:r>
                        </m:sup>
                      </m:sSup>
                      <m:r>
                        <a:rPr lang="en-US" sz="2400" b="0" i="0" smtClean="0">
                          <a:solidFill>
                            <a:schemeClr val="bg1"/>
                          </a:solidFill>
                          <a:latin typeface="Cambria Math"/>
                        </a:rPr>
                        <m:t>=</m:t>
                      </m:r>
                      <m:f>
                        <m:fPr>
                          <m:ctrlPr>
                            <a:rPr lang="en-US" sz="2400" b="0" i="1" smtClean="0">
                              <a:solidFill>
                                <a:schemeClr val="bg1"/>
                              </a:solidFill>
                              <a:latin typeface="Cambria Math" panose="02040503050406030204" pitchFamily="18" charset="0"/>
                            </a:rPr>
                          </m:ctrlPr>
                        </m:fPr>
                        <m:num>
                          <m:nary>
                            <m:naryPr>
                              <m:chr m:val="∑"/>
                              <m:ctrlPr>
                                <a:rPr lang="en-US" sz="2400" b="0" i="1" smtClean="0">
                                  <a:solidFill>
                                    <a:schemeClr val="bg1"/>
                                  </a:solidFill>
                                  <a:latin typeface="Cambria Math" panose="02040503050406030204" pitchFamily="18" charset="0"/>
                                </a:rPr>
                              </m:ctrlPr>
                            </m:naryPr>
                            <m:sub>
                              <m:r>
                                <m:rPr>
                                  <m:sty m:val="p"/>
                                  <m:brk m:alnAt="23"/>
                                </m:rPr>
                                <a:rPr lang="en-US" sz="2400" b="0" i="0" smtClean="0">
                                  <a:solidFill>
                                    <a:schemeClr val="bg1"/>
                                  </a:solidFill>
                                  <a:latin typeface="Cambria Math"/>
                                </a:rPr>
                                <m:t>i</m:t>
                              </m:r>
                              <m:r>
                                <a:rPr lang="en-US" sz="2400" b="0" i="0" smtClean="0">
                                  <a:solidFill>
                                    <a:schemeClr val="bg1"/>
                                  </a:solidFill>
                                  <a:latin typeface="Cambria Math"/>
                                </a:rPr>
                                <m:t>=1</m:t>
                              </m:r>
                            </m:sub>
                            <m:sup>
                              <m:r>
                                <m:rPr>
                                  <m:sty m:val="p"/>
                                </m:rPr>
                                <a:rPr lang="en-US" sz="2400" b="0" i="0" smtClean="0">
                                  <a:solidFill>
                                    <a:schemeClr val="bg1"/>
                                  </a:solidFill>
                                  <a:latin typeface="Cambria Math"/>
                                </a:rPr>
                                <m:t>n</m:t>
                              </m:r>
                            </m:sup>
                            <m:e>
                              <m:sSup>
                                <m:sSupPr>
                                  <m:ctrlPr>
                                    <a:rPr lang="en-US" sz="2400" b="0" i="1" smtClean="0">
                                      <a:solidFill>
                                        <a:schemeClr val="bg1"/>
                                      </a:solidFill>
                                      <a:latin typeface="Cambria Math" panose="02040503050406030204" pitchFamily="18" charset="0"/>
                                    </a:rPr>
                                  </m:ctrlPr>
                                </m:sSupPr>
                                <m:e>
                                  <m:sSub>
                                    <m:sSubPr>
                                      <m:ctrlPr>
                                        <a:rPr lang="en-US" sz="2400" b="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e</m:t>
                                      </m:r>
                                    </m:e>
                                    <m:sub>
                                      <m:r>
                                        <m:rPr>
                                          <m:sty m:val="p"/>
                                        </m:rPr>
                                        <a:rPr lang="en-US" sz="2400" b="0" i="0" smtClean="0">
                                          <a:solidFill>
                                            <a:schemeClr val="bg1"/>
                                          </a:solidFill>
                                          <a:latin typeface="Cambria Math"/>
                                        </a:rPr>
                                        <m:t>i</m:t>
                                      </m:r>
                                    </m:sub>
                                  </m:sSub>
                                </m:e>
                                <m:sup>
                                  <m:r>
                                    <a:rPr lang="en-US" sz="2400" b="0" i="0" smtClean="0">
                                      <a:solidFill>
                                        <a:schemeClr val="bg1"/>
                                      </a:solidFill>
                                      <a:latin typeface="Cambria Math"/>
                                    </a:rPr>
                                    <m:t>2</m:t>
                                  </m:r>
                                </m:sup>
                              </m:sSup>
                            </m:e>
                          </m:nary>
                        </m:num>
                        <m:den>
                          <m:r>
                            <m:rPr>
                              <m:sty m:val="p"/>
                            </m:rPr>
                            <a:rPr lang="en-US" sz="2400" b="0" i="0" smtClean="0">
                              <a:solidFill>
                                <a:schemeClr val="bg1"/>
                              </a:solidFill>
                              <a:latin typeface="Cambria Math"/>
                            </a:rPr>
                            <m:t>n</m:t>
                          </m:r>
                          <m:r>
                            <a:rPr lang="en-US" sz="2400" b="0" i="0" smtClean="0">
                              <a:solidFill>
                                <a:schemeClr val="bg1"/>
                              </a:solidFill>
                              <a:latin typeface="Cambria Math"/>
                            </a:rPr>
                            <m:t>−</m:t>
                          </m:r>
                          <m:r>
                            <m:rPr>
                              <m:sty m:val="p"/>
                            </m:rPr>
                            <a:rPr lang="en-US" sz="2400" b="0" i="0" smtClean="0">
                              <a:solidFill>
                                <a:schemeClr val="bg1"/>
                              </a:solidFill>
                              <a:latin typeface="Cambria Math"/>
                            </a:rPr>
                            <m:t>p</m:t>
                          </m:r>
                        </m:den>
                      </m:f>
                      <m:r>
                        <a:rPr lang="en-US" sz="2400" b="0" i="0" smtClean="0">
                          <a:solidFill>
                            <a:schemeClr val="bg1"/>
                          </a:solidFill>
                          <a:latin typeface="Cambria Math"/>
                        </a:rPr>
                        <m:t>=</m:t>
                      </m:r>
                      <m:f>
                        <m:fPr>
                          <m:ctrlPr>
                            <a:rPr lang="en-US" sz="2400" b="0" i="1" smtClean="0">
                              <a:solidFill>
                                <a:schemeClr val="bg1"/>
                              </a:solidFill>
                              <a:latin typeface="Cambria Math" panose="02040503050406030204" pitchFamily="18" charset="0"/>
                            </a:rPr>
                          </m:ctrlPr>
                        </m:fPr>
                        <m:num>
                          <m:sSub>
                            <m:sSubPr>
                              <m:ctrlPr>
                                <a:rPr lang="en-US" sz="2400" b="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SS</m:t>
                              </m:r>
                            </m:e>
                            <m:sub>
                              <m:r>
                                <m:rPr>
                                  <m:sty m:val="p"/>
                                </m:rPr>
                                <a:rPr lang="en-US" sz="2400" b="0" i="0" smtClean="0">
                                  <a:solidFill>
                                    <a:schemeClr val="bg1"/>
                                  </a:solidFill>
                                  <a:latin typeface="Cambria Math"/>
                                </a:rPr>
                                <m:t>E</m:t>
                              </m:r>
                            </m:sub>
                          </m:sSub>
                        </m:num>
                        <m:den>
                          <m:r>
                            <m:rPr>
                              <m:sty m:val="p"/>
                            </m:rPr>
                            <a:rPr lang="en-US" sz="2400" b="0" i="0" smtClean="0">
                              <a:solidFill>
                                <a:schemeClr val="bg1"/>
                              </a:solidFill>
                              <a:latin typeface="Cambria Math"/>
                            </a:rPr>
                            <m:t>n</m:t>
                          </m:r>
                          <m:r>
                            <a:rPr lang="en-US" sz="2400" b="0" i="0" smtClean="0">
                              <a:solidFill>
                                <a:schemeClr val="bg1"/>
                              </a:solidFill>
                              <a:latin typeface="Cambria Math"/>
                            </a:rPr>
                            <m:t>−</m:t>
                          </m:r>
                          <m:r>
                            <m:rPr>
                              <m:sty m:val="p"/>
                            </m:rPr>
                            <a:rPr lang="en-US" sz="2400" b="0" i="0" smtClean="0">
                              <a:solidFill>
                                <a:schemeClr val="bg1"/>
                              </a:solidFill>
                              <a:latin typeface="Cambria Math"/>
                            </a:rPr>
                            <m:t>p</m:t>
                          </m:r>
                        </m:den>
                      </m:f>
                    </m:oMath>
                  </m:oMathPara>
                </a14:m>
                <a:endParaRPr lang="en-IN" sz="2400" dirty="0">
                  <a:solidFill>
                    <a:schemeClr val="bg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987824" y="1635646"/>
                <a:ext cx="3116879" cy="895694"/>
              </a:xfrm>
              <a:prstGeom prst="rect">
                <a:avLst/>
              </a:prstGeom>
              <a:blipFill rotWithShape="1">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124463" y="3003798"/>
                <a:ext cx="2843599" cy="10985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IN" sz="240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SS</m:t>
                          </m:r>
                        </m:e>
                        <m:sub>
                          <m:r>
                            <m:rPr>
                              <m:sty m:val="p"/>
                            </m:rPr>
                            <a:rPr lang="en-US" sz="2400" b="0" i="0" smtClean="0">
                              <a:solidFill>
                                <a:schemeClr val="bg1"/>
                              </a:solidFill>
                              <a:latin typeface="Cambria Math"/>
                            </a:rPr>
                            <m:t>E</m:t>
                          </m:r>
                        </m:sub>
                      </m:sSub>
                      <m:r>
                        <a:rPr lang="en-US" sz="2400" b="0" i="0" smtClean="0">
                          <a:solidFill>
                            <a:schemeClr val="bg1"/>
                          </a:solidFill>
                          <a:latin typeface="Cambria Math"/>
                        </a:rPr>
                        <m:t>= </m:t>
                      </m:r>
                      <m:nary>
                        <m:naryPr>
                          <m:chr m:val="∑"/>
                          <m:ctrlPr>
                            <a:rPr lang="en-US" sz="2400" b="0" i="1" smtClean="0">
                              <a:solidFill>
                                <a:schemeClr val="bg1"/>
                              </a:solidFill>
                              <a:latin typeface="Cambria Math" panose="02040503050406030204" pitchFamily="18" charset="0"/>
                            </a:rPr>
                          </m:ctrlPr>
                        </m:naryPr>
                        <m:sub>
                          <m:r>
                            <m:rPr>
                              <m:sty m:val="p"/>
                              <m:brk m:alnAt="23"/>
                            </m:rPr>
                            <a:rPr lang="en-US" sz="2400" b="0" i="0" smtClean="0">
                              <a:solidFill>
                                <a:schemeClr val="bg1"/>
                              </a:solidFill>
                              <a:latin typeface="Cambria Math"/>
                            </a:rPr>
                            <m:t>i</m:t>
                          </m:r>
                          <m:r>
                            <a:rPr lang="en-US" sz="2400" b="0" i="0" smtClean="0">
                              <a:solidFill>
                                <a:schemeClr val="bg1"/>
                              </a:solidFill>
                              <a:latin typeface="Cambria Math"/>
                            </a:rPr>
                            <m:t>=1</m:t>
                          </m:r>
                        </m:sub>
                        <m:sup>
                          <m:r>
                            <m:rPr>
                              <m:sty m:val="p"/>
                            </m:rPr>
                            <a:rPr lang="en-US" sz="2400" b="0" i="0" smtClean="0">
                              <a:solidFill>
                                <a:schemeClr val="bg1"/>
                              </a:solidFill>
                              <a:latin typeface="Cambria Math"/>
                            </a:rPr>
                            <m:t>n</m:t>
                          </m:r>
                        </m:sup>
                        <m:e>
                          <m:sSup>
                            <m:sSupPr>
                              <m:ctrlPr>
                                <a:rPr lang="en-US" sz="2400" b="0" i="1" smtClean="0">
                                  <a:solidFill>
                                    <a:schemeClr val="bg1"/>
                                  </a:solidFill>
                                  <a:latin typeface="Cambria Math" panose="02040503050406030204" pitchFamily="18" charset="0"/>
                                </a:rPr>
                              </m:ctrlPr>
                            </m:sSupPr>
                            <m:e>
                              <m:d>
                                <m:dPr>
                                  <m:ctrlPr>
                                    <a:rPr lang="en-US" sz="2400" b="0" i="1" smtClean="0">
                                      <a:solidFill>
                                        <a:schemeClr val="bg1"/>
                                      </a:solidFill>
                                      <a:latin typeface="Cambria Math" panose="02040503050406030204" pitchFamily="18" charset="0"/>
                                    </a:rPr>
                                  </m:ctrlPr>
                                </m:dPr>
                                <m:e>
                                  <m:sSub>
                                    <m:sSubPr>
                                      <m:ctrlPr>
                                        <a:rPr lang="en-US" sz="2400" b="0" i="1" smtClean="0">
                                          <a:solidFill>
                                            <a:schemeClr val="bg1"/>
                                          </a:solidFill>
                                          <a:latin typeface="Cambria Math" panose="02040503050406030204" pitchFamily="18" charset="0"/>
                                        </a:rPr>
                                      </m:ctrlPr>
                                    </m:sSubPr>
                                    <m:e>
                                      <m:r>
                                        <m:rPr>
                                          <m:sty m:val="p"/>
                                        </m:rPr>
                                        <a:rPr lang="en-US" sz="2400" b="0" i="0" smtClean="0">
                                          <a:solidFill>
                                            <a:schemeClr val="bg1"/>
                                          </a:solidFill>
                                          <a:latin typeface="Cambria Math"/>
                                        </a:rPr>
                                        <m:t>Y</m:t>
                                      </m:r>
                                    </m:e>
                                    <m:sub>
                                      <m:r>
                                        <m:rPr>
                                          <m:sty m:val="p"/>
                                        </m:rPr>
                                        <a:rPr lang="en-US" sz="2400" b="0" i="0" smtClean="0">
                                          <a:solidFill>
                                            <a:schemeClr val="bg1"/>
                                          </a:solidFill>
                                          <a:latin typeface="Cambria Math"/>
                                        </a:rPr>
                                        <m:t>i</m:t>
                                      </m:r>
                                    </m:sub>
                                  </m:sSub>
                                  <m:r>
                                    <a:rPr lang="en-US" sz="2400" b="0" i="0" smtClean="0">
                                      <a:solidFill>
                                        <a:schemeClr val="bg1"/>
                                      </a:solidFill>
                                      <a:latin typeface="Cambria Math"/>
                                    </a:rPr>
                                    <m:t>−</m:t>
                                  </m:r>
                                  <m:sSub>
                                    <m:sSubPr>
                                      <m:ctrlPr>
                                        <a:rPr lang="en-US" sz="2400" i="1" smtClean="0">
                                          <a:solidFill>
                                            <a:schemeClr val="bg1"/>
                                          </a:solidFill>
                                          <a:latin typeface="Cambria Math" panose="02040503050406030204" pitchFamily="18" charset="0"/>
                                        </a:rPr>
                                      </m:ctrlPr>
                                    </m:sSubPr>
                                    <m:e>
                                      <m:acc>
                                        <m:accPr>
                                          <m:chr m:val="̂"/>
                                          <m:ctrlPr>
                                            <a:rPr lang="en-US" sz="2400" i="1" smtClean="0">
                                              <a:solidFill>
                                                <a:schemeClr val="bg1"/>
                                              </a:solidFill>
                                              <a:latin typeface="Cambria Math" panose="02040503050406030204" pitchFamily="18" charset="0"/>
                                            </a:rPr>
                                          </m:ctrlPr>
                                        </m:accPr>
                                        <m:e>
                                          <m:r>
                                            <m:rPr>
                                              <m:sty m:val="p"/>
                                            </m:rPr>
                                            <a:rPr lang="en-US" sz="2400" b="0" i="0" smtClean="0">
                                              <a:solidFill>
                                                <a:schemeClr val="bg1"/>
                                              </a:solidFill>
                                              <a:latin typeface="Cambria Math"/>
                                            </a:rPr>
                                            <m:t>Y</m:t>
                                          </m:r>
                                        </m:e>
                                      </m:acc>
                                    </m:e>
                                    <m:sub>
                                      <m:r>
                                        <m:rPr>
                                          <m:sty m:val="p"/>
                                        </m:rPr>
                                        <a:rPr lang="en-US" sz="2400" i="0">
                                          <a:solidFill>
                                            <a:schemeClr val="bg1"/>
                                          </a:solidFill>
                                          <a:latin typeface="Cambria Math"/>
                                        </a:rPr>
                                        <m:t>i</m:t>
                                      </m:r>
                                    </m:sub>
                                  </m:sSub>
                                </m:e>
                              </m:d>
                            </m:e>
                            <m:sup>
                              <m:r>
                                <a:rPr lang="en-US" sz="2400" b="0" i="0" smtClean="0">
                                  <a:solidFill>
                                    <a:schemeClr val="bg1"/>
                                  </a:solidFill>
                                  <a:latin typeface="Cambria Math"/>
                                </a:rPr>
                                <m:t>2</m:t>
                              </m:r>
                            </m:sup>
                          </m:sSup>
                        </m:e>
                      </m:nary>
                    </m:oMath>
                  </m:oMathPara>
                </a14:m>
                <a:endParaRPr lang="en-IN" sz="2400"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124463" y="3003798"/>
                <a:ext cx="2843599" cy="1098570"/>
              </a:xfrm>
              <a:prstGeom prst="rect">
                <a:avLst/>
              </a:prstGeom>
              <a:blipFill rotWithShape="1">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588869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1953" y="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Standard Error</a:t>
            </a:r>
          </a:p>
        </p:txBody>
      </p:sp>
      <mc:AlternateContent xmlns:mc="http://schemas.openxmlformats.org/markup-compatibility/2006" xmlns:a14="http://schemas.microsoft.com/office/drawing/2010/main">
        <mc:Choice Requires="a14">
          <p:sp>
            <p:nvSpPr>
              <p:cNvPr id="7" name="TextBox 6"/>
              <p:cNvSpPr txBox="1"/>
              <p:nvPr/>
            </p:nvSpPr>
            <p:spPr>
              <a:xfrm>
                <a:off x="479596" y="564525"/>
                <a:ext cx="8208714" cy="4427751"/>
              </a:xfrm>
              <a:prstGeom prst="rect">
                <a:avLst/>
              </a:prstGeom>
              <a:noFill/>
            </p:spPr>
            <p:txBody>
              <a:bodyPr wrap="square" rtlCol="0">
                <a:spAutoFit/>
              </a:bodyPr>
              <a:lstStyle/>
              <a:p>
                <a:pPr algn="just">
                  <a:lnSpc>
                    <a:spcPct val="150000"/>
                  </a:lnSpc>
                </a:pPr>
                <a14:m>
                  <m:oMathPara xmlns:m="http://schemas.openxmlformats.org/officeDocument/2006/math">
                    <m:oMathParaPr>
                      <m:jc m:val="centerGroup"/>
                    </m:oMathParaPr>
                    <m:oMath xmlns:m="http://schemas.openxmlformats.org/officeDocument/2006/math">
                      <m:r>
                        <m:rPr>
                          <m:sty m:val="p"/>
                        </m:rPr>
                        <a:rPr lang="en-US" sz="2400">
                          <a:solidFill>
                            <a:schemeClr val="bg1">
                              <a:lumMod val="95000"/>
                              <a:lumOff val="5000"/>
                            </a:schemeClr>
                          </a:solidFill>
                          <a:latin typeface="Cambria Math"/>
                          <a:cs typeface="Arial" pitchFamily="34" charset="0"/>
                          <a:sym typeface="Symbol"/>
                        </a:rPr>
                        <m:t>se</m:t>
                      </m:r>
                      <m:r>
                        <a:rPr lang="en-US" sz="2400">
                          <a:solidFill>
                            <a:schemeClr val="bg1">
                              <a:lumMod val="95000"/>
                              <a:lumOff val="5000"/>
                            </a:schemeClr>
                          </a:solidFill>
                          <a:latin typeface="Cambria Math"/>
                          <a:cs typeface="Arial" pitchFamily="34" charset="0"/>
                          <a:sym typeface="Symbol"/>
                        </a:rPr>
                        <m:t>(</m:t>
                      </m:r>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a:solidFill>
                                    <a:schemeClr val="bg1">
                                      <a:lumMod val="95000"/>
                                      <a:lumOff val="5000"/>
                                    </a:schemeClr>
                                  </a:solidFill>
                                  <a:latin typeface="Cambria Math"/>
                                  <a:ea typeface="Cambria Math"/>
                                  <a:cs typeface="Arial" pitchFamily="34" charset="0"/>
                                  <a:sym typeface="Symbol"/>
                                </a:rPr>
                                <m:t>β</m:t>
                              </m:r>
                            </m:e>
                          </m:acc>
                        </m:e>
                        <m:sub>
                          <m:r>
                            <m:rPr>
                              <m:sty m:val="p"/>
                            </m:rPr>
                            <a:rPr lang="en-US" sz="2400">
                              <a:solidFill>
                                <a:schemeClr val="bg1">
                                  <a:lumMod val="95000"/>
                                  <a:lumOff val="5000"/>
                                </a:schemeClr>
                              </a:solidFill>
                              <a:latin typeface="Cambria Math"/>
                              <a:cs typeface="Arial" pitchFamily="34" charset="0"/>
                              <a:sym typeface="Symbol"/>
                            </a:rPr>
                            <m:t>j</m:t>
                          </m:r>
                        </m:sub>
                      </m:sSub>
                      <m:r>
                        <a:rPr lang="en-US" sz="2400">
                          <a:solidFill>
                            <a:schemeClr val="bg1">
                              <a:lumMod val="95000"/>
                              <a:lumOff val="5000"/>
                            </a:schemeClr>
                          </a:solidFill>
                          <a:latin typeface="Cambria Math"/>
                          <a:cs typeface="Arial" pitchFamily="34" charset="0"/>
                          <a:sym typeface="Symbol"/>
                        </a:rPr>
                        <m:t>)=</m:t>
                      </m:r>
                      <m:rad>
                        <m:radPr>
                          <m:degHide m:val="on"/>
                          <m:ctrlPr>
                            <a:rPr lang="en-US" sz="2400" i="1">
                              <a:solidFill>
                                <a:schemeClr val="bg1">
                                  <a:lumMod val="95000"/>
                                  <a:lumOff val="5000"/>
                                </a:schemeClr>
                              </a:solidFill>
                              <a:latin typeface="Cambria Math" panose="02040503050406030204" pitchFamily="18" charset="0"/>
                              <a:cs typeface="Arial" pitchFamily="34" charset="0"/>
                              <a:sym typeface="Symbol"/>
                            </a:rPr>
                          </m:ctrlPr>
                        </m:radPr>
                        <m:deg/>
                        <m:e>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sSup>
                                <m:sSupPr>
                                  <m:ctrlPr>
                                    <a:rPr lang="en-US" sz="2400" i="1">
                                      <a:solidFill>
                                        <a:schemeClr val="bg1">
                                          <a:lumMod val="95000"/>
                                          <a:lumOff val="5000"/>
                                        </a:schemeClr>
                                      </a:solidFill>
                                      <a:latin typeface="Cambria Math" panose="02040503050406030204" pitchFamily="18" charset="0"/>
                                      <a:cs typeface="Arial" pitchFamily="34" charset="0"/>
                                      <a:sym typeface="Symbol"/>
                                    </a:rPr>
                                  </m:ctrlPr>
                                </m:sSup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a:solidFill>
                                            <a:schemeClr val="bg1">
                                              <a:lumMod val="95000"/>
                                              <a:lumOff val="5000"/>
                                            </a:schemeClr>
                                          </a:solidFill>
                                          <a:latin typeface="Cambria Math"/>
                                          <a:ea typeface="Cambria Math"/>
                                          <a:cs typeface="Arial" pitchFamily="34" charset="0"/>
                                          <a:sym typeface="Symbol"/>
                                        </a:rPr>
                                        <m:t>σ</m:t>
                                      </m:r>
                                    </m:e>
                                  </m:acc>
                                </m:e>
                                <m:sup>
                                  <m:r>
                                    <a:rPr lang="en-US" sz="2400">
                                      <a:solidFill>
                                        <a:schemeClr val="bg1">
                                          <a:lumMod val="95000"/>
                                          <a:lumOff val="5000"/>
                                        </a:schemeClr>
                                      </a:solidFill>
                                      <a:latin typeface="Cambria Math"/>
                                      <a:cs typeface="Arial" pitchFamily="34" charset="0"/>
                                      <a:sym typeface="Symbol"/>
                                    </a:rPr>
                                    <m:t>2</m:t>
                                  </m:r>
                                </m:sup>
                              </m:sSup>
                              <m:r>
                                <m:rPr>
                                  <m:sty m:val="p"/>
                                </m:rPr>
                                <a:rPr lang="en-US" sz="2400">
                                  <a:solidFill>
                                    <a:schemeClr val="bg1">
                                      <a:lumMod val="95000"/>
                                      <a:lumOff val="5000"/>
                                    </a:schemeClr>
                                  </a:solidFill>
                                  <a:latin typeface="Cambria Math"/>
                                  <a:cs typeface="Arial" pitchFamily="34" charset="0"/>
                                  <a:sym typeface="Symbol"/>
                                </a:rPr>
                                <m:t>C</m:t>
                              </m:r>
                            </m:e>
                            <m:sub>
                              <m:r>
                                <m:rPr>
                                  <m:sty m:val="p"/>
                                </m:rPr>
                                <a:rPr lang="en-US" sz="2400">
                                  <a:solidFill>
                                    <a:schemeClr val="bg1">
                                      <a:lumMod val="95000"/>
                                      <a:lumOff val="5000"/>
                                    </a:schemeClr>
                                  </a:solidFill>
                                  <a:latin typeface="Cambria Math"/>
                                  <a:cs typeface="Arial" pitchFamily="34" charset="0"/>
                                  <a:sym typeface="Symbol"/>
                                </a:rPr>
                                <m:t>jj</m:t>
                              </m:r>
                            </m:sub>
                          </m:sSub>
                        </m:e>
                      </m:rad>
                    </m:oMath>
                  </m:oMathPara>
                </a14:m>
                <a:endParaRPr lang="en-US" sz="2400" dirty="0">
                  <a:solidFill>
                    <a:schemeClr val="bg1">
                      <a:lumMod val="95000"/>
                      <a:lumOff val="5000"/>
                    </a:schemeClr>
                  </a:solidFill>
                  <a:latin typeface="Arial" pitchFamily="34" charset="0"/>
                  <a:cs typeface="Arial" pitchFamily="34" charset="0"/>
                  <a:sym typeface="Symbol"/>
                </a:endParaRPr>
              </a:p>
              <a:p>
                <a:pPr algn="just">
                  <a:lnSpc>
                    <a:spcPct val="200000"/>
                  </a:lnSpc>
                </a:pPr>
                <a:r>
                  <a:rPr lang="en-US" sz="2400" dirty="0">
                    <a:solidFill>
                      <a:schemeClr val="bg1">
                        <a:lumMod val="95000"/>
                        <a:lumOff val="5000"/>
                      </a:schemeClr>
                    </a:solidFill>
                    <a:latin typeface="Arial" pitchFamily="34" charset="0"/>
                    <a:cs typeface="Arial" pitchFamily="34" charset="0"/>
                    <a:sym typeface="Symbol"/>
                  </a:rPr>
                  <a:t>Compare the standard errors </a:t>
                </a:r>
                <a14:m>
                  <m:oMath xmlns:m="http://schemas.openxmlformats.org/officeDocument/2006/math">
                    <m:r>
                      <m:rPr>
                        <m:sty m:val="p"/>
                      </m:rPr>
                      <a:rPr lang="en-US" sz="2400">
                        <a:solidFill>
                          <a:schemeClr val="bg1">
                            <a:lumMod val="95000"/>
                            <a:lumOff val="5000"/>
                          </a:schemeClr>
                        </a:solidFill>
                        <a:latin typeface="Cambria Math"/>
                        <a:cs typeface="Arial" pitchFamily="34" charset="0"/>
                        <a:sym typeface="Symbol"/>
                      </a:rPr>
                      <m:t>se</m:t>
                    </m:r>
                    <m:r>
                      <a:rPr lang="en-US" sz="2400">
                        <a:solidFill>
                          <a:schemeClr val="bg1">
                            <a:lumMod val="95000"/>
                            <a:lumOff val="5000"/>
                          </a:schemeClr>
                        </a:solidFill>
                        <a:latin typeface="Cambria Math"/>
                        <a:cs typeface="Arial" pitchFamily="34" charset="0"/>
                        <a:sym typeface="Symbol"/>
                      </a:rPr>
                      <m:t>(</m:t>
                    </m:r>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a:solidFill>
                                  <a:schemeClr val="bg1">
                                    <a:lumMod val="95000"/>
                                    <a:lumOff val="5000"/>
                                  </a:schemeClr>
                                </a:solidFill>
                                <a:latin typeface="Cambria Math"/>
                                <a:ea typeface="Cambria Math"/>
                                <a:cs typeface="Arial" pitchFamily="34" charset="0"/>
                                <a:sym typeface="Symbol"/>
                              </a:rPr>
                              <m:t>β</m:t>
                            </m:r>
                          </m:e>
                        </m:acc>
                      </m:e>
                      <m:sub>
                        <m:r>
                          <m:rPr>
                            <m:sty m:val="p"/>
                          </m:rPr>
                          <a:rPr lang="en-US" sz="2400">
                            <a:solidFill>
                              <a:schemeClr val="bg1">
                                <a:lumMod val="95000"/>
                                <a:lumOff val="5000"/>
                              </a:schemeClr>
                            </a:solidFill>
                            <a:latin typeface="Cambria Math"/>
                            <a:cs typeface="Arial" pitchFamily="34" charset="0"/>
                            <a:sym typeface="Symbol"/>
                          </a:rPr>
                          <m:t>j</m:t>
                        </m:r>
                      </m:sub>
                    </m:sSub>
                    <m:r>
                      <a:rPr lang="en-US" sz="2400">
                        <a:solidFill>
                          <a:schemeClr val="bg1">
                            <a:lumMod val="95000"/>
                            <a:lumOff val="5000"/>
                          </a:schemeClr>
                        </a:solidFill>
                        <a:latin typeface="Cambria Math"/>
                        <a:cs typeface="Arial" pitchFamily="34" charset="0"/>
                        <a:sym typeface="Symbol"/>
                      </a:rPr>
                      <m:t>)</m:t>
                    </m:r>
                  </m:oMath>
                </a14:m>
                <a:r>
                  <a:rPr lang="en-US" sz="2400" dirty="0">
                    <a:solidFill>
                      <a:schemeClr val="bg1">
                        <a:lumMod val="95000"/>
                        <a:lumOff val="5000"/>
                      </a:schemeClr>
                    </a:solidFill>
                    <a:latin typeface="Arial" pitchFamily="34" charset="0"/>
                    <a:cs typeface="Arial" pitchFamily="34" charset="0"/>
                    <a:sym typeface="Symbol"/>
                  </a:rPr>
                  <a:t>with the estimated coefficients </a:t>
                </a:r>
                <a14:m>
                  <m:oMath xmlns:m="http://schemas.openxmlformats.org/officeDocument/2006/math">
                    <m:sSub>
                      <m:sSubPr>
                        <m:ctrlPr>
                          <a:rPr lang="en-US" sz="2400" i="1">
                            <a:solidFill>
                              <a:schemeClr val="bg1">
                                <a:lumMod val="95000"/>
                                <a:lumOff val="5000"/>
                              </a:schemeClr>
                            </a:solidFill>
                            <a:latin typeface="Cambria Math" panose="02040503050406030204" pitchFamily="18" charset="0"/>
                            <a:cs typeface="Arial" pitchFamily="34" charset="0"/>
                            <a:sym typeface="Symbol"/>
                          </a:rPr>
                        </m:ctrlPr>
                      </m:sSubPr>
                      <m:e>
                        <m:acc>
                          <m:accPr>
                            <m:chr m:val="̂"/>
                            <m:ctrlPr>
                              <a:rPr lang="en-US" sz="2400" i="1">
                                <a:solidFill>
                                  <a:schemeClr val="bg1">
                                    <a:lumMod val="95000"/>
                                    <a:lumOff val="5000"/>
                                  </a:schemeClr>
                                </a:solidFill>
                                <a:latin typeface="Cambria Math" panose="02040503050406030204" pitchFamily="18" charset="0"/>
                                <a:cs typeface="Arial" pitchFamily="34" charset="0"/>
                                <a:sym typeface="Symbol"/>
                              </a:rPr>
                            </m:ctrlPr>
                          </m:accPr>
                          <m:e>
                            <m:r>
                              <m:rPr>
                                <m:sty m:val="p"/>
                              </m:rPr>
                              <a:rPr lang="en-US" sz="2400">
                                <a:solidFill>
                                  <a:schemeClr val="bg1">
                                    <a:lumMod val="95000"/>
                                    <a:lumOff val="5000"/>
                                  </a:schemeClr>
                                </a:solidFill>
                                <a:latin typeface="Cambria Math"/>
                                <a:ea typeface="Cambria Math"/>
                                <a:cs typeface="Arial" pitchFamily="34" charset="0"/>
                                <a:sym typeface="Symbol"/>
                              </a:rPr>
                              <m:t>β</m:t>
                            </m:r>
                          </m:e>
                        </m:acc>
                      </m:e>
                      <m:sub>
                        <m:r>
                          <m:rPr>
                            <m:sty m:val="p"/>
                          </m:rPr>
                          <a:rPr lang="en-US" sz="2400">
                            <a:solidFill>
                              <a:schemeClr val="bg1">
                                <a:lumMod val="95000"/>
                                <a:lumOff val="5000"/>
                              </a:schemeClr>
                            </a:solidFill>
                            <a:latin typeface="Cambria Math"/>
                            <a:cs typeface="Arial" pitchFamily="34" charset="0"/>
                            <a:sym typeface="Symbol"/>
                          </a:rPr>
                          <m:t>j</m:t>
                        </m:r>
                      </m:sub>
                    </m:sSub>
                  </m:oMath>
                </a14:m>
                <a:r>
                  <a:rPr lang="en-US" sz="2400" dirty="0">
                    <a:solidFill>
                      <a:schemeClr val="bg1">
                        <a:lumMod val="95000"/>
                        <a:lumOff val="5000"/>
                      </a:schemeClr>
                    </a:solidFill>
                    <a:latin typeface="Arial" pitchFamily="34" charset="0"/>
                    <a:cs typeface="Arial" pitchFamily="34" charset="0"/>
                    <a:sym typeface="Symbol"/>
                  </a:rPr>
                  <a:t> and if the standard errors are much smaller than these coefficients, </a:t>
                </a:r>
                <a:r>
                  <a:rPr lang="en-US" sz="2400" b="1" dirty="0">
                    <a:solidFill>
                      <a:srgbClr val="FF0000"/>
                    </a:solidFill>
                    <a:latin typeface="Arial" pitchFamily="34" charset="0"/>
                    <a:cs typeface="Arial" pitchFamily="34" charset="0"/>
                    <a:sym typeface="Symbol"/>
                  </a:rPr>
                  <a:t>the precision</a:t>
                </a:r>
                <a:r>
                  <a:rPr lang="en-US" sz="2400" dirty="0">
                    <a:solidFill>
                      <a:srgbClr val="FF0000"/>
                    </a:solidFill>
                    <a:latin typeface="Arial" pitchFamily="34" charset="0"/>
                    <a:cs typeface="Arial" pitchFamily="34" charset="0"/>
                    <a:sym typeface="Symbol"/>
                  </a:rPr>
                  <a:t> </a:t>
                </a:r>
                <a:r>
                  <a:rPr lang="en-US" sz="2400" dirty="0">
                    <a:solidFill>
                      <a:schemeClr val="bg1">
                        <a:lumMod val="95000"/>
                        <a:lumOff val="5000"/>
                      </a:schemeClr>
                    </a:solidFill>
                    <a:latin typeface="Arial" pitchFamily="34" charset="0"/>
                    <a:cs typeface="Arial" pitchFamily="34" charset="0"/>
                    <a:sym typeface="Symbol"/>
                  </a:rPr>
                  <a:t>of estimation is reasonably good.  </a:t>
                </a:r>
              </a:p>
            </p:txBody>
          </p:sp>
        </mc:Choice>
        <mc:Fallback xmlns="">
          <p:sp>
            <p:nvSpPr>
              <p:cNvPr id="7" name="TextBox 6"/>
              <p:cNvSpPr txBox="1">
                <a:spLocks noRot="1" noChangeAspect="1" noMove="1" noResize="1" noEditPoints="1" noAdjustHandles="1" noChangeArrowheads="1" noChangeShapeType="1" noTextEdit="1"/>
              </p:cNvSpPr>
              <p:nvPr/>
            </p:nvSpPr>
            <p:spPr>
              <a:xfrm>
                <a:off x="479596" y="564525"/>
                <a:ext cx="8208714" cy="4427751"/>
              </a:xfrm>
              <a:prstGeom prst="rect">
                <a:avLst/>
              </a:prstGeom>
              <a:blipFill>
                <a:blip r:embed="rId2"/>
                <a:stretch>
                  <a:fillRect l="-1189" r="-1114"/>
                </a:stretch>
              </a:blipFill>
            </p:spPr>
            <p:txBody>
              <a:bodyPr/>
              <a:lstStyle/>
              <a:p>
                <a:r>
                  <a:rPr lang="en-IN">
                    <a:noFill/>
                  </a:rPr>
                  <a:t> </a:t>
                </a:r>
              </a:p>
            </p:txBody>
          </p:sp>
        </mc:Fallback>
      </mc:AlternateContent>
    </p:spTree>
    <p:extLst>
      <p:ext uri="{BB962C8B-B14F-4D97-AF65-F5344CB8AC3E}">
        <p14:creationId xmlns:p14="http://schemas.microsoft.com/office/powerpoint/2010/main" val="13608182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1953" y="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Tutorial Problem</a:t>
            </a:r>
          </a:p>
        </p:txBody>
      </p:sp>
      <p:sp>
        <p:nvSpPr>
          <p:cNvPr id="7" name="TextBox 6"/>
          <p:cNvSpPr txBox="1"/>
          <p:nvPr/>
        </p:nvSpPr>
        <p:spPr>
          <a:xfrm>
            <a:off x="479596" y="771550"/>
            <a:ext cx="8208714" cy="3970318"/>
          </a:xfrm>
          <a:prstGeom prst="rect">
            <a:avLst/>
          </a:prstGeom>
          <a:noFill/>
        </p:spPr>
        <p:txBody>
          <a:bodyPr wrap="square" rtlCol="0">
            <a:spAutoFit/>
          </a:bodyPr>
          <a:lstStyle/>
          <a:p>
            <a:pPr algn="just">
              <a:lnSpc>
                <a:spcPct val="150000"/>
              </a:lnSpc>
            </a:pPr>
            <a:r>
              <a:rPr lang="en-US" sz="2400" dirty="0">
                <a:solidFill>
                  <a:schemeClr val="bg1">
                    <a:lumMod val="95000"/>
                    <a:lumOff val="5000"/>
                  </a:schemeClr>
                </a:solidFill>
                <a:latin typeface="Arial" pitchFamily="34" charset="0"/>
                <a:cs typeface="Arial" pitchFamily="34" charset="0"/>
                <a:sym typeface="Symbol"/>
              </a:rPr>
              <a:t>For the conveyor belt problem find</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R</a:t>
            </a:r>
            <a:r>
              <a:rPr lang="en-US" sz="2400" baseline="30000" dirty="0">
                <a:solidFill>
                  <a:schemeClr val="bg1">
                    <a:lumMod val="95000"/>
                    <a:lumOff val="5000"/>
                  </a:schemeClr>
                </a:solidFill>
                <a:latin typeface="Arial" pitchFamily="34" charset="0"/>
                <a:cs typeface="Arial" pitchFamily="34" charset="0"/>
                <a:sym typeface="Symbol"/>
              </a:rPr>
              <a:t>2</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Adjusted R</a:t>
            </a:r>
            <a:r>
              <a:rPr lang="en-US" sz="2400" baseline="30000" dirty="0">
                <a:solidFill>
                  <a:schemeClr val="bg1">
                    <a:lumMod val="95000"/>
                    <a:lumOff val="5000"/>
                  </a:schemeClr>
                </a:solidFill>
                <a:latin typeface="Arial" pitchFamily="34" charset="0"/>
                <a:cs typeface="Arial" pitchFamily="34" charset="0"/>
                <a:sym typeface="Symbol"/>
              </a:rPr>
              <a:t>2</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PRESS</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Variance – Covariance Matrix</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Standard Error of the Estimated Parameters</a:t>
            </a:r>
          </a:p>
          <a:p>
            <a:pPr marL="457200" indent="-457200" algn="just">
              <a:lnSpc>
                <a:spcPct val="150000"/>
              </a:lnSpc>
              <a:buAutoNum type="alphaLcParenR"/>
            </a:pPr>
            <a:endParaRPr lang="en-US" sz="2400" dirty="0">
              <a:solidFill>
                <a:schemeClr val="bg1">
                  <a:lumMod val="95000"/>
                  <a:lumOff val="5000"/>
                </a:schemeClr>
              </a:solidFill>
              <a:latin typeface="Arial" pitchFamily="34" charset="0"/>
              <a:cs typeface="Arial" pitchFamily="34" charset="0"/>
              <a:sym typeface="Symbol"/>
            </a:endParaRPr>
          </a:p>
        </p:txBody>
      </p:sp>
    </p:spTree>
    <p:extLst>
      <p:ext uri="{BB962C8B-B14F-4D97-AF65-F5344CB8AC3E}">
        <p14:creationId xmlns:p14="http://schemas.microsoft.com/office/powerpoint/2010/main" val="39066710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1953" y="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Relevant Results</a:t>
            </a:r>
          </a:p>
        </p:txBody>
      </p:sp>
      <p:sp>
        <p:nvSpPr>
          <p:cNvPr id="7" name="TextBox 6"/>
          <p:cNvSpPr txBox="1"/>
          <p:nvPr/>
        </p:nvSpPr>
        <p:spPr>
          <a:xfrm>
            <a:off x="479596" y="771550"/>
            <a:ext cx="8208714" cy="3970318"/>
          </a:xfrm>
          <a:prstGeom prst="rect">
            <a:avLst/>
          </a:prstGeom>
          <a:noFill/>
        </p:spPr>
        <p:txBody>
          <a:bodyPr wrap="square" rtlCol="0">
            <a:spAutoFit/>
          </a:bodyPr>
          <a:lstStyle/>
          <a:p>
            <a:pPr algn="just">
              <a:lnSpc>
                <a:spcPct val="150000"/>
              </a:lnSpc>
            </a:pPr>
            <a:r>
              <a:rPr lang="en-US" sz="2400" dirty="0">
                <a:solidFill>
                  <a:schemeClr val="bg1">
                    <a:lumMod val="95000"/>
                    <a:lumOff val="5000"/>
                  </a:schemeClr>
                </a:solidFill>
                <a:latin typeface="Arial" pitchFamily="34" charset="0"/>
                <a:cs typeface="Arial" pitchFamily="34" charset="0"/>
                <a:sym typeface="Symbol"/>
              </a:rPr>
              <a:t>For the conveyor belt problem find</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R</a:t>
            </a:r>
            <a:r>
              <a:rPr lang="en-US" sz="2400" baseline="30000" dirty="0">
                <a:solidFill>
                  <a:schemeClr val="bg1">
                    <a:lumMod val="95000"/>
                    <a:lumOff val="5000"/>
                  </a:schemeClr>
                </a:solidFill>
                <a:latin typeface="Arial" pitchFamily="34" charset="0"/>
                <a:cs typeface="Arial" pitchFamily="34" charset="0"/>
                <a:sym typeface="Symbol"/>
              </a:rPr>
              <a:t>2</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Adjusted R</a:t>
            </a:r>
            <a:r>
              <a:rPr lang="en-US" sz="2400" baseline="30000" dirty="0">
                <a:solidFill>
                  <a:schemeClr val="bg1">
                    <a:lumMod val="95000"/>
                    <a:lumOff val="5000"/>
                  </a:schemeClr>
                </a:solidFill>
                <a:latin typeface="Arial" pitchFamily="34" charset="0"/>
                <a:cs typeface="Arial" pitchFamily="34" charset="0"/>
                <a:sym typeface="Symbol"/>
              </a:rPr>
              <a:t>2</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PRESS</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Variance – Covariance Matrix</a:t>
            </a:r>
          </a:p>
          <a:p>
            <a:pPr marL="457200" indent="-457200" algn="just">
              <a:lnSpc>
                <a:spcPct val="150000"/>
              </a:lnSpc>
              <a:buAutoNum type="alphaLcParenR"/>
            </a:pPr>
            <a:r>
              <a:rPr lang="en-US" sz="2400" dirty="0">
                <a:solidFill>
                  <a:schemeClr val="bg1">
                    <a:lumMod val="95000"/>
                    <a:lumOff val="5000"/>
                  </a:schemeClr>
                </a:solidFill>
                <a:latin typeface="Arial" pitchFamily="34" charset="0"/>
                <a:cs typeface="Arial" pitchFamily="34" charset="0"/>
                <a:sym typeface="Symbol"/>
              </a:rPr>
              <a:t>Standard Error of the Estimated Parameters</a:t>
            </a:r>
          </a:p>
          <a:p>
            <a:pPr marL="457200" indent="-457200" algn="just">
              <a:lnSpc>
                <a:spcPct val="150000"/>
              </a:lnSpc>
              <a:buAutoNum type="alphaLcParenR"/>
            </a:pPr>
            <a:endParaRPr lang="en-US" sz="2400" dirty="0">
              <a:solidFill>
                <a:schemeClr val="bg1">
                  <a:lumMod val="95000"/>
                  <a:lumOff val="5000"/>
                </a:schemeClr>
              </a:solidFill>
              <a:latin typeface="Arial" pitchFamily="34" charset="0"/>
              <a:cs typeface="Arial" pitchFamily="34" charset="0"/>
              <a:sym typeface="Symbol"/>
            </a:endParaRPr>
          </a:p>
        </p:txBody>
      </p:sp>
    </p:spTree>
    <p:extLst>
      <p:ext uri="{BB962C8B-B14F-4D97-AF65-F5344CB8AC3E}">
        <p14:creationId xmlns:p14="http://schemas.microsoft.com/office/powerpoint/2010/main" val="2006244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1953" y="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 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endPar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299477" y="771550"/>
                <a:ext cx="8568952" cy="4221797"/>
              </a:xfrm>
              <a:prstGeom prst="rect">
                <a:avLst/>
              </a:prstGeom>
              <a:noFill/>
            </p:spPr>
            <p:txBody>
              <a:bodyPr wrap="square" rtlCol="0">
                <a:spAutoFit/>
              </a:bodyPr>
              <a:lstStyle/>
              <a:p>
                <a:pPr>
                  <a:lnSpc>
                    <a:spcPct val="200000"/>
                  </a:lnSpc>
                </a:pPr>
                <a:r>
                  <a:rPr lang="en-IN" sz="2000" dirty="0">
                    <a:solidFill>
                      <a:schemeClr val="bg1"/>
                    </a:solidFill>
                    <a:latin typeface="Arial" panose="020B0604020202020204" pitchFamily="34" charset="0"/>
                    <a:cs typeface="Arial" panose="020B0604020202020204" pitchFamily="34" charset="0"/>
                  </a:rPr>
                  <a:t>Previously the total sum of squares and regression sum of squares were actual values viz.</a:t>
                </a:r>
              </a:p>
              <a:p>
                <a:pPr algn="ctr">
                  <a:lnSpc>
                    <a:spcPct val="200000"/>
                  </a:lnSpc>
                </a:pPr>
                <a14:m>
                  <m:oMath xmlns:m="http://schemas.openxmlformats.org/officeDocument/2006/math">
                    <m:r>
                      <m:rPr>
                        <m:sty m:val="p"/>
                      </m:rPr>
                      <a:rPr lang="en-IN" sz="2000" b="0" i="0" smtClean="0">
                        <a:solidFill>
                          <a:schemeClr val="bg1"/>
                        </a:solidFill>
                        <a:latin typeface="Cambria Math" panose="02040503050406030204" pitchFamily="18" charset="0"/>
                        <a:cs typeface="Arial" panose="020B0604020202020204" pitchFamily="34" charset="0"/>
                      </a:rPr>
                      <m:t>Actual</m:t>
                    </m:r>
                    <m:r>
                      <a:rPr lang="en-IN" sz="2000" b="0" i="0" smtClean="0">
                        <a:solidFill>
                          <a:schemeClr val="bg1"/>
                        </a:solidFill>
                        <a:latin typeface="Cambria Math" panose="02040503050406030204" pitchFamily="18" charset="0"/>
                        <a:cs typeface="Arial" panose="020B0604020202020204" pitchFamily="34" charset="0"/>
                      </a:rPr>
                      <m:t> </m:t>
                    </m:r>
                    <m:r>
                      <m:rPr>
                        <m:sty m:val="p"/>
                      </m:rPr>
                      <a:rPr lang="en-IN" sz="2000" b="0" i="0" smtClean="0">
                        <a:solidFill>
                          <a:schemeClr val="bg1"/>
                        </a:solidFill>
                        <a:latin typeface="Cambria Math" panose="02040503050406030204" pitchFamily="18" charset="0"/>
                        <a:cs typeface="Arial" panose="020B0604020202020204" pitchFamily="34" charset="0"/>
                      </a:rPr>
                      <m:t>S</m:t>
                    </m:r>
                    <m:sSub>
                      <m:sSubPr>
                        <m:ctrlPr>
                          <a:rPr lang="en-IN" sz="2000" b="0" i="1" smtClean="0">
                            <a:solidFill>
                              <a:schemeClr val="bg1"/>
                            </a:solidFill>
                            <a:latin typeface="Cambria Math" panose="02040503050406030204" pitchFamily="18" charset="0"/>
                            <a:cs typeface="Arial" panose="020B0604020202020204" pitchFamily="34" charset="0"/>
                          </a:rPr>
                        </m:ctrlPr>
                      </m:sSubPr>
                      <m:e>
                        <m:r>
                          <m:rPr>
                            <m:sty m:val="p"/>
                          </m:rPr>
                          <a:rPr lang="en-IN" sz="2000" b="0" i="0" smtClean="0">
                            <a:solidFill>
                              <a:schemeClr val="bg1"/>
                            </a:solidFill>
                            <a:latin typeface="Cambria Math" panose="02040503050406030204" pitchFamily="18" charset="0"/>
                            <a:cs typeface="Arial" panose="020B0604020202020204" pitchFamily="34" charset="0"/>
                          </a:rPr>
                          <m:t>S</m:t>
                        </m:r>
                      </m:e>
                      <m:sub>
                        <m:r>
                          <m:rPr>
                            <m:sty m:val="p"/>
                          </m:rPr>
                          <a:rPr lang="en-IN" sz="2000" b="0" i="0" smtClean="0">
                            <a:solidFill>
                              <a:schemeClr val="bg1"/>
                            </a:solidFill>
                            <a:latin typeface="Cambria Math" panose="02040503050406030204" pitchFamily="18" charset="0"/>
                            <a:cs typeface="Arial" panose="020B0604020202020204" pitchFamily="34" charset="0"/>
                          </a:rPr>
                          <m:t>Total</m:t>
                        </m:r>
                      </m:sub>
                    </m:sSub>
                    <m:r>
                      <a:rPr lang="en-IN" sz="2000" b="0" i="0" smtClean="0">
                        <a:solidFill>
                          <a:schemeClr val="bg1"/>
                        </a:solidFill>
                        <a:latin typeface="Cambria Math" panose="02040503050406030204" pitchFamily="18" charset="0"/>
                        <a:cs typeface="Arial" panose="020B0604020202020204" pitchFamily="34" charset="0"/>
                      </a:rPr>
                      <m:t>=</m:t>
                    </m:r>
                    <m:nary>
                      <m:naryPr>
                        <m:chr m:val="∑"/>
                        <m:ctrlPr>
                          <a:rPr lang="en-IN" sz="2000" b="0" i="1" smtClean="0">
                            <a:solidFill>
                              <a:schemeClr val="bg1"/>
                            </a:solidFill>
                            <a:latin typeface="Cambria Math" panose="02040503050406030204" pitchFamily="18" charset="0"/>
                            <a:cs typeface="Arial" panose="020B0604020202020204" pitchFamily="34" charset="0"/>
                          </a:rPr>
                        </m:ctrlPr>
                      </m:naryPr>
                      <m:sub>
                        <m:r>
                          <m:rPr>
                            <m:sty m:val="p"/>
                            <m:brk m:alnAt="23"/>
                          </m:rPr>
                          <a:rPr lang="en-IN" sz="2000" b="0" i="0" smtClean="0">
                            <a:solidFill>
                              <a:schemeClr val="bg1"/>
                            </a:solidFill>
                            <a:latin typeface="Cambria Math" panose="02040503050406030204" pitchFamily="18" charset="0"/>
                            <a:cs typeface="Arial" panose="020B0604020202020204" pitchFamily="34" charset="0"/>
                          </a:rPr>
                          <m:t>i</m:t>
                        </m:r>
                        <m:r>
                          <a:rPr lang="en-IN" sz="2000" b="0" i="0" smtClean="0">
                            <a:solidFill>
                              <a:schemeClr val="bg1"/>
                            </a:solidFill>
                            <a:latin typeface="Cambria Math" panose="02040503050406030204" pitchFamily="18" charset="0"/>
                            <a:cs typeface="Arial" panose="020B0604020202020204" pitchFamily="34" charset="0"/>
                          </a:rPr>
                          <m:t>=1</m:t>
                        </m:r>
                      </m:sub>
                      <m:sup>
                        <m:r>
                          <m:rPr>
                            <m:sty m:val="p"/>
                          </m:rPr>
                          <a:rPr lang="en-IN" sz="2000" b="0" i="0" smtClean="0">
                            <a:solidFill>
                              <a:schemeClr val="bg1"/>
                            </a:solidFill>
                            <a:latin typeface="Cambria Math" panose="02040503050406030204" pitchFamily="18" charset="0"/>
                            <a:cs typeface="Arial" panose="020B0604020202020204" pitchFamily="34" charset="0"/>
                          </a:rPr>
                          <m:t>n</m:t>
                        </m:r>
                      </m:sup>
                      <m:e>
                        <m:sSubSup>
                          <m:sSubSupPr>
                            <m:ctrlPr>
                              <a:rPr lang="en-IN" sz="2000" b="0" i="1" smtClean="0">
                                <a:solidFill>
                                  <a:schemeClr val="bg1"/>
                                </a:solidFill>
                                <a:latin typeface="Cambria Math" panose="02040503050406030204" pitchFamily="18" charset="0"/>
                                <a:cs typeface="Arial" panose="020B0604020202020204" pitchFamily="34" charset="0"/>
                              </a:rPr>
                            </m:ctrlPr>
                          </m:sSubSupPr>
                          <m:e>
                            <m:r>
                              <m:rPr>
                                <m:sty m:val="p"/>
                              </m:rPr>
                              <a:rPr lang="en-IN" sz="2000" b="0" i="0" smtClean="0">
                                <a:solidFill>
                                  <a:schemeClr val="bg1"/>
                                </a:solidFill>
                                <a:latin typeface="Cambria Math" panose="02040503050406030204" pitchFamily="18" charset="0"/>
                                <a:cs typeface="Arial" panose="020B0604020202020204" pitchFamily="34" charset="0"/>
                              </a:rPr>
                              <m:t>Y</m:t>
                            </m:r>
                          </m:e>
                          <m:sub>
                            <m:r>
                              <m:rPr>
                                <m:sty m:val="p"/>
                              </m:rPr>
                              <a:rPr lang="en-IN" sz="2000" b="0" i="0" smtClean="0">
                                <a:solidFill>
                                  <a:schemeClr val="bg1"/>
                                </a:solidFill>
                                <a:latin typeface="Cambria Math" panose="02040503050406030204" pitchFamily="18" charset="0"/>
                                <a:cs typeface="Arial" panose="020B0604020202020204" pitchFamily="34" charset="0"/>
                              </a:rPr>
                              <m:t>i</m:t>
                            </m:r>
                          </m:sub>
                          <m:sup>
                            <m:r>
                              <a:rPr lang="en-IN" sz="2000" b="0" i="0" smtClean="0">
                                <a:solidFill>
                                  <a:schemeClr val="bg1"/>
                                </a:solidFill>
                                <a:latin typeface="Cambria Math" panose="02040503050406030204" pitchFamily="18" charset="0"/>
                                <a:cs typeface="Arial" panose="020B0604020202020204" pitchFamily="34" charset="0"/>
                              </a:rPr>
                              <m:t>2</m:t>
                            </m:r>
                          </m:sup>
                        </m:sSubSup>
                      </m:e>
                    </m:nary>
                  </m:oMath>
                </a14:m>
                <a:r>
                  <a:rPr lang="en-IN" sz="2000" dirty="0">
                    <a:solidFill>
                      <a:schemeClr val="bg1"/>
                    </a:solidFill>
                    <a:latin typeface="Arial" panose="020B0604020202020204" pitchFamily="34" charset="0"/>
                    <a:cs typeface="Arial" panose="020B0604020202020204" pitchFamily="34" charset="0"/>
                  </a:rPr>
                  <a:t> &amp;  </a:t>
                </a:r>
                <a14:m>
                  <m:oMath xmlns:m="http://schemas.openxmlformats.org/officeDocument/2006/math">
                    <m:r>
                      <m:rPr>
                        <m:sty m:val="p"/>
                      </m:rPr>
                      <a:rPr lang="en-IN" sz="2000" b="0" i="0" smtClean="0">
                        <a:solidFill>
                          <a:schemeClr val="bg1"/>
                        </a:solidFill>
                        <a:latin typeface="Cambria Math" panose="02040503050406030204" pitchFamily="18" charset="0"/>
                        <a:cs typeface="Arial" panose="020B0604020202020204" pitchFamily="34" charset="0"/>
                      </a:rPr>
                      <m:t>Actual</m:t>
                    </m:r>
                    <m:r>
                      <a:rPr lang="en-IN" sz="2000" b="0" i="0" smtClean="0">
                        <a:solidFill>
                          <a:schemeClr val="bg1"/>
                        </a:solidFill>
                        <a:latin typeface="Cambria Math" panose="02040503050406030204" pitchFamily="18" charset="0"/>
                        <a:cs typeface="Arial" panose="020B0604020202020204" pitchFamily="34" charset="0"/>
                      </a:rPr>
                      <m:t> </m:t>
                    </m:r>
                    <m:r>
                      <m:rPr>
                        <m:sty m:val="p"/>
                      </m:rPr>
                      <a:rPr lang="en-IN" sz="2000" b="0" i="0" smtClean="0">
                        <a:solidFill>
                          <a:schemeClr val="bg1"/>
                        </a:solidFill>
                        <a:latin typeface="Cambria Math" panose="02040503050406030204" pitchFamily="18" charset="0"/>
                        <a:cs typeface="Arial" panose="020B0604020202020204" pitchFamily="34" charset="0"/>
                      </a:rPr>
                      <m:t>S</m:t>
                    </m:r>
                    <m:sSub>
                      <m:sSubPr>
                        <m:ctrlPr>
                          <a:rPr lang="en-IN" sz="2000" b="0" i="1" smtClean="0">
                            <a:solidFill>
                              <a:schemeClr val="bg1"/>
                            </a:solidFill>
                            <a:latin typeface="Cambria Math" panose="02040503050406030204" pitchFamily="18" charset="0"/>
                            <a:cs typeface="Arial" panose="020B0604020202020204" pitchFamily="34" charset="0"/>
                          </a:rPr>
                        </m:ctrlPr>
                      </m:sSubPr>
                      <m:e>
                        <m:r>
                          <m:rPr>
                            <m:sty m:val="p"/>
                          </m:rPr>
                          <a:rPr lang="en-IN" sz="2000" b="0" i="0" smtClean="0">
                            <a:solidFill>
                              <a:schemeClr val="bg1"/>
                            </a:solidFill>
                            <a:latin typeface="Cambria Math" panose="02040503050406030204" pitchFamily="18" charset="0"/>
                            <a:cs typeface="Arial" panose="020B0604020202020204" pitchFamily="34" charset="0"/>
                          </a:rPr>
                          <m:t>S</m:t>
                        </m:r>
                      </m:e>
                      <m:sub>
                        <m:r>
                          <m:rPr>
                            <m:sty m:val="p"/>
                          </m:rPr>
                          <a:rPr lang="en-IN" sz="2000" b="0" i="0" smtClean="0">
                            <a:solidFill>
                              <a:schemeClr val="bg1"/>
                            </a:solidFill>
                            <a:latin typeface="Cambria Math" panose="02040503050406030204" pitchFamily="18" charset="0"/>
                            <a:cs typeface="Arial" panose="020B0604020202020204" pitchFamily="34" charset="0"/>
                          </a:rPr>
                          <m:t>Regression</m:t>
                        </m:r>
                      </m:sub>
                    </m:sSub>
                    <m:r>
                      <a:rPr lang="en-IN" sz="2000" b="0" i="0" smtClean="0">
                        <a:solidFill>
                          <a:schemeClr val="bg1"/>
                        </a:solidFill>
                        <a:latin typeface="Cambria Math" panose="02040503050406030204" pitchFamily="18" charset="0"/>
                        <a:cs typeface="Arial" panose="020B0604020202020204" pitchFamily="34" charset="0"/>
                      </a:rPr>
                      <m:t>= </m:t>
                    </m:r>
                    <m:sSup>
                      <m:sSupPr>
                        <m:ctrlPr>
                          <a:rPr lang="en-IN"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sup>
                        <m: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p>
                    </m:sSup>
                    <m:sSup>
                      <m:sSupPr>
                        <m:ctrlPr>
                          <a:rPr lang="en-IN"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m:rPr>
                            <m:sty m:val="p"/>
                          </m:rP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X</m:t>
                        </m:r>
                      </m:e>
                      <m:sup>
                        <m: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p>
                    </m:sSup>
                    <m:r>
                      <m:rPr>
                        <m:sty m:val="p"/>
                      </m:rP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Y</m:t>
                    </m:r>
                  </m:oMath>
                </a14:m>
                <a:endParaRPr lang="en-IN" sz="2000" dirty="0">
                  <a:solidFill>
                    <a:schemeClr val="bg1"/>
                  </a:solidFill>
                  <a:latin typeface="Arial" panose="020B0604020202020204" pitchFamily="34" charset="0"/>
                  <a:cs typeface="Arial" panose="020B0604020202020204" pitchFamily="34" charset="0"/>
                </a:endParaRPr>
              </a:p>
              <a:p>
                <a:pPr algn="just">
                  <a:lnSpc>
                    <a:spcPct val="200000"/>
                  </a:lnSpc>
                </a:pPr>
                <a:r>
                  <a:rPr lang="en-IN" sz="2000" dirty="0">
                    <a:solidFill>
                      <a:schemeClr val="bg1"/>
                    </a:solidFill>
                    <a:latin typeface="Arial" panose="020B0604020202020204" pitchFamily="34" charset="0"/>
                    <a:cs typeface="Arial" panose="020B0604020202020204" pitchFamily="34" charset="0"/>
                  </a:rPr>
                  <a:t>But we need to use </a:t>
                </a:r>
              </a:p>
              <a:p>
                <a:pPr algn="ctr">
                  <a:lnSpc>
                    <a:spcPct val="200000"/>
                  </a:lnSpc>
                </a:pPr>
                <a:r>
                  <a:rPr lang="en-IN" sz="2000" dirty="0">
                    <a:solidFill>
                      <a:schemeClr val="bg1"/>
                    </a:solidFill>
                    <a:latin typeface="Arial" panose="020B0604020202020204" pitchFamily="34" charset="0"/>
                    <a:cs typeface="Arial" panose="020B0604020202020204" pitchFamily="34" charset="0"/>
                  </a:rPr>
                  <a:t>              </a:t>
                </a:r>
                <a14:m>
                  <m:oMath xmlns:m="http://schemas.openxmlformats.org/officeDocument/2006/math">
                    <m:r>
                      <m:rPr>
                        <m:sty m:val="p"/>
                      </m:rPr>
                      <a:rPr lang="en-IN" sz="2000" i="0">
                        <a:solidFill>
                          <a:schemeClr val="bg1"/>
                        </a:solidFill>
                        <a:latin typeface="Cambria Math" panose="02040503050406030204" pitchFamily="18" charset="0"/>
                        <a:cs typeface="Arial" panose="020B0604020202020204" pitchFamily="34" charset="0"/>
                      </a:rPr>
                      <m:t>S</m:t>
                    </m:r>
                    <m:sSub>
                      <m:sSubPr>
                        <m:ctrlPr>
                          <a:rPr lang="en-IN" sz="2000" i="1">
                            <a:solidFill>
                              <a:schemeClr val="bg1"/>
                            </a:solidFill>
                            <a:latin typeface="Cambria Math" panose="02040503050406030204" pitchFamily="18" charset="0"/>
                            <a:cs typeface="Arial" panose="020B0604020202020204" pitchFamily="34" charset="0"/>
                          </a:rPr>
                        </m:ctrlPr>
                      </m:sSubPr>
                      <m:e>
                        <m:r>
                          <m:rPr>
                            <m:sty m:val="p"/>
                          </m:rPr>
                          <a:rPr lang="en-IN" sz="2000" i="0">
                            <a:solidFill>
                              <a:schemeClr val="bg1"/>
                            </a:solidFill>
                            <a:latin typeface="Cambria Math" panose="02040503050406030204" pitchFamily="18" charset="0"/>
                            <a:cs typeface="Arial" panose="020B0604020202020204" pitchFamily="34" charset="0"/>
                          </a:rPr>
                          <m:t>S</m:t>
                        </m:r>
                      </m:e>
                      <m:sub>
                        <m:r>
                          <m:rPr>
                            <m:sty m:val="p"/>
                          </m:rPr>
                          <a:rPr lang="en-IN" sz="2000" i="0">
                            <a:solidFill>
                              <a:schemeClr val="bg1"/>
                            </a:solidFill>
                            <a:latin typeface="Cambria Math" panose="02040503050406030204" pitchFamily="18" charset="0"/>
                            <a:cs typeface="Arial" panose="020B0604020202020204" pitchFamily="34" charset="0"/>
                          </a:rPr>
                          <m:t>Total</m:t>
                        </m:r>
                      </m:sub>
                    </m:sSub>
                    <m:r>
                      <a:rPr lang="en-IN" sz="2000" i="0">
                        <a:solidFill>
                          <a:schemeClr val="bg1"/>
                        </a:solidFill>
                        <a:latin typeface="Cambria Math" panose="02040503050406030204" pitchFamily="18" charset="0"/>
                        <a:cs typeface="Arial" panose="020B0604020202020204" pitchFamily="34" charset="0"/>
                      </a:rPr>
                      <m:t>=</m:t>
                    </m:r>
                    <m:nary>
                      <m:naryPr>
                        <m:chr m:val="∑"/>
                        <m:ctrlPr>
                          <a:rPr lang="en-IN" sz="2000" i="1" smtClean="0">
                            <a:solidFill>
                              <a:schemeClr val="bg1"/>
                            </a:solidFill>
                            <a:latin typeface="Cambria Math" panose="02040503050406030204" pitchFamily="18" charset="0"/>
                            <a:cs typeface="Arial" panose="020B0604020202020204" pitchFamily="34" charset="0"/>
                          </a:rPr>
                        </m:ctrlPr>
                      </m:naryPr>
                      <m:sub>
                        <m:r>
                          <m:rPr>
                            <m:sty m:val="p"/>
                            <m:brk m:alnAt="23"/>
                          </m:rPr>
                          <a:rPr lang="en-IN" sz="2000" i="0">
                            <a:solidFill>
                              <a:schemeClr val="bg1"/>
                            </a:solidFill>
                            <a:latin typeface="Cambria Math" panose="02040503050406030204" pitchFamily="18" charset="0"/>
                            <a:cs typeface="Arial" panose="020B0604020202020204" pitchFamily="34" charset="0"/>
                          </a:rPr>
                          <m:t>i</m:t>
                        </m:r>
                        <m:r>
                          <a:rPr lang="en-IN" sz="2000" i="0">
                            <a:solidFill>
                              <a:schemeClr val="bg1"/>
                            </a:solidFill>
                            <a:latin typeface="Cambria Math" panose="02040503050406030204" pitchFamily="18" charset="0"/>
                            <a:cs typeface="Arial" panose="020B0604020202020204" pitchFamily="34" charset="0"/>
                          </a:rPr>
                          <m:t>=1</m:t>
                        </m:r>
                      </m:sub>
                      <m:sup>
                        <m:r>
                          <m:rPr>
                            <m:sty m:val="p"/>
                          </m:rPr>
                          <a:rPr lang="en-IN" sz="2000" i="0">
                            <a:solidFill>
                              <a:schemeClr val="bg1"/>
                            </a:solidFill>
                            <a:latin typeface="Cambria Math" panose="02040503050406030204" pitchFamily="18" charset="0"/>
                            <a:cs typeface="Arial" panose="020B0604020202020204" pitchFamily="34" charset="0"/>
                          </a:rPr>
                          <m:t>n</m:t>
                        </m:r>
                      </m:sup>
                      <m:e>
                        <m:sSubSup>
                          <m:sSubSupPr>
                            <m:ctrlPr>
                              <a:rPr lang="en-IN" sz="2000" i="1">
                                <a:solidFill>
                                  <a:schemeClr val="bg1"/>
                                </a:solidFill>
                                <a:latin typeface="Cambria Math" panose="02040503050406030204" pitchFamily="18" charset="0"/>
                                <a:cs typeface="Arial" panose="020B0604020202020204" pitchFamily="34" charset="0"/>
                              </a:rPr>
                            </m:ctrlPr>
                          </m:sSubSupPr>
                          <m:e>
                            <m:r>
                              <m:rPr>
                                <m:sty m:val="p"/>
                              </m:rPr>
                              <a:rPr lang="en-IN" sz="2000" b="0" i="0" smtClean="0">
                                <a:solidFill>
                                  <a:schemeClr val="bg1"/>
                                </a:solidFill>
                                <a:latin typeface="Cambria Math" panose="02040503050406030204" pitchFamily="18" charset="0"/>
                                <a:cs typeface="Arial" panose="020B0604020202020204" pitchFamily="34" charset="0"/>
                              </a:rPr>
                              <m:t>Y</m:t>
                            </m:r>
                          </m:e>
                          <m:sub>
                            <m:r>
                              <m:rPr>
                                <m:sty m:val="p"/>
                              </m:rPr>
                              <a:rPr lang="en-IN" sz="2000" i="0">
                                <a:solidFill>
                                  <a:schemeClr val="bg1"/>
                                </a:solidFill>
                                <a:latin typeface="Cambria Math" panose="02040503050406030204" pitchFamily="18" charset="0"/>
                                <a:cs typeface="Arial" panose="020B0604020202020204" pitchFamily="34" charset="0"/>
                              </a:rPr>
                              <m:t>i</m:t>
                            </m:r>
                          </m:sub>
                          <m:sup>
                            <m:r>
                              <a:rPr lang="en-IN" sz="2000" i="0">
                                <a:solidFill>
                                  <a:schemeClr val="bg1"/>
                                </a:solidFill>
                                <a:latin typeface="Cambria Math" panose="02040503050406030204" pitchFamily="18" charset="0"/>
                                <a:cs typeface="Arial" panose="020B0604020202020204" pitchFamily="34" charset="0"/>
                              </a:rPr>
                              <m:t>2</m:t>
                            </m:r>
                          </m:sup>
                        </m:sSubSup>
                        <m:r>
                          <a:rPr lang="en-IN" sz="2000" b="0" i="0" smtClean="0">
                            <a:solidFill>
                              <a:schemeClr val="bg1"/>
                            </a:solidFill>
                            <a:latin typeface="Cambria Math" panose="02040503050406030204" pitchFamily="18" charset="0"/>
                            <a:cs typeface="Arial" panose="020B0604020202020204" pitchFamily="34" charset="0"/>
                          </a:rPr>
                          <m:t>−</m:t>
                        </m:r>
                        <m:r>
                          <m:rPr>
                            <m:sty m:val="p"/>
                          </m:rPr>
                          <a:rPr lang="en-IN" sz="2000" b="0" i="0" smtClean="0">
                            <a:solidFill>
                              <a:schemeClr val="bg1"/>
                            </a:solidFill>
                            <a:latin typeface="Cambria Math" panose="02040503050406030204" pitchFamily="18" charset="0"/>
                            <a:cs typeface="Arial" panose="020B0604020202020204" pitchFamily="34" charset="0"/>
                          </a:rPr>
                          <m:t>n</m:t>
                        </m:r>
                        <m:sSup>
                          <m:sSupPr>
                            <m:ctrlPr>
                              <a:rPr lang="en-IN" sz="2000" b="0" i="1" smtClean="0">
                                <a:solidFill>
                                  <a:schemeClr val="bg1"/>
                                </a:solidFill>
                                <a:latin typeface="Cambria Math" panose="02040503050406030204" pitchFamily="18" charset="0"/>
                                <a:cs typeface="Arial" panose="020B0604020202020204" pitchFamily="34" charset="0"/>
                              </a:rPr>
                            </m:ctrlPr>
                          </m:sSupPr>
                          <m:e>
                            <m:acc>
                              <m:accPr>
                                <m:chr m:val="̅"/>
                                <m:ctrlPr>
                                  <a:rPr lang="en-IN" sz="2000" b="0" i="1" smtClean="0">
                                    <a:solidFill>
                                      <a:schemeClr val="bg1"/>
                                    </a:solidFill>
                                    <a:latin typeface="Cambria Math" panose="02040503050406030204" pitchFamily="18" charset="0"/>
                                    <a:cs typeface="Arial" panose="020B0604020202020204" pitchFamily="34" charset="0"/>
                                  </a:rPr>
                                </m:ctrlPr>
                              </m:accPr>
                              <m:e>
                                <m:r>
                                  <m:rPr>
                                    <m:sty m:val="p"/>
                                  </m:rPr>
                                  <a:rPr lang="en-IN" sz="2000" b="0" i="0" smtClean="0">
                                    <a:solidFill>
                                      <a:schemeClr val="bg1"/>
                                    </a:solidFill>
                                    <a:latin typeface="Cambria Math" panose="02040503050406030204" pitchFamily="18" charset="0"/>
                                    <a:cs typeface="Arial" panose="020B0604020202020204" pitchFamily="34" charset="0"/>
                                  </a:rPr>
                                  <m:t>Y</m:t>
                                </m:r>
                              </m:e>
                            </m:acc>
                          </m:e>
                          <m:sup>
                            <m:r>
                              <a:rPr lang="en-IN" sz="2000" b="0" i="0" smtClean="0">
                                <a:solidFill>
                                  <a:schemeClr val="bg1"/>
                                </a:solidFill>
                                <a:latin typeface="Cambria Math" panose="02040503050406030204" pitchFamily="18" charset="0"/>
                                <a:cs typeface="Arial" panose="020B0604020202020204" pitchFamily="34" charset="0"/>
                              </a:rPr>
                              <m:t>2</m:t>
                            </m:r>
                          </m:sup>
                        </m:sSup>
                      </m:e>
                    </m:nary>
                  </m:oMath>
                </a14:m>
                <a:r>
                  <a:rPr lang="en-IN" sz="2000" dirty="0">
                    <a:solidFill>
                      <a:schemeClr val="bg1"/>
                    </a:solidFill>
                    <a:latin typeface="Arial" panose="020B0604020202020204" pitchFamily="34" charset="0"/>
                    <a:cs typeface="Arial" panose="020B0604020202020204" pitchFamily="34" charset="0"/>
                  </a:rPr>
                  <a:t>     &amp;  </a:t>
                </a:r>
                <a14:m>
                  <m:oMath xmlns:m="http://schemas.openxmlformats.org/officeDocument/2006/math">
                    <m:r>
                      <m:rPr>
                        <m:sty m:val="p"/>
                      </m:rPr>
                      <a:rPr lang="en-IN" sz="2000">
                        <a:solidFill>
                          <a:schemeClr val="bg1"/>
                        </a:solidFill>
                        <a:latin typeface="Cambria Math" panose="02040503050406030204" pitchFamily="18" charset="0"/>
                        <a:cs typeface="Arial" panose="020B0604020202020204" pitchFamily="34" charset="0"/>
                      </a:rPr>
                      <m:t>S</m:t>
                    </m:r>
                    <m:sSub>
                      <m:sSubPr>
                        <m:ctrlPr>
                          <a:rPr lang="en-IN" sz="2000" i="1">
                            <a:solidFill>
                              <a:schemeClr val="bg1"/>
                            </a:solidFill>
                            <a:latin typeface="Cambria Math" panose="02040503050406030204" pitchFamily="18" charset="0"/>
                            <a:cs typeface="Arial" panose="020B0604020202020204" pitchFamily="34" charset="0"/>
                          </a:rPr>
                        </m:ctrlPr>
                      </m:sSubPr>
                      <m:e>
                        <m:r>
                          <m:rPr>
                            <m:sty m:val="p"/>
                          </m:rPr>
                          <a:rPr lang="en-IN" sz="2000">
                            <a:solidFill>
                              <a:schemeClr val="bg1"/>
                            </a:solidFill>
                            <a:latin typeface="Cambria Math" panose="02040503050406030204" pitchFamily="18" charset="0"/>
                            <a:cs typeface="Arial" panose="020B0604020202020204" pitchFamily="34" charset="0"/>
                          </a:rPr>
                          <m:t>S</m:t>
                        </m:r>
                      </m:e>
                      <m:sub>
                        <m:r>
                          <m:rPr>
                            <m:sty m:val="p"/>
                          </m:rPr>
                          <a:rPr lang="en-IN" sz="2000" b="0" i="0" smtClean="0">
                            <a:solidFill>
                              <a:schemeClr val="bg1"/>
                            </a:solidFill>
                            <a:latin typeface="Cambria Math" panose="02040503050406030204" pitchFamily="18" charset="0"/>
                            <a:cs typeface="Arial" panose="020B0604020202020204" pitchFamily="34" charset="0"/>
                          </a:rPr>
                          <m:t>Regression</m:t>
                        </m:r>
                      </m:sub>
                    </m:sSub>
                    <m:r>
                      <a:rPr lang="en-IN" sz="2000">
                        <a:solidFill>
                          <a:schemeClr val="bg1"/>
                        </a:solidFill>
                        <a:latin typeface="Cambria Math" panose="02040503050406030204" pitchFamily="18" charset="0"/>
                        <a:cs typeface="Arial" panose="020B0604020202020204" pitchFamily="34" charset="0"/>
                      </a:rPr>
                      <m:t>=</m:t>
                    </m:r>
                    <m:nary>
                      <m:naryPr>
                        <m:chr m:val="∑"/>
                        <m:ctrlPr>
                          <a:rPr lang="en-IN" sz="2000" i="1">
                            <a:solidFill>
                              <a:schemeClr val="bg1"/>
                            </a:solidFill>
                            <a:latin typeface="Cambria Math" panose="02040503050406030204" pitchFamily="18" charset="0"/>
                            <a:cs typeface="Arial" panose="020B0604020202020204" pitchFamily="34" charset="0"/>
                          </a:rPr>
                        </m:ctrlPr>
                      </m:naryPr>
                      <m:sub>
                        <m:r>
                          <m:rPr>
                            <m:sty m:val="p"/>
                            <m:brk m:alnAt="23"/>
                          </m:rPr>
                          <a:rPr lang="en-IN" sz="2000">
                            <a:solidFill>
                              <a:schemeClr val="bg1"/>
                            </a:solidFill>
                            <a:latin typeface="Cambria Math" panose="02040503050406030204" pitchFamily="18" charset="0"/>
                            <a:cs typeface="Arial" panose="020B0604020202020204" pitchFamily="34" charset="0"/>
                          </a:rPr>
                          <m:t>i</m:t>
                        </m:r>
                        <m:r>
                          <a:rPr lang="en-IN" sz="2000">
                            <a:solidFill>
                              <a:schemeClr val="bg1"/>
                            </a:solidFill>
                            <a:latin typeface="Cambria Math" panose="02040503050406030204" pitchFamily="18" charset="0"/>
                            <a:cs typeface="Arial" panose="020B0604020202020204" pitchFamily="34" charset="0"/>
                          </a:rPr>
                          <m:t>=1</m:t>
                        </m:r>
                      </m:sub>
                      <m:sup>
                        <m:r>
                          <m:rPr>
                            <m:sty m:val="p"/>
                          </m:rPr>
                          <a:rPr lang="en-IN" sz="2000">
                            <a:solidFill>
                              <a:schemeClr val="bg1"/>
                            </a:solidFill>
                            <a:latin typeface="Cambria Math" panose="02040503050406030204" pitchFamily="18" charset="0"/>
                            <a:cs typeface="Arial" panose="020B0604020202020204" pitchFamily="34" charset="0"/>
                          </a:rPr>
                          <m:t>n</m:t>
                        </m:r>
                      </m:sup>
                      <m:e>
                        <m:sSup>
                          <m:sSupPr>
                            <m:ctrlPr>
                              <a:rPr lang="en-IN"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m:t>
                            </m:r>
                          </m:e>
                          <m:sup>
                            <m: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m:t>
                            </m:r>
                          </m:sup>
                        </m:sSup>
                        <m:sSup>
                          <m:sSupPr>
                            <m:ctrlPr>
                              <a:rPr lang="en-IN"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m:rPr>
                                <m:sty m:val="p"/>
                              </m:rP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X</m:t>
                            </m:r>
                          </m:e>
                          <m:sup>
                            <m: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m:t>
                            </m:r>
                          </m:sup>
                        </m:sSup>
                        <m:r>
                          <m:rPr>
                            <m:sty m:val="p"/>
                          </m:rP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Y</m:t>
                        </m:r>
                        <m:r>
                          <a:rPr lang="en-IN" sz="2000">
                            <a:solidFill>
                              <a:schemeClr val="bg1"/>
                            </a:solidFill>
                            <a:latin typeface="Cambria Math" panose="02040503050406030204" pitchFamily="18" charset="0"/>
                            <a:cs typeface="Arial" panose="020B0604020202020204" pitchFamily="34" charset="0"/>
                          </a:rPr>
                          <m:t>−</m:t>
                        </m:r>
                        <m:r>
                          <m:rPr>
                            <m:sty m:val="p"/>
                          </m:rPr>
                          <a:rPr lang="en-IN" sz="2000">
                            <a:solidFill>
                              <a:schemeClr val="bg1"/>
                            </a:solidFill>
                            <a:latin typeface="Cambria Math" panose="02040503050406030204" pitchFamily="18" charset="0"/>
                            <a:cs typeface="Arial" panose="020B0604020202020204" pitchFamily="34" charset="0"/>
                          </a:rPr>
                          <m:t>n</m:t>
                        </m:r>
                        <m:sSup>
                          <m:sSupPr>
                            <m:ctrlPr>
                              <a:rPr lang="en-IN" sz="2000" i="1">
                                <a:solidFill>
                                  <a:schemeClr val="bg1"/>
                                </a:solidFill>
                                <a:latin typeface="Cambria Math" panose="02040503050406030204" pitchFamily="18" charset="0"/>
                                <a:cs typeface="Arial" panose="020B0604020202020204" pitchFamily="34" charset="0"/>
                              </a:rPr>
                            </m:ctrlPr>
                          </m:sSupPr>
                          <m:e>
                            <m:acc>
                              <m:accPr>
                                <m:chr m:val="̅"/>
                                <m:ctrlPr>
                                  <a:rPr lang="en-IN" sz="2000" i="1">
                                    <a:solidFill>
                                      <a:schemeClr val="bg1"/>
                                    </a:solidFill>
                                    <a:latin typeface="Cambria Math" panose="02040503050406030204" pitchFamily="18" charset="0"/>
                                    <a:cs typeface="Arial" panose="020B0604020202020204" pitchFamily="34" charset="0"/>
                                  </a:rPr>
                                </m:ctrlPr>
                              </m:accPr>
                              <m:e>
                                <m:r>
                                  <m:rPr>
                                    <m:sty m:val="p"/>
                                  </m:rPr>
                                  <a:rPr lang="en-IN" sz="2000">
                                    <a:solidFill>
                                      <a:schemeClr val="bg1"/>
                                    </a:solidFill>
                                    <a:latin typeface="Cambria Math" panose="02040503050406030204" pitchFamily="18" charset="0"/>
                                    <a:cs typeface="Arial" panose="020B0604020202020204" pitchFamily="34" charset="0"/>
                                  </a:rPr>
                                  <m:t>Y</m:t>
                                </m:r>
                              </m:e>
                            </m:acc>
                          </m:e>
                          <m:sup>
                            <m:r>
                              <a:rPr lang="en-IN" sz="2000">
                                <a:solidFill>
                                  <a:schemeClr val="bg1"/>
                                </a:solidFill>
                                <a:latin typeface="Cambria Math" panose="02040503050406030204" pitchFamily="18" charset="0"/>
                                <a:cs typeface="Arial" panose="020B0604020202020204" pitchFamily="34" charset="0"/>
                              </a:rPr>
                              <m:t>2</m:t>
                            </m:r>
                          </m:sup>
                        </m:sSup>
                      </m:e>
                    </m:nary>
                  </m:oMath>
                </a14:m>
                <a:endParaRPr lang="en-IN" sz="2000" dirty="0">
                  <a:solidFill>
                    <a:schemeClr val="bg1"/>
                  </a:solidFill>
                  <a:latin typeface="Arial" panose="020B0604020202020204" pitchFamily="34" charset="0"/>
                  <a:cs typeface="Arial" panose="020B0604020202020204" pitchFamily="34" charset="0"/>
                </a:endParaRPr>
              </a:p>
              <a:p>
                <a:pPr algn="just">
                  <a:lnSpc>
                    <a:spcPct val="150000"/>
                  </a:lnSpc>
                </a:pPr>
                <a:r>
                  <a:rPr lang="en-IN" sz="2000" dirty="0">
                    <a:solidFill>
                      <a:schemeClr val="bg1"/>
                    </a:solidFill>
                    <a:latin typeface="Arial" panose="020B0604020202020204" pitchFamily="34" charset="0"/>
                    <a:cs typeface="Arial" panose="020B0604020202020204" pitchFamily="34" charset="0"/>
                  </a:rPr>
                  <a:t>If you may recall, we are removing the effect of the intercept </a:t>
                </a:r>
                <a:r>
                  <a:rPr lang="en-IN" sz="20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IN" sz="20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o</a:t>
                </a:r>
                <a:r>
                  <a:rPr lang="en-IN" sz="2000" dirty="0">
                    <a:solidFill>
                      <a:schemeClr val="bg1"/>
                    </a:solidFill>
                    <a:latin typeface="Arial" panose="020B0604020202020204" pitchFamily="34" charset="0"/>
                    <a:cs typeface="Arial" panose="020B0604020202020204" pitchFamily="34" charset="0"/>
                    <a:sym typeface="Symbol" panose="05050102010706020507" pitchFamily="18" charset="2"/>
                  </a:rPr>
                  <a:t> and focussing on the partial regression coefficients.</a:t>
                </a:r>
                <a:endParaRPr lang="en-IN" sz="2000" dirty="0">
                  <a:solidFill>
                    <a:schemeClr val="bg1"/>
                  </a:solidFill>
                  <a:latin typeface="Arial" panose="020B0604020202020204" pitchFamily="34" charset="0"/>
                  <a:cs typeface="Arial" panose="020B0604020202020204" pitchFamily="34"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99477" y="771550"/>
                <a:ext cx="8568952" cy="4221797"/>
              </a:xfrm>
              <a:prstGeom prst="rect">
                <a:avLst/>
              </a:prstGeom>
              <a:blipFill>
                <a:blip r:embed="rId2"/>
                <a:stretch>
                  <a:fillRect l="-711" r="-782" b="-434"/>
                </a:stretch>
              </a:blipFill>
            </p:spPr>
            <p:txBody>
              <a:bodyPr/>
              <a:lstStyle/>
              <a:p>
                <a:r>
                  <a:rPr lang="en-IN">
                    <a:noFill/>
                  </a:rPr>
                  <a:t> </a:t>
                </a:r>
              </a:p>
            </p:txBody>
          </p:sp>
        </mc:Fallback>
      </mc:AlternateContent>
    </p:spTree>
    <p:extLst>
      <p:ext uri="{BB962C8B-B14F-4D97-AF65-F5344CB8AC3E}">
        <p14:creationId xmlns:p14="http://schemas.microsoft.com/office/powerpoint/2010/main" val="23929956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123478"/>
            <a:ext cx="8001000" cy="830997"/>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 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467544" y="1563638"/>
                <a:ext cx="8352928" cy="3366884"/>
              </a:xfrm>
              <a:prstGeom prst="rect">
                <a:avLst/>
              </a:prstGeom>
              <a:noFill/>
              <a:ln w="9525">
                <a:noFill/>
                <a:miter lim="800000"/>
                <a:headEnd/>
                <a:tailEnd/>
              </a:ln>
            </p:spPr>
            <p:txBody>
              <a:bodyPr wrap="square">
                <a:spAutoFit/>
              </a:bodyPr>
              <a:lstStyle/>
              <a:p>
                <a:pPr algn="just">
                  <a:lnSpc>
                    <a:spcPct val="150000"/>
                  </a:lnSpc>
                  <a:buClr>
                    <a:srgbClr val="990000"/>
                  </a:buClr>
                </a:pPr>
                <a:endParaRPr lang="en-US" sz="2200" b="1"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r>
                  <a:rPr lang="en-US" sz="2400" dirty="0">
                    <a:solidFill>
                      <a:schemeClr val="bg1">
                        <a:lumMod val="95000"/>
                        <a:lumOff val="5000"/>
                      </a:schemeClr>
                    </a:solidFill>
                    <a:latin typeface="Arial" pitchFamily="34" charset="0"/>
                    <a:cs typeface="Arial" pitchFamily="34" charset="0"/>
                  </a:rPr>
                  <a:t>From </a:t>
                </a:r>
                <a:r>
                  <a:rPr lang="en-US" sz="2400" dirty="0" err="1">
                    <a:solidFill>
                      <a:schemeClr val="bg1">
                        <a:lumMod val="95000"/>
                        <a:lumOff val="5000"/>
                      </a:schemeClr>
                    </a:solidFill>
                    <a:latin typeface="Arial" pitchFamily="34" charset="0"/>
                    <a:cs typeface="Arial" pitchFamily="34" charset="0"/>
                  </a:rPr>
                  <a:t>Matlab</a:t>
                </a:r>
                <a:r>
                  <a:rPr lang="en-US" sz="2400" dirty="0">
                    <a:solidFill>
                      <a:schemeClr val="bg1">
                        <a:lumMod val="95000"/>
                        <a:lumOff val="5000"/>
                      </a:schemeClr>
                    </a:solidFill>
                    <a:latin typeface="Arial" pitchFamily="34" charset="0"/>
                    <a:cs typeface="Arial" pitchFamily="34" charset="0"/>
                  </a:rPr>
                  <a:t> we get the following results for the II order model</a:t>
                </a:r>
              </a:p>
              <a:p>
                <a:pPr algn="ctr">
                  <a:lnSpc>
                    <a:spcPct val="150000"/>
                  </a:lnSpc>
                  <a:buClr>
                    <a:srgbClr val="990000"/>
                  </a:buClr>
                </a:pPr>
                <a14:m>
                  <m:oMathPara xmlns:m="http://schemas.openxmlformats.org/officeDocument/2006/math">
                    <m:oMathParaPr>
                      <m:jc m:val="centerGroup"/>
                    </m:oMathParaPr>
                    <m:oMath xmlns:m="http://schemas.openxmlformats.org/officeDocument/2006/math">
                      <m:sSup>
                        <m:sSupPr>
                          <m:ctrlPr>
                            <a:rPr lang="en-IN" sz="2400" b="0" i="1" smtClean="0">
                              <a:solidFill>
                                <a:schemeClr val="bg1">
                                  <a:lumMod val="95000"/>
                                  <a:lumOff val="5000"/>
                                </a:schemeClr>
                              </a:solidFill>
                              <a:latin typeface="Cambria Math" panose="02040503050406030204" pitchFamily="18" charset="0"/>
                              <a:cs typeface="Arial" pitchFamily="34" charset="0"/>
                            </a:rPr>
                          </m:ctrlPr>
                        </m:sSupPr>
                        <m:e>
                          <m:r>
                            <m:rPr>
                              <m:sty m:val="p"/>
                            </m:rPr>
                            <a:rPr lang="en-IN" sz="2400" b="0" i="0" smtClean="0">
                              <a:solidFill>
                                <a:schemeClr val="bg1">
                                  <a:lumMod val="95000"/>
                                  <a:lumOff val="5000"/>
                                </a:schemeClr>
                              </a:solidFill>
                              <a:latin typeface="Cambria Math" panose="02040503050406030204" pitchFamily="18" charset="0"/>
                              <a:cs typeface="Arial" pitchFamily="34" charset="0"/>
                            </a:rPr>
                            <m:t>R</m:t>
                          </m:r>
                        </m:e>
                        <m:sup>
                          <m:r>
                            <a:rPr lang="en-IN" sz="2400" b="0" i="0" smtClean="0">
                              <a:solidFill>
                                <a:schemeClr val="bg1">
                                  <a:lumMod val="95000"/>
                                  <a:lumOff val="5000"/>
                                </a:schemeClr>
                              </a:solidFill>
                              <a:latin typeface="Cambria Math" panose="02040503050406030204" pitchFamily="18" charset="0"/>
                              <a:cs typeface="Arial" pitchFamily="34" charset="0"/>
                            </a:rPr>
                            <m:t>2</m:t>
                          </m:r>
                        </m:sup>
                      </m:sSup>
                      <m:r>
                        <a:rPr lang="en-IN" sz="2400" b="0" i="0" smtClean="0">
                          <a:solidFill>
                            <a:schemeClr val="bg1">
                              <a:lumMod val="95000"/>
                              <a:lumOff val="5000"/>
                            </a:schemeClr>
                          </a:solidFill>
                          <a:latin typeface="Cambria Math" panose="02040503050406030204" pitchFamily="18" charset="0"/>
                          <a:cs typeface="Arial" pitchFamily="34" charset="0"/>
                        </a:rPr>
                        <m:t>=</m:t>
                      </m:r>
                      <m:f>
                        <m:fPr>
                          <m:ctrlPr>
                            <a:rPr lang="en-IN" sz="2400" b="0" i="1" smtClean="0">
                              <a:solidFill>
                                <a:schemeClr val="bg1">
                                  <a:lumMod val="95000"/>
                                  <a:lumOff val="5000"/>
                                </a:schemeClr>
                              </a:solidFill>
                              <a:latin typeface="Cambria Math" panose="02040503050406030204" pitchFamily="18" charset="0"/>
                              <a:cs typeface="Arial" pitchFamily="34" charset="0"/>
                            </a:rPr>
                          </m:ctrlPr>
                        </m:fPr>
                        <m:num>
                          <m:r>
                            <m:rPr>
                              <m:sty m:val="p"/>
                            </m:rPr>
                            <a:rPr lang="en-IN" sz="2400" b="0" i="0" smtClean="0">
                              <a:solidFill>
                                <a:schemeClr val="bg1">
                                  <a:lumMod val="95000"/>
                                  <a:lumOff val="5000"/>
                                </a:schemeClr>
                              </a:solidFill>
                              <a:latin typeface="Cambria Math" panose="02040503050406030204" pitchFamily="18" charset="0"/>
                              <a:cs typeface="Arial" pitchFamily="34" charset="0"/>
                            </a:rPr>
                            <m:t>S</m:t>
                          </m:r>
                          <m:sSub>
                            <m:sSubPr>
                              <m:ctrlPr>
                                <a:rPr lang="en-IN" sz="24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400" b="0" i="0" smtClean="0">
                                  <a:solidFill>
                                    <a:schemeClr val="bg1">
                                      <a:lumMod val="95000"/>
                                      <a:lumOff val="5000"/>
                                    </a:schemeClr>
                                  </a:solidFill>
                                  <a:latin typeface="Cambria Math" panose="02040503050406030204" pitchFamily="18" charset="0"/>
                                  <a:cs typeface="Arial" pitchFamily="34" charset="0"/>
                                </a:rPr>
                                <m:t>S</m:t>
                              </m:r>
                            </m:e>
                            <m:sub>
                              <m:r>
                                <m:rPr>
                                  <m:sty m:val="p"/>
                                </m:rPr>
                                <a:rPr lang="en-IN" sz="2400" b="0" i="0" smtClean="0">
                                  <a:solidFill>
                                    <a:schemeClr val="bg1">
                                      <a:lumMod val="95000"/>
                                      <a:lumOff val="5000"/>
                                    </a:schemeClr>
                                  </a:solidFill>
                                  <a:latin typeface="Cambria Math" panose="02040503050406030204" pitchFamily="18" charset="0"/>
                                  <a:cs typeface="Arial" pitchFamily="34" charset="0"/>
                                </a:rPr>
                                <m:t>Regression</m:t>
                              </m:r>
                            </m:sub>
                          </m:sSub>
                        </m:num>
                        <m:den>
                          <m:r>
                            <m:rPr>
                              <m:sty m:val="p"/>
                            </m:rPr>
                            <a:rPr lang="en-IN" sz="2400" b="0" i="0" smtClean="0">
                              <a:solidFill>
                                <a:schemeClr val="bg1">
                                  <a:lumMod val="95000"/>
                                  <a:lumOff val="5000"/>
                                </a:schemeClr>
                              </a:solidFill>
                              <a:latin typeface="Cambria Math" panose="02040503050406030204" pitchFamily="18" charset="0"/>
                              <a:cs typeface="Arial" pitchFamily="34" charset="0"/>
                            </a:rPr>
                            <m:t>S</m:t>
                          </m:r>
                          <m:sSub>
                            <m:sSubPr>
                              <m:ctrlPr>
                                <a:rPr lang="en-IN" sz="24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400" b="0" i="0" smtClean="0">
                                  <a:solidFill>
                                    <a:schemeClr val="bg1">
                                      <a:lumMod val="95000"/>
                                      <a:lumOff val="5000"/>
                                    </a:schemeClr>
                                  </a:solidFill>
                                  <a:latin typeface="Cambria Math" panose="02040503050406030204" pitchFamily="18" charset="0"/>
                                  <a:cs typeface="Arial" pitchFamily="34" charset="0"/>
                                </a:rPr>
                                <m:t>S</m:t>
                              </m:r>
                            </m:e>
                            <m:sub>
                              <m:r>
                                <m:rPr>
                                  <m:sty m:val="p"/>
                                </m:rPr>
                                <a:rPr lang="en-IN" sz="2400" b="0" i="0" smtClean="0">
                                  <a:solidFill>
                                    <a:schemeClr val="bg1">
                                      <a:lumMod val="95000"/>
                                      <a:lumOff val="5000"/>
                                    </a:schemeClr>
                                  </a:solidFill>
                                  <a:latin typeface="Cambria Math" panose="02040503050406030204" pitchFamily="18" charset="0"/>
                                  <a:cs typeface="Arial" pitchFamily="34" charset="0"/>
                                </a:rPr>
                                <m:t>Total</m:t>
                              </m:r>
                            </m:sub>
                          </m:sSub>
                        </m:den>
                      </m:f>
                    </m:oMath>
                  </m:oMathPara>
                </a14:m>
                <a:endParaRPr lang="en-US" sz="2400" dirty="0">
                  <a:solidFill>
                    <a:schemeClr val="bg1">
                      <a:lumMod val="95000"/>
                      <a:lumOff val="5000"/>
                    </a:schemeClr>
                  </a:solidFill>
                  <a:latin typeface="Arial" pitchFamily="34" charset="0"/>
                  <a:cs typeface="Arial" pitchFamily="34" charset="0"/>
                </a:endParaRP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467544" y="1563638"/>
                <a:ext cx="8352928" cy="3366884"/>
              </a:xfrm>
              <a:prstGeom prst="rect">
                <a:avLst/>
              </a:prstGeom>
              <a:blipFill>
                <a:blip r:embed="rId3"/>
                <a:stretch>
                  <a:fillRect l="-1168" r="-1095"/>
                </a:stretch>
              </a:blipFill>
              <a:ln w="9525">
                <a:noFill/>
                <a:miter lim="800000"/>
                <a:headEnd/>
                <a:tailEnd/>
              </a:ln>
            </p:spPr>
            <p:txBody>
              <a:bodyPr/>
              <a:lstStyle/>
              <a:p>
                <a:r>
                  <a:rPr lang="en-IN">
                    <a:noFill/>
                  </a:rPr>
                  <a:t> </a:t>
                </a:r>
              </a:p>
            </p:txBody>
          </p:sp>
        </mc:Fallback>
      </mc:AlternateContent>
      <p:graphicFrame>
        <p:nvGraphicFramePr>
          <p:cNvPr id="2" name="Object 1"/>
          <p:cNvGraphicFramePr>
            <a:graphicFrameLocks noChangeAspect="1"/>
          </p:cNvGraphicFramePr>
          <p:nvPr>
            <p:extLst>
              <p:ext uri="{D42A27DB-BD31-4B8C-83A1-F6EECF244321}">
                <p14:modId xmlns:p14="http://schemas.microsoft.com/office/powerpoint/2010/main" val="3006509794"/>
              </p:ext>
            </p:extLst>
          </p:nvPr>
        </p:nvGraphicFramePr>
        <p:xfrm>
          <a:off x="3347864" y="1491630"/>
          <a:ext cx="2214935" cy="936104"/>
        </p:xfrm>
        <a:graphic>
          <a:graphicData uri="http://schemas.openxmlformats.org/presentationml/2006/ole">
            <mc:AlternateContent xmlns:mc="http://schemas.openxmlformats.org/markup-compatibility/2006">
              <mc:Choice xmlns:v="urn:schemas-microsoft-com:vml" Requires="v">
                <p:oleObj name="Equation" r:id="rId4" imgW="1079280" imgH="457200" progId="Equation.3">
                  <p:embed/>
                </p:oleObj>
              </mc:Choice>
              <mc:Fallback>
                <p:oleObj name="Equation" r:id="rId4" imgW="1079280" imgH="457200" progId="Equation.3">
                  <p:embed/>
                  <p:pic>
                    <p:nvPicPr>
                      <p:cNvPr id="2"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7864" y="1491630"/>
                        <a:ext cx="2214935" cy="93610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20827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11953" y="0"/>
            <a:ext cx="9144000" cy="584775"/>
          </a:xfrm>
          <a:prstGeom prst="rect">
            <a:avLst/>
          </a:prstGeom>
          <a:noFill/>
          <a:ln w="9525">
            <a:noFill/>
            <a:miter lim="800000"/>
            <a:headEnd/>
            <a:tailEnd/>
          </a:ln>
        </p:spPr>
        <p:txBody>
          <a:bodyPr wrap="square">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 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endPar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 name="TextBox 1"/>
              <p:cNvSpPr txBox="1"/>
              <p:nvPr/>
            </p:nvSpPr>
            <p:spPr>
              <a:xfrm>
                <a:off x="299477" y="771550"/>
                <a:ext cx="8568952" cy="4221797"/>
              </a:xfrm>
              <a:prstGeom prst="rect">
                <a:avLst/>
              </a:prstGeom>
              <a:noFill/>
            </p:spPr>
            <p:txBody>
              <a:bodyPr wrap="square" rtlCol="0">
                <a:spAutoFit/>
              </a:bodyPr>
              <a:lstStyle/>
              <a:p>
                <a:pPr>
                  <a:lnSpc>
                    <a:spcPct val="200000"/>
                  </a:lnSpc>
                </a:pPr>
                <a:r>
                  <a:rPr lang="en-IN" sz="2000" dirty="0">
                    <a:solidFill>
                      <a:schemeClr val="bg1"/>
                    </a:solidFill>
                    <a:latin typeface="Arial" panose="020B0604020202020204" pitchFamily="34" charset="0"/>
                    <a:cs typeface="Arial" panose="020B0604020202020204" pitchFamily="34" charset="0"/>
                  </a:rPr>
                  <a:t>Previously the total sum of squares and regression sum of squares were actual values viz.</a:t>
                </a:r>
              </a:p>
              <a:p>
                <a:pPr algn="ctr">
                  <a:lnSpc>
                    <a:spcPct val="200000"/>
                  </a:lnSpc>
                </a:pPr>
                <a14:m>
                  <m:oMath xmlns:m="http://schemas.openxmlformats.org/officeDocument/2006/math">
                    <m:r>
                      <m:rPr>
                        <m:sty m:val="p"/>
                      </m:rPr>
                      <a:rPr lang="en-IN" sz="2000" b="0" i="0" smtClean="0">
                        <a:solidFill>
                          <a:schemeClr val="bg1"/>
                        </a:solidFill>
                        <a:latin typeface="Cambria Math" panose="02040503050406030204" pitchFamily="18" charset="0"/>
                        <a:cs typeface="Arial" panose="020B0604020202020204" pitchFamily="34" charset="0"/>
                      </a:rPr>
                      <m:t>Actual</m:t>
                    </m:r>
                    <m:r>
                      <a:rPr lang="en-IN" sz="2000" b="0" i="0" smtClean="0">
                        <a:solidFill>
                          <a:schemeClr val="bg1"/>
                        </a:solidFill>
                        <a:latin typeface="Cambria Math" panose="02040503050406030204" pitchFamily="18" charset="0"/>
                        <a:cs typeface="Arial" panose="020B0604020202020204" pitchFamily="34" charset="0"/>
                      </a:rPr>
                      <m:t> </m:t>
                    </m:r>
                    <m:r>
                      <m:rPr>
                        <m:sty m:val="p"/>
                      </m:rPr>
                      <a:rPr lang="en-IN" sz="2000" b="0" i="0" smtClean="0">
                        <a:solidFill>
                          <a:schemeClr val="bg1"/>
                        </a:solidFill>
                        <a:latin typeface="Cambria Math" panose="02040503050406030204" pitchFamily="18" charset="0"/>
                        <a:cs typeface="Arial" panose="020B0604020202020204" pitchFamily="34" charset="0"/>
                      </a:rPr>
                      <m:t>S</m:t>
                    </m:r>
                    <m:sSub>
                      <m:sSubPr>
                        <m:ctrlPr>
                          <a:rPr lang="en-IN" sz="2000" b="0" i="1" smtClean="0">
                            <a:solidFill>
                              <a:schemeClr val="bg1"/>
                            </a:solidFill>
                            <a:latin typeface="Cambria Math" panose="02040503050406030204" pitchFamily="18" charset="0"/>
                            <a:cs typeface="Arial" panose="020B0604020202020204" pitchFamily="34" charset="0"/>
                          </a:rPr>
                        </m:ctrlPr>
                      </m:sSubPr>
                      <m:e>
                        <m:r>
                          <m:rPr>
                            <m:sty m:val="p"/>
                          </m:rPr>
                          <a:rPr lang="en-IN" sz="2000" b="0" i="0" smtClean="0">
                            <a:solidFill>
                              <a:schemeClr val="bg1"/>
                            </a:solidFill>
                            <a:latin typeface="Cambria Math" panose="02040503050406030204" pitchFamily="18" charset="0"/>
                            <a:cs typeface="Arial" panose="020B0604020202020204" pitchFamily="34" charset="0"/>
                          </a:rPr>
                          <m:t>S</m:t>
                        </m:r>
                      </m:e>
                      <m:sub>
                        <m:r>
                          <m:rPr>
                            <m:sty m:val="p"/>
                          </m:rPr>
                          <a:rPr lang="en-IN" sz="2000" b="0" i="0" smtClean="0">
                            <a:solidFill>
                              <a:schemeClr val="bg1"/>
                            </a:solidFill>
                            <a:latin typeface="Cambria Math" panose="02040503050406030204" pitchFamily="18" charset="0"/>
                            <a:cs typeface="Arial" panose="020B0604020202020204" pitchFamily="34" charset="0"/>
                          </a:rPr>
                          <m:t>Total</m:t>
                        </m:r>
                      </m:sub>
                    </m:sSub>
                    <m:r>
                      <a:rPr lang="en-IN" sz="2000" b="0" i="0" smtClean="0">
                        <a:solidFill>
                          <a:schemeClr val="bg1"/>
                        </a:solidFill>
                        <a:latin typeface="Cambria Math" panose="02040503050406030204" pitchFamily="18" charset="0"/>
                        <a:cs typeface="Arial" panose="020B0604020202020204" pitchFamily="34" charset="0"/>
                      </a:rPr>
                      <m:t>=</m:t>
                    </m:r>
                    <m:nary>
                      <m:naryPr>
                        <m:chr m:val="∑"/>
                        <m:ctrlPr>
                          <a:rPr lang="en-IN" sz="2000" b="0" i="1" smtClean="0">
                            <a:solidFill>
                              <a:schemeClr val="bg1"/>
                            </a:solidFill>
                            <a:latin typeface="Cambria Math" panose="02040503050406030204" pitchFamily="18" charset="0"/>
                            <a:cs typeface="Arial" panose="020B0604020202020204" pitchFamily="34" charset="0"/>
                          </a:rPr>
                        </m:ctrlPr>
                      </m:naryPr>
                      <m:sub>
                        <m:r>
                          <m:rPr>
                            <m:sty m:val="p"/>
                            <m:brk m:alnAt="23"/>
                          </m:rPr>
                          <a:rPr lang="en-IN" sz="2000" b="0" i="0" smtClean="0">
                            <a:solidFill>
                              <a:schemeClr val="bg1"/>
                            </a:solidFill>
                            <a:latin typeface="Cambria Math" panose="02040503050406030204" pitchFamily="18" charset="0"/>
                            <a:cs typeface="Arial" panose="020B0604020202020204" pitchFamily="34" charset="0"/>
                          </a:rPr>
                          <m:t>i</m:t>
                        </m:r>
                        <m:r>
                          <a:rPr lang="en-IN" sz="2000" b="0" i="0" smtClean="0">
                            <a:solidFill>
                              <a:schemeClr val="bg1"/>
                            </a:solidFill>
                            <a:latin typeface="Cambria Math" panose="02040503050406030204" pitchFamily="18" charset="0"/>
                            <a:cs typeface="Arial" panose="020B0604020202020204" pitchFamily="34" charset="0"/>
                          </a:rPr>
                          <m:t>=1</m:t>
                        </m:r>
                      </m:sub>
                      <m:sup>
                        <m:r>
                          <m:rPr>
                            <m:sty m:val="p"/>
                          </m:rPr>
                          <a:rPr lang="en-IN" sz="2000" b="0" i="0" smtClean="0">
                            <a:solidFill>
                              <a:schemeClr val="bg1"/>
                            </a:solidFill>
                            <a:latin typeface="Cambria Math" panose="02040503050406030204" pitchFamily="18" charset="0"/>
                            <a:cs typeface="Arial" panose="020B0604020202020204" pitchFamily="34" charset="0"/>
                          </a:rPr>
                          <m:t>n</m:t>
                        </m:r>
                      </m:sup>
                      <m:e>
                        <m:sSubSup>
                          <m:sSubSupPr>
                            <m:ctrlPr>
                              <a:rPr lang="en-IN" sz="2000" b="0" i="1" smtClean="0">
                                <a:solidFill>
                                  <a:schemeClr val="bg1"/>
                                </a:solidFill>
                                <a:latin typeface="Cambria Math" panose="02040503050406030204" pitchFamily="18" charset="0"/>
                                <a:cs typeface="Arial" panose="020B0604020202020204" pitchFamily="34" charset="0"/>
                              </a:rPr>
                            </m:ctrlPr>
                          </m:sSubSupPr>
                          <m:e>
                            <m:r>
                              <m:rPr>
                                <m:sty m:val="p"/>
                              </m:rPr>
                              <a:rPr lang="en-IN" sz="2000" b="0" i="0" smtClean="0">
                                <a:solidFill>
                                  <a:schemeClr val="bg1"/>
                                </a:solidFill>
                                <a:latin typeface="Cambria Math" panose="02040503050406030204" pitchFamily="18" charset="0"/>
                                <a:cs typeface="Arial" panose="020B0604020202020204" pitchFamily="34" charset="0"/>
                              </a:rPr>
                              <m:t>Y</m:t>
                            </m:r>
                          </m:e>
                          <m:sub>
                            <m:r>
                              <m:rPr>
                                <m:sty m:val="p"/>
                              </m:rPr>
                              <a:rPr lang="en-IN" sz="2000" b="0" i="0" smtClean="0">
                                <a:solidFill>
                                  <a:schemeClr val="bg1"/>
                                </a:solidFill>
                                <a:latin typeface="Cambria Math" panose="02040503050406030204" pitchFamily="18" charset="0"/>
                                <a:cs typeface="Arial" panose="020B0604020202020204" pitchFamily="34" charset="0"/>
                              </a:rPr>
                              <m:t>i</m:t>
                            </m:r>
                          </m:sub>
                          <m:sup>
                            <m:r>
                              <a:rPr lang="en-IN" sz="2000" b="0" i="0" smtClean="0">
                                <a:solidFill>
                                  <a:schemeClr val="bg1"/>
                                </a:solidFill>
                                <a:latin typeface="Cambria Math" panose="02040503050406030204" pitchFamily="18" charset="0"/>
                                <a:cs typeface="Arial" panose="020B0604020202020204" pitchFamily="34" charset="0"/>
                              </a:rPr>
                              <m:t>2</m:t>
                            </m:r>
                          </m:sup>
                        </m:sSubSup>
                      </m:e>
                    </m:nary>
                  </m:oMath>
                </a14:m>
                <a:r>
                  <a:rPr lang="en-IN" sz="2000" dirty="0">
                    <a:solidFill>
                      <a:schemeClr val="bg1"/>
                    </a:solidFill>
                    <a:latin typeface="Arial" panose="020B0604020202020204" pitchFamily="34" charset="0"/>
                    <a:cs typeface="Arial" panose="020B0604020202020204" pitchFamily="34" charset="0"/>
                  </a:rPr>
                  <a:t> &amp;  </a:t>
                </a:r>
                <a14:m>
                  <m:oMath xmlns:m="http://schemas.openxmlformats.org/officeDocument/2006/math">
                    <m:r>
                      <m:rPr>
                        <m:sty m:val="p"/>
                      </m:rPr>
                      <a:rPr lang="en-IN" sz="2000" b="0" i="0" smtClean="0">
                        <a:solidFill>
                          <a:schemeClr val="bg1"/>
                        </a:solidFill>
                        <a:latin typeface="Cambria Math" panose="02040503050406030204" pitchFamily="18" charset="0"/>
                        <a:cs typeface="Arial" panose="020B0604020202020204" pitchFamily="34" charset="0"/>
                      </a:rPr>
                      <m:t>Actual</m:t>
                    </m:r>
                    <m:r>
                      <a:rPr lang="en-IN" sz="2000" b="0" i="0" smtClean="0">
                        <a:solidFill>
                          <a:schemeClr val="bg1"/>
                        </a:solidFill>
                        <a:latin typeface="Cambria Math" panose="02040503050406030204" pitchFamily="18" charset="0"/>
                        <a:cs typeface="Arial" panose="020B0604020202020204" pitchFamily="34" charset="0"/>
                      </a:rPr>
                      <m:t> </m:t>
                    </m:r>
                    <m:r>
                      <m:rPr>
                        <m:sty m:val="p"/>
                      </m:rPr>
                      <a:rPr lang="en-IN" sz="2000" b="0" i="0" smtClean="0">
                        <a:solidFill>
                          <a:schemeClr val="bg1"/>
                        </a:solidFill>
                        <a:latin typeface="Cambria Math" panose="02040503050406030204" pitchFamily="18" charset="0"/>
                        <a:cs typeface="Arial" panose="020B0604020202020204" pitchFamily="34" charset="0"/>
                      </a:rPr>
                      <m:t>S</m:t>
                    </m:r>
                    <m:sSub>
                      <m:sSubPr>
                        <m:ctrlPr>
                          <a:rPr lang="en-IN" sz="2000" b="0" i="1" smtClean="0">
                            <a:solidFill>
                              <a:schemeClr val="bg1"/>
                            </a:solidFill>
                            <a:latin typeface="Cambria Math" panose="02040503050406030204" pitchFamily="18" charset="0"/>
                            <a:cs typeface="Arial" panose="020B0604020202020204" pitchFamily="34" charset="0"/>
                          </a:rPr>
                        </m:ctrlPr>
                      </m:sSubPr>
                      <m:e>
                        <m:r>
                          <m:rPr>
                            <m:sty m:val="p"/>
                          </m:rPr>
                          <a:rPr lang="en-IN" sz="2000" b="0" i="0" smtClean="0">
                            <a:solidFill>
                              <a:schemeClr val="bg1"/>
                            </a:solidFill>
                            <a:latin typeface="Cambria Math" panose="02040503050406030204" pitchFamily="18" charset="0"/>
                            <a:cs typeface="Arial" panose="020B0604020202020204" pitchFamily="34" charset="0"/>
                          </a:rPr>
                          <m:t>S</m:t>
                        </m:r>
                      </m:e>
                      <m:sub>
                        <m:r>
                          <m:rPr>
                            <m:sty m:val="p"/>
                          </m:rPr>
                          <a:rPr lang="en-IN" sz="2000" b="0" i="0" smtClean="0">
                            <a:solidFill>
                              <a:schemeClr val="bg1"/>
                            </a:solidFill>
                            <a:latin typeface="Cambria Math" panose="02040503050406030204" pitchFamily="18" charset="0"/>
                            <a:cs typeface="Arial" panose="020B0604020202020204" pitchFamily="34" charset="0"/>
                          </a:rPr>
                          <m:t>Regression</m:t>
                        </m:r>
                      </m:sub>
                    </m:sSub>
                    <m:r>
                      <a:rPr lang="en-IN" sz="2000" b="0" i="0" smtClean="0">
                        <a:solidFill>
                          <a:schemeClr val="bg1"/>
                        </a:solidFill>
                        <a:latin typeface="Cambria Math" panose="02040503050406030204" pitchFamily="18" charset="0"/>
                        <a:cs typeface="Arial" panose="020B0604020202020204" pitchFamily="34" charset="0"/>
                      </a:rPr>
                      <m:t>= </m:t>
                    </m:r>
                    <m:sSup>
                      <m:sSupPr>
                        <m:ctrlPr>
                          <a:rPr lang="en-IN"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e>
                      <m:sup>
                        <m: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p>
                    </m:sSup>
                    <m:sSup>
                      <m:sSupPr>
                        <m:ctrlPr>
                          <a:rPr lang="en-IN" sz="2000" b="0" i="1" smtClean="0">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m:rPr>
                            <m:sty m:val="p"/>
                          </m:rP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X</m:t>
                        </m:r>
                      </m:e>
                      <m:sup>
                        <m: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m:t>
                        </m:r>
                      </m:sup>
                    </m:sSup>
                    <m:r>
                      <m:rPr>
                        <m:sty m:val="p"/>
                      </m:rPr>
                      <a:rPr lang="en-IN" sz="2000" b="0" i="0" smtClean="0">
                        <a:solidFill>
                          <a:schemeClr val="bg1"/>
                        </a:solidFill>
                        <a:latin typeface="Cambria Math" panose="02040503050406030204" pitchFamily="18" charset="0"/>
                        <a:cs typeface="Arial" panose="020B0604020202020204" pitchFamily="34" charset="0"/>
                        <a:sym typeface="Symbol" panose="05050102010706020507" pitchFamily="18" charset="2"/>
                      </a:rPr>
                      <m:t>Y</m:t>
                    </m:r>
                  </m:oMath>
                </a14:m>
                <a:endParaRPr lang="en-IN" sz="2000" dirty="0">
                  <a:solidFill>
                    <a:schemeClr val="bg1"/>
                  </a:solidFill>
                  <a:latin typeface="Arial" panose="020B0604020202020204" pitchFamily="34" charset="0"/>
                  <a:cs typeface="Arial" panose="020B0604020202020204" pitchFamily="34" charset="0"/>
                </a:endParaRPr>
              </a:p>
              <a:p>
                <a:pPr algn="just">
                  <a:lnSpc>
                    <a:spcPct val="200000"/>
                  </a:lnSpc>
                </a:pPr>
                <a:r>
                  <a:rPr lang="en-IN" sz="2000" dirty="0">
                    <a:solidFill>
                      <a:schemeClr val="bg1"/>
                    </a:solidFill>
                    <a:latin typeface="Arial" panose="020B0604020202020204" pitchFamily="34" charset="0"/>
                    <a:cs typeface="Arial" panose="020B0604020202020204" pitchFamily="34" charset="0"/>
                  </a:rPr>
                  <a:t>But we need to use </a:t>
                </a:r>
              </a:p>
              <a:p>
                <a:pPr algn="ctr">
                  <a:lnSpc>
                    <a:spcPct val="200000"/>
                  </a:lnSpc>
                </a:pPr>
                <a:r>
                  <a:rPr lang="en-IN" sz="2000" dirty="0">
                    <a:solidFill>
                      <a:schemeClr val="bg1"/>
                    </a:solidFill>
                    <a:latin typeface="Arial" panose="020B0604020202020204" pitchFamily="34" charset="0"/>
                    <a:cs typeface="Arial" panose="020B0604020202020204" pitchFamily="34" charset="0"/>
                  </a:rPr>
                  <a:t>              </a:t>
                </a:r>
                <a14:m>
                  <m:oMath xmlns:m="http://schemas.openxmlformats.org/officeDocument/2006/math">
                    <m:r>
                      <m:rPr>
                        <m:sty m:val="p"/>
                      </m:rPr>
                      <a:rPr lang="en-IN" sz="2000" i="0">
                        <a:solidFill>
                          <a:schemeClr val="bg1"/>
                        </a:solidFill>
                        <a:latin typeface="Cambria Math" panose="02040503050406030204" pitchFamily="18" charset="0"/>
                        <a:cs typeface="Arial" panose="020B0604020202020204" pitchFamily="34" charset="0"/>
                      </a:rPr>
                      <m:t>S</m:t>
                    </m:r>
                    <m:sSub>
                      <m:sSubPr>
                        <m:ctrlPr>
                          <a:rPr lang="en-IN" sz="2000" i="1">
                            <a:solidFill>
                              <a:schemeClr val="bg1"/>
                            </a:solidFill>
                            <a:latin typeface="Cambria Math" panose="02040503050406030204" pitchFamily="18" charset="0"/>
                            <a:cs typeface="Arial" panose="020B0604020202020204" pitchFamily="34" charset="0"/>
                          </a:rPr>
                        </m:ctrlPr>
                      </m:sSubPr>
                      <m:e>
                        <m:r>
                          <m:rPr>
                            <m:sty m:val="p"/>
                          </m:rPr>
                          <a:rPr lang="en-IN" sz="2000" i="0">
                            <a:solidFill>
                              <a:schemeClr val="bg1"/>
                            </a:solidFill>
                            <a:latin typeface="Cambria Math" panose="02040503050406030204" pitchFamily="18" charset="0"/>
                            <a:cs typeface="Arial" panose="020B0604020202020204" pitchFamily="34" charset="0"/>
                          </a:rPr>
                          <m:t>S</m:t>
                        </m:r>
                      </m:e>
                      <m:sub>
                        <m:r>
                          <m:rPr>
                            <m:sty m:val="p"/>
                          </m:rPr>
                          <a:rPr lang="en-IN" sz="2000" i="0">
                            <a:solidFill>
                              <a:schemeClr val="bg1"/>
                            </a:solidFill>
                            <a:latin typeface="Cambria Math" panose="02040503050406030204" pitchFamily="18" charset="0"/>
                            <a:cs typeface="Arial" panose="020B0604020202020204" pitchFamily="34" charset="0"/>
                          </a:rPr>
                          <m:t>Total</m:t>
                        </m:r>
                      </m:sub>
                    </m:sSub>
                    <m:r>
                      <a:rPr lang="en-IN" sz="2000" i="0">
                        <a:solidFill>
                          <a:schemeClr val="bg1"/>
                        </a:solidFill>
                        <a:latin typeface="Cambria Math" panose="02040503050406030204" pitchFamily="18" charset="0"/>
                        <a:cs typeface="Arial" panose="020B0604020202020204" pitchFamily="34" charset="0"/>
                      </a:rPr>
                      <m:t>=</m:t>
                    </m:r>
                    <m:nary>
                      <m:naryPr>
                        <m:chr m:val="∑"/>
                        <m:ctrlPr>
                          <a:rPr lang="en-IN" sz="2000" i="1" smtClean="0">
                            <a:solidFill>
                              <a:schemeClr val="bg1"/>
                            </a:solidFill>
                            <a:latin typeface="Cambria Math" panose="02040503050406030204" pitchFamily="18" charset="0"/>
                            <a:cs typeface="Arial" panose="020B0604020202020204" pitchFamily="34" charset="0"/>
                          </a:rPr>
                        </m:ctrlPr>
                      </m:naryPr>
                      <m:sub>
                        <m:r>
                          <m:rPr>
                            <m:sty m:val="p"/>
                            <m:brk m:alnAt="23"/>
                          </m:rPr>
                          <a:rPr lang="en-IN" sz="2000" i="0">
                            <a:solidFill>
                              <a:schemeClr val="bg1"/>
                            </a:solidFill>
                            <a:latin typeface="Cambria Math" panose="02040503050406030204" pitchFamily="18" charset="0"/>
                            <a:cs typeface="Arial" panose="020B0604020202020204" pitchFamily="34" charset="0"/>
                          </a:rPr>
                          <m:t>i</m:t>
                        </m:r>
                        <m:r>
                          <a:rPr lang="en-IN" sz="2000" i="0">
                            <a:solidFill>
                              <a:schemeClr val="bg1"/>
                            </a:solidFill>
                            <a:latin typeface="Cambria Math" panose="02040503050406030204" pitchFamily="18" charset="0"/>
                            <a:cs typeface="Arial" panose="020B0604020202020204" pitchFamily="34" charset="0"/>
                          </a:rPr>
                          <m:t>=1</m:t>
                        </m:r>
                      </m:sub>
                      <m:sup>
                        <m:r>
                          <m:rPr>
                            <m:sty m:val="p"/>
                          </m:rPr>
                          <a:rPr lang="en-IN" sz="2000" i="0">
                            <a:solidFill>
                              <a:schemeClr val="bg1"/>
                            </a:solidFill>
                            <a:latin typeface="Cambria Math" panose="02040503050406030204" pitchFamily="18" charset="0"/>
                            <a:cs typeface="Arial" panose="020B0604020202020204" pitchFamily="34" charset="0"/>
                          </a:rPr>
                          <m:t>n</m:t>
                        </m:r>
                      </m:sup>
                      <m:e>
                        <m:sSubSup>
                          <m:sSubSupPr>
                            <m:ctrlPr>
                              <a:rPr lang="en-IN" sz="2000" i="1">
                                <a:solidFill>
                                  <a:schemeClr val="bg1"/>
                                </a:solidFill>
                                <a:latin typeface="Cambria Math" panose="02040503050406030204" pitchFamily="18" charset="0"/>
                                <a:cs typeface="Arial" panose="020B0604020202020204" pitchFamily="34" charset="0"/>
                              </a:rPr>
                            </m:ctrlPr>
                          </m:sSubSupPr>
                          <m:e>
                            <m:r>
                              <m:rPr>
                                <m:sty m:val="p"/>
                              </m:rPr>
                              <a:rPr lang="en-IN" sz="2000" b="0" i="0" smtClean="0">
                                <a:solidFill>
                                  <a:schemeClr val="bg1"/>
                                </a:solidFill>
                                <a:latin typeface="Cambria Math" panose="02040503050406030204" pitchFamily="18" charset="0"/>
                                <a:cs typeface="Arial" panose="020B0604020202020204" pitchFamily="34" charset="0"/>
                              </a:rPr>
                              <m:t>Y</m:t>
                            </m:r>
                          </m:e>
                          <m:sub>
                            <m:r>
                              <m:rPr>
                                <m:sty m:val="p"/>
                              </m:rPr>
                              <a:rPr lang="en-IN" sz="2000" i="0">
                                <a:solidFill>
                                  <a:schemeClr val="bg1"/>
                                </a:solidFill>
                                <a:latin typeface="Cambria Math" panose="02040503050406030204" pitchFamily="18" charset="0"/>
                                <a:cs typeface="Arial" panose="020B0604020202020204" pitchFamily="34" charset="0"/>
                              </a:rPr>
                              <m:t>i</m:t>
                            </m:r>
                          </m:sub>
                          <m:sup>
                            <m:r>
                              <a:rPr lang="en-IN" sz="2000" i="0">
                                <a:solidFill>
                                  <a:schemeClr val="bg1"/>
                                </a:solidFill>
                                <a:latin typeface="Cambria Math" panose="02040503050406030204" pitchFamily="18" charset="0"/>
                                <a:cs typeface="Arial" panose="020B0604020202020204" pitchFamily="34" charset="0"/>
                              </a:rPr>
                              <m:t>2</m:t>
                            </m:r>
                          </m:sup>
                        </m:sSubSup>
                        <m:r>
                          <a:rPr lang="en-IN" sz="2000" b="0" i="0" smtClean="0">
                            <a:solidFill>
                              <a:schemeClr val="bg1"/>
                            </a:solidFill>
                            <a:latin typeface="Cambria Math" panose="02040503050406030204" pitchFamily="18" charset="0"/>
                            <a:cs typeface="Arial" panose="020B0604020202020204" pitchFamily="34" charset="0"/>
                          </a:rPr>
                          <m:t>−</m:t>
                        </m:r>
                        <m:r>
                          <m:rPr>
                            <m:sty m:val="p"/>
                          </m:rPr>
                          <a:rPr lang="en-IN" sz="2000" b="0" i="0" smtClean="0">
                            <a:solidFill>
                              <a:schemeClr val="bg1"/>
                            </a:solidFill>
                            <a:latin typeface="Cambria Math" panose="02040503050406030204" pitchFamily="18" charset="0"/>
                            <a:cs typeface="Arial" panose="020B0604020202020204" pitchFamily="34" charset="0"/>
                          </a:rPr>
                          <m:t>n</m:t>
                        </m:r>
                        <m:sSup>
                          <m:sSupPr>
                            <m:ctrlPr>
                              <a:rPr lang="en-IN" sz="2000" b="0" i="1" smtClean="0">
                                <a:solidFill>
                                  <a:schemeClr val="bg1"/>
                                </a:solidFill>
                                <a:latin typeface="Cambria Math" panose="02040503050406030204" pitchFamily="18" charset="0"/>
                                <a:cs typeface="Arial" panose="020B0604020202020204" pitchFamily="34" charset="0"/>
                              </a:rPr>
                            </m:ctrlPr>
                          </m:sSupPr>
                          <m:e>
                            <m:acc>
                              <m:accPr>
                                <m:chr m:val="̅"/>
                                <m:ctrlPr>
                                  <a:rPr lang="en-IN" sz="2000" b="0" i="1" smtClean="0">
                                    <a:solidFill>
                                      <a:schemeClr val="bg1"/>
                                    </a:solidFill>
                                    <a:latin typeface="Cambria Math" panose="02040503050406030204" pitchFamily="18" charset="0"/>
                                    <a:cs typeface="Arial" panose="020B0604020202020204" pitchFamily="34" charset="0"/>
                                  </a:rPr>
                                </m:ctrlPr>
                              </m:accPr>
                              <m:e>
                                <m:r>
                                  <m:rPr>
                                    <m:sty m:val="p"/>
                                  </m:rPr>
                                  <a:rPr lang="en-IN" sz="2000" b="0" i="0" smtClean="0">
                                    <a:solidFill>
                                      <a:schemeClr val="bg1"/>
                                    </a:solidFill>
                                    <a:latin typeface="Cambria Math" panose="02040503050406030204" pitchFamily="18" charset="0"/>
                                    <a:cs typeface="Arial" panose="020B0604020202020204" pitchFamily="34" charset="0"/>
                                  </a:rPr>
                                  <m:t>Y</m:t>
                                </m:r>
                              </m:e>
                            </m:acc>
                          </m:e>
                          <m:sup>
                            <m:r>
                              <a:rPr lang="en-IN" sz="2000" b="0" i="0" smtClean="0">
                                <a:solidFill>
                                  <a:schemeClr val="bg1"/>
                                </a:solidFill>
                                <a:latin typeface="Cambria Math" panose="02040503050406030204" pitchFamily="18" charset="0"/>
                                <a:cs typeface="Arial" panose="020B0604020202020204" pitchFamily="34" charset="0"/>
                              </a:rPr>
                              <m:t>2</m:t>
                            </m:r>
                          </m:sup>
                        </m:sSup>
                      </m:e>
                    </m:nary>
                  </m:oMath>
                </a14:m>
                <a:r>
                  <a:rPr lang="en-IN" sz="2000" dirty="0">
                    <a:solidFill>
                      <a:schemeClr val="bg1"/>
                    </a:solidFill>
                    <a:latin typeface="Arial" panose="020B0604020202020204" pitchFamily="34" charset="0"/>
                    <a:cs typeface="Arial" panose="020B0604020202020204" pitchFamily="34" charset="0"/>
                  </a:rPr>
                  <a:t>     &amp;  </a:t>
                </a:r>
                <a14:m>
                  <m:oMath xmlns:m="http://schemas.openxmlformats.org/officeDocument/2006/math">
                    <m:r>
                      <m:rPr>
                        <m:sty m:val="p"/>
                      </m:rPr>
                      <a:rPr lang="en-IN" sz="2000">
                        <a:solidFill>
                          <a:schemeClr val="bg1"/>
                        </a:solidFill>
                        <a:latin typeface="Cambria Math" panose="02040503050406030204" pitchFamily="18" charset="0"/>
                        <a:cs typeface="Arial" panose="020B0604020202020204" pitchFamily="34" charset="0"/>
                      </a:rPr>
                      <m:t>S</m:t>
                    </m:r>
                    <m:sSub>
                      <m:sSubPr>
                        <m:ctrlPr>
                          <a:rPr lang="en-IN" sz="2000" i="1">
                            <a:solidFill>
                              <a:schemeClr val="bg1"/>
                            </a:solidFill>
                            <a:latin typeface="Cambria Math" panose="02040503050406030204" pitchFamily="18" charset="0"/>
                            <a:cs typeface="Arial" panose="020B0604020202020204" pitchFamily="34" charset="0"/>
                          </a:rPr>
                        </m:ctrlPr>
                      </m:sSubPr>
                      <m:e>
                        <m:r>
                          <m:rPr>
                            <m:sty m:val="p"/>
                          </m:rPr>
                          <a:rPr lang="en-IN" sz="2000">
                            <a:solidFill>
                              <a:schemeClr val="bg1"/>
                            </a:solidFill>
                            <a:latin typeface="Cambria Math" panose="02040503050406030204" pitchFamily="18" charset="0"/>
                            <a:cs typeface="Arial" panose="020B0604020202020204" pitchFamily="34" charset="0"/>
                          </a:rPr>
                          <m:t>S</m:t>
                        </m:r>
                      </m:e>
                      <m:sub>
                        <m:r>
                          <m:rPr>
                            <m:sty m:val="p"/>
                          </m:rPr>
                          <a:rPr lang="en-IN" sz="2000" b="0" i="0" smtClean="0">
                            <a:solidFill>
                              <a:schemeClr val="bg1"/>
                            </a:solidFill>
                            <a:latin typeface="Cambria Math" panose="02040503050406030204" pitchFamily="18" charset="0"/>
                            <a:cs typeface="Arial" panose="020B0604020202020204" pitchFamily="34" charset="0"/>
                          </a:rPr>
                          <m:t>Regression</m:t>
                        </m:r>
                      </m:sub>
                    </m:sSub>
                    <m:r>
                      <a:rPr lang="en-IN" sz="2000">
                        <a:solidFill>
                          <a:schemeClr val="bg1"/>
                        </a:solidFill>
                        <a:latin typeface="Cambria Math" panose="02040503050406030204" pitchFamily="18" charset="0"/>
                        <a:cs typeface="Arial" panose="020B0604020202020204" pitchFamily="34" charset="0"/>
                      </a:rPr>
                      <m:t>=</m:t>
                    </m:r>
                    <m:nary>
                      <m:naryPr>
                        <m:chr m:val="∑"/>
                        <m:ctrlPr>
                          <a:rPr lang="en-IN" sz="2000" i="1">
                            <a:solidFill>
                              <a:schemeClr val="bg1"/>
                            </a:solidFill>
                            <a:latin typeface="Cambria Math" panose="02040503050406030204" pitchFamily="18" charset="0"/>
                            <a:cs typeface="Arial" panose="020B0604020202020204" pitchFamily="34" charset="0"/>
                          </a:rPr>
                        </m:ctrlPr>
                      </m:naryPr>
                      <m:sub>
                        <m:r>
                          <m:rPr>
                            <m:sty m:val="p"/>
                            <m:brk m:alnAt="23"/>
                          </m:rPr>
                          <a:rPr lang="en-IN" sz="2000">
                            <a:solidFill>
                              <a:schemeClr val="bg1"/>
                            </a:solidFill>
                            <a:latin typeface="Cambria Math" panose="02040503050406030204" pitchFamily="18" charset="0"/>
                            <a:cs typeface="Arial" panose="020B0604020202020204" pitchFamily="34" charset="0"/>
                          </a:rPr>
                          <m:t>i</m:t>
                        </m:r>
                        <m:r>
                          <a:rPr lang="en-IN" sz="2000">
                            <a:solidFill>
                              <a:schemeClr val="bg1"/>
                            </a:solidFill>
                            <a:latin typeface="Cambria Math" panose="02040503050406030204" pitchFamily="18" charset="0"/>
                            <a:cs typeface="Arial" panose="020B0604020202020204" pitchFamily="34" charset="0"/>
                          </a:rPr>
                          <m:t>=1</m:t>
                        </m:r>
                      </m:sub>
                      <m:sup>
                        <m:r>
                          <m:rPr>
                            <m:sty m:val="p"/>
                          </m:rPr>
                          <a:rPr lang="en-IN" sz="2000">
                            <a:solidFill>
                              <a:schemeClr val="bg1"/>
                            </a:solidFill>
                            <a:latin typeface="Cambria Math" panose="02040503050406030204" pitchFamily="18" charset="0"/>
                            <a:cs typeface="Arial" panose="020B0604020202020204" pitchFamily="34" charset="0"/>
                          </a:rPr>
                          <m:t>n</m:t>
                        </m:r>
                      </m:sup>
                      <m:e>
                        <m:sSup>
                          <m:sSupPr>
                            <m:ctrlPr>
                              <a:rPr lang="en-IN"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m:t>
                            </m:r>
                          </m:e>
                          <m:sup>
                            <m: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m:t>
                            </m:r>
                          </m:sup>
                        </m:sSup>
                        <m:sSup>
                          <m:sSupPr>
                            <m:ctrlPr>
                              <a:rPr lang="en-IN" sz="2000" i="1">
                                <a:solidFill>
                                  <a:schemeClr val="bg1"/>
                                </a:solidFill>
                                <a:latin typeface="Cambria Math" panose="02040503050406030204" pitchFamily="18" charset="0"/>
                                <a:cs typeface="Arial" panose="020B0604020202020204" pitchFamily="34" charset="0"/>
                                <a:sym typeface="Symbol" panose="05050102010706020507" pitchFamily="18" charset="2"/>
                              </a:rPr>
                            </m:ctrlPr>
                          </m:sSupPr>
                          <m:e>
                            <m:r>
                              <m:rPr>
                                <m:sty m:val="p"/>
                              </m:rP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X</m:t>
                            </m:r>
                          </m:e>
                          <m:sup>
                            <m: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m:t>
                            </m:r>
                          </m:sup>
                        </m:sSup>
                        <m:r>
                          <m:rPr>
                            <m:sty m:val="p"/>
                          </m:rPr>
                          <a:rPr lang="en-IN" sz="2000">
                            <a:solidFill>
                              <a:schemeClr val="bg1"/>
                            </a:solidFill>
                            <a:latin typeface="Cambria Math" panose="02040503050406030204" pitchFamily="18" charset="0"/>
                            <a:cs typeface="Arial" panose="020B0604020202020204" pitchFamily="34" charset="0"/>
                            <a:sym typeface="Symbol" panose="05050102010706020507" pitchFamily="18" charset="2"/>
                          </a:rPr>
                          <m:t>Y</m:t>
                        </m:r>
                        <m:r>
                          <a:rPr lang="en-IN" sz="2000">
                            <a:solidFill>
                              <a:schemeClr val="bg1"/>
                            </a:solidFill>
                            <a:latin typeface="Cambria Math" panose="02040503050406030204" pitchFamily="18" charset="0"/>
                            <a:cs typeface="Arial" panose="020B0604020202020204" pitchFamily="34" charset="0"/>
                          </a:rPr>
                          <m:t>−</m:t>
                        </m:r>
                        <m:r>
                          <m:rPr>
                            <m:sty m:val="p"/>
                          </m:rPr>
                          <a:rPr lang="en-IN" sz="2000">
                            <a:solidFill>
                              <a:schemeClr val="bg1"/>
                            </a:solidFill>
                            <a:latin typeface="Cambria Math" panose="02040503050406030204" pitchFamily="18" charset="0"/>
                            <a:cs typeface="Arial" panose="020B0604020202020204" pitchFamily="34" charset="0"/>
                          </a:rPr>
                          <m:t>n</m:t>
                        </m:r>
                        <m:sSup>
                          <m:sSupPr>
                            <m:ctrlPr>
                              <a:rPr lang="en-IN" sz="2000" i="1">
                                <a:solidFill>
                                  <a:schemeClr val="bg1"/>
                                </a:solidFill>
                                <a:latin typeface="Cambria Math" panose="02040503050406030204" pitchFamily="18" charset="0"/>
                                <a:cs typeface="Arial" panose="020B0604020202020204" pitchFamily="34" charset="0"/>
                              </a:rPr>
                            </m:ctrlPr>
                          </m:sSupPr>
                          <m:e>
                            <m:acc>
                              <m:accPr>
                                <m:chr m:val="̅"/>
                                <m:ctrlPr>
                                  <a:rPr lang="en-IN" sz="2000" i="1">
                                    <a:solidFill>
                                      <a:schemeClr val="bg1"/>
                                    </a:solidFill>
                                    <a:latin typeface="Cambria Math" panose="02040503050406030204" pitchFamily="18" charset="0"/>
                                    <a:cs typeface="Arial" panose="020B0604020202020204" pitchFamily="34" charset="0"/>
                                  </a:rPr>
                                </m:ctrlPr>
                              </m:accPr>
                              <m:e>
                                <m:r>
                                  <m:rPr>
                                    <m:sty m:val="p"/>
                                  </m:rPr>
                                  <a:rPr lang="en-IN" sz="2000">
                                    <a:solidFill>
                                      <a:schemeClr val="bg1"/>
                                    </a:solidFill>
                                    <a:latin typeface="Cambria Math" panose="02040503050406030204" pitchFamily="18" charset="0"/>
                                    <a:cs typeface="Arial" panose="020B0604020202020204" pitchFamily="34" charset="0"/>
                                  </a:rPr>
                                  <m:t>Y</m:t>
                                </m:r>
                              </m:e>
                            </m:acc>
                          </m:e>
                          <m:sup>
                            <m:r>
                              <a:rPr lang="en-IN" sz="2000">
                                <a:solidFill>
                                  <a:schemeClr val="bg1"/>
                                </a:solidFill>
                                <a:latin typeface="Cambria Math" panose="02040503050406030204" pitchFamily="18" charset="0"/>
                                <a:cs typeface="Arial" panose="020B0604020202020204" pitchFamily="34" charset="0"/>
                              </a:rPr>
                              <m:t>2</m:t>
                            </m:r>
                          </m:sup>
                        </m:sSup>
                      </m:e>
                    </m:nary>
                  </m:oMath>
                </a14:m>
                <a:endParaRPr lang="en-IN" sz="2000" dirty="0">
                  <a:solidFill>
                    <a:schemeClr val="bg1"/>
                  </a:solidFill>
                  <a:latin typeface="Arial" panose="020B0604020202020204" pitchFamily="34" charset="0"/>
                  <a:cs typeface="Arial" panose="020B0604020202020204" pitchFamily="34" charset="0"/>
                </a:endParaRPr>
              </a:p>
              <a:p>
                <a:pPr algn="just">
                  <a:lnSpc>
                    <a:spcPct val="150000"/>
                  </a:lnSpc>
                </a:pPr>
                <a:r>
                  <a:rPr lang="en-IN" sz="2000" dirty="0">
                    <a:solidFill>
                      <a:schemeClr val="bg1"/>
                    </a:solidFill>
                    <a:latin typeface="Arial" panose="020B0604020202020204" pitchFamily="34" charset="0"/>
                    <a:cs typeface="Arial" panose="020B0604020202020204" pitchFamily="34" charset="0"/>
                  </a:rPr>
                  <a:t>If you may recall, we are removing the effect of the intercept </a:t>
                </a:r>
                <a:r>
                  <a:rPr lang="en-IN" sz="2000" dirty="0">
                    <a:solidFill>
                      <a:schemeClr val="bg1"/>
                    </a:solidFill>
                    <a:latin typeface="Arial" panose="020B0604020202020204" pitchFamily="34" charset="0"/>
                    <a:cs typeface="Arial" panose="020B0604020202020204" pitchFamily="34" charset="0"/>
                    <a:sym typeface="Symbol" panose="05050102010706020507" pitchFamily="18" charset="2"/>
                  </a:rPr>
                  <a:t></a:t>
                </a:r>
                <a:r>
                  <a:rPr lang="en-IN" sz="2000" baseline="-25000" dirty="0">
                    <a:solidFill>
                      <a:schemeClr val="bg1"/>
                    </a:solidFill>
                    <a:latin typeface="Arial" panose="020B0604020202020204" pitchFamily="34" charset="0"/>
                    <a:cs typeface="Arial" panose="020B0604020202020204" pitchFamily="34" charset="0"/>
                    <a:sym typeface="Symbol" panose="05050102010706020507" pitchFamily="18" charset="2"/>
                  </a:rPr>
                  <a:t>o</a:t>
                </a:r>
                <a:r>
                  <a:rPr lang="en-IN" sz="2000" dirty="0">
                    <a:solidFill>
                      <a:schemeClr val="bg1"/>
                    </a:solidFill>
                    <a:latin typeface="Arial" panose="020B0604020202020204" pitchFamily="34" charset="0"/>
                    <a:cs typeface="Arial" panose="020B0604020202020204" pitchFamily="34" charset="0"/>
                    <a:sym typeface="Symbol" panose="05050102010706020507" pitchFamily="18" charset="2"/>
                  </a:rPr>
                  <a:t> and focussing on the partial regression coefficients.</a:t>
                </a:r>
                <a:endParaRPr lang="en-IN" sz="2000" dirty="0">
                  <a:solidFill>
                    <a:schemeClr val="bg1"/>
                  </a:solidFill>
                  <a:latin typeface="Arial" panose="020B0604020202020204" pitchFamily="34" charset="0"/>
                  <a:cs typeface="Arial" panose="020B0604020202020204" pitchFamily="34"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99477" y="771550"/>
                <a:ext cx="8568952" cy="4221797"/>
              </a:xfrm>
              <a:prstGeom prst="rect">
                <a:avLst/>
              </a:prstGeom>
              <a:blipFill>
                <a:blip r:embed="rId2"/>
                <a:stretch>
                  <a:fillRect l="-711" r="-782" b="-434"/>
                </a:stretch>
              </a:blipFill>
            </p:spPr>
            <p:txBody>
              <a:bodyPr/>
              <a:lstStyle/>
              <a:p>
                <a:r>
                  <a:rPr lang="en-IN">
                    <a:noFill/>
                  </a:rPr>
                  <a:t> </a:t>
                </a:r>
              </a:p>
            </p:txBody>
          </p:sp>
        </mc:Fallback>
      </mc:AlternateContent>
    </p:spTree>
    <p:extLst>
      <p:ext uri="{BB962C8B-B14F-4D97-AF65-F5344CB8AC3E}">
        <p14:creationId xmlns:p14="http://schemas.microsoft.com/office/powerpoint/2010/main" val="19440095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267494"/>
            <a:ext cx="8496944" cy="3970318"/>
          </a:xfrm>
          <a:prstGeom prst="rect">
            <a:avLst/>
          </a:prstGeom>
        </p:spPr>
        <p:txBody>
          <a:bodyPr wrap="square">
            <a:spAutoFit/>
          </a:bodyPr>
          <a:lstStyle/>
          <a:p>
            <a:r>
              <a:rPr lang="en-IN" dirty="0">
                <a:solidFill>
                  <a:schemeClr val="bg1"/>
                </a:solidFill>
                <a:latin typeface="Menlo"/>
              </a:rPr>
              <a:t>% For II order model find Total and Regression Sum of Squares</a:t>
            </a:r>
          </a:p>
          <a:p>
            <a:br>
              <a:rPr lang="en-IN" dirty="0">
                <a:solidFill>
                  <a:schemeClr val="bg1"/>
                </a:solidFill>
                <a:latin typeface="Menlo"/>
              </a:rPr>
            </a:br>
            <a:endParaRPr lang="en-IN" dirty="0">
              <a:solidFill>
                <a:schemeClr val="bg1"/>
              </a:solidFill>
              <a:latin typeface="Menlo"/>
            </a:endParaRPr>
          </a:p>
          <a:p>
            <a:r>
              <a:rPr lang="en-IN" dirty="0" err="1">
                <a:solidFill>
                  <a:schemeClr val="bg1"/>
                </a:solidFill>
                <a:latin typeface="Menlo"/>
              </a:rPr>
              <a:t>SS_Total</a:t>
            </a:r>
            <a:r>
              <a:rPr lang="en-IN" dirty="0">
                <a:solidFill>
                  <a:schemeClr val="bg1"/>
                </a:solidFill>
                <a:latin typeface="Menlo"/>
              </a:rPr>
              <a:t> = Y'*Y-</a:t>
            </a:r>
            <a:r>
              <a:rPr lang="en-IN" dirty="0" err="1">
                <a:solidFill>
                  <a:schemeClr val="bg1"/>
                </a:solidFill>
                <a:latin typeface="Menlo"/>
              </a:rPr>
              <a:t>numel</a:t>
            </a:r>
            <a:r>
              <a:rPr lang="en-IN" dirty="0">
                <a:solidFill>
                  <a:schemeClr val="bg1"/>
                </a:solidFill>
                <a:latin typeface="Menlo"/>
              </a:rPr>
              <a:t>(Y)*mean(Y)^2;             % 228.9091</a:t>
            </a:r>
          </a:p>
          <a:p>
            <a:br>
              <a:rPr lang="en-IN" dirty="0">
                <a:solidFill>
                  <a:schemeClr val="bg1"/>
                </a:solidFill>
                <a:latin typeface="Menlo"/>
              </a:rPr>
            </a:br>
            <a:endParaRPr lang="en-IN" dirty="0">
              <a:solidFill>
                <a:schemeClr val="bg1"/>
              </a:solidFill>
              <a:latin typeface="Menlo"/>
            </a:endParaRPr>
          </a:p>
          <a:p>
            <a:r>
              <a:rPr lang="en-IN" dirty="0" err="1">
                <a:solidFill>
                  <a:schemeClr val="bg1"/>
                </a:solidFill>
                <a:latin typeface="Menlo"/>
              </a:rPr>
              <a:t>SS_Regression</a:t>
            </a:r>
            <a:r>
              <a:rPr lang="en-IN" dirty="0">
                <a:solidFill>
                  <a:schemeClr val="bg1"/>
                </a:solidFill>
                <a:latin typeface="Menlo"/>
              </a:rPr>
              <a:t> = </a:t>
            </a:r>
            <a:r>
              <a:rPr lang="en-IN" dirty="0" err="1">
                <a:solidFill>
                  <a:schemeClr val="bg1"/>
                </a:solidFill>
                <a:latin typeface="Menlo"/>
              </a:rPr>
              <a:t>beta_hat</a:t>
            </a:r>
            <a:r>
              <a:rPr lang="en-IN" dirty="0">
                <a:solidFill>
                  <a:schemeClr val="bg1"/>
                </a:solidFill>
                <a:latin typeface="Menlo"/>
              </a:rPr>
              <a:t>'*X'*Y-</a:t>
            </a:r>
            <a:r>
              <a:rPr lang="en-IN" dirty="0" err="1">
                <a:solidFill>
                  <a:schemeClr val="bg1"/>
                </a:solidFill>
                <a:latin typeface="Menlo"/>
              </a:rPr>
              <a:t>numel</a:t>
            </a:r>
            <a:r>
              <a:rPr lang="en-IN" dirty="0">
                <a:solidFill>
                  <a:schemeClr val="bg1"/>
                </a:solidFill>
                <a:latin typeface="Menlo"/>
              </a:rPr>
              <a:t>(Y)*mean(Y)^2;            % 221.6775</a:t>
            </a:r>
          </a:p>
          <a:p>
            <a:br>
              <a:rPr lang="en-IN" dirty="0">
                <a:solidFill>
                  <a:schemeClr val="bg1"/>
                </a:solidFill>
                <a:latin typeface="Menlo"/>
              </a:rPr>
            </a:br>
            <a:endParaRPr lang="en-IN" dirty="0">
              <a:solidFill>
                <a:schemeClr val="bg1"/>
              </a:solidFill>
              <a:latin typeface="Menlo"/>
            </a:endParaRPr>
          </a:p>
          <a:p>
            <a:r>
              <a:rPr lang="en-IN" dirty="0">
                <a:solidFill>
                  <a:schemeClr val="bg1"/>
                </a:solidFill>
                <a:latin typeface="Menlo"/>
              </a:rPr>
              <a:t>% </a:t>
            </a:r>
            <a:r>
              <a:rPr lang="en-IN" dirty="0" err="1">
                <a:solidFill>
                  <a:schemeClr val="bg1"/>
                </a:solidFill>
                <a:latin typeface="Menlo"/>
              </a:rPr>
              <a:t>numel</a:t>
            </a:r>
            <a:r>
              <a:rPr lang="en-IN" dirty="0">
                <a:solidFill>
                  <a:schemeClr val="bg1"/>
                </a:solidFill>
                <a:latin typeface="Menlo"/>
              </a:rPr>
              <a:t>(Y) = 11 value of n</a:t>
            </a:r>
          </a:p>
          <a:p>
            <a:br>
              <a:rPr lang="en-IN" dirty="0">
                <a:solidFill>
                  <a:schemeClr val="bg1"/>
                </a:solidFill>
                <a:latin typeface="Menlo"/>
              </a:rPr>
            </a:br>
            <a:r>
              <a:rPr lang="en-IN" dirty="0">
                <a:solidFill>
                  <a:schemeClr val="bg1"/>
                </a:solidFill>
                <a:latin typeface="Menlo"/>
              </a:rPr>
              <a:t>n=</a:t>
            </a:r>
            <a:r>
              <a:rPr lang="en-IN" dirty="0" err="1">
                <a:solidFill>
                  <a:schemeClr val="bg1"/>
                </a:solidFill>
                <a:latin typeface="Menlo"/>
              </a:rPr>
              <a:t>numel</a:t>
            </a:r>
            <a:r>
              <a:rPr lang="en-IN" dirty="0">
                <a:solidFill>
                  <a:schemeClr val="bg1"/>
                </a:solidFill>
                <a:latin typeface="Menlo"/>
              </a:rPr>
              <a:t>(Y);            % n=11</a:t>
            </a:r>
          </a:p>
          <a:p>
            <a:endParaRPr lang="en-IN" dirty="0">
              <a:solidFill>
                <a:schemeClr val="bg1"/>
              </a:solidFill>
              <a:latin typeface="Menlo"/>
            </a:endParaRPr>
          </a:p>
          <a:p>
            <a:r>
              <a:rPr lang="en-IN" dirty="0">
                <a:solidFill>
                  <a:schemeClr val="bg1"/>
                </a:solidFill>
                <a:latin typeface="Menlo"/>
              </a:rPr>
              <a:t>R2_IIorderModel = </a:t>
            </a:r>
            <a:r>
              <a:rPr lang="en-IN" dirty="0" err="1">
                <a:solidFill>
                  <a:schemeClr val="bg1"/>
                </a:solidFill>
                <a:latin typeface="Menlo"/>
              </a:rPr>
              <a:t>SS_Regression</a:t>
            </a:r>
            <a:r>
              <a:rPr lang="en-IN" dirty="0">
                <a:solidFill>
                  <a:schemeClr val="bg1"/>
                </a:solidFill>
                <a:latin typeface="Menlo"/>
              </a:rPr>
              <a:t> /</a:t>
            </a:r>
            <a:r>
              <a:rPr lang="en-IN" dirty="0" err="1">
                <a:solidFill>
                  <a:schemeClr val="bg1"/>
                </a:solidFill>
                <a:latin typeface="Menlo"/>
              </a:rPr>
              <a:t>SS_Total</a:t>
            </a:r>
            <a:r>
              <a:rPr lang="en-IN" dirty="0">
                <a:solidFill>
                  <a:schemeClr val="bg1"/>
                </a:solidFill>
                <a:latin typeface="Menlo"/>
              </a:rPr>
              <a:t>; % R2 = 0.9684</a:t>
            </a:r>
          </a:p>
        </p:txBody>
      </p:sp>
    </p:spTree>
    <p:extLst>
      <p:ext uri="{BB962C8B-B14F-4D97-AF65-F5344CB8AC3E}">
        <p14:creationId xmlns:p14="http://schemas.microsoft.com/office/powerpoint/2010/main" val="2989818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Box 1"/>
          <p:cNvSpPr txBox="1">
            <a:spLocks noChangeArrowheads="1"/>
          </p:cNvSpPr>
          <p:nvPr/>
        </p:nvSpPr>
        <p:spPr bwMode="auto">
          <a:xfrm>
            <a:off x="899592" y="123478"/>
            <a:ext cx="8001000" cy="830997"/>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 Coefficient of Determination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a:t>
            </a:r>
          </a:p>
        </p:txBody>
      </p:sp>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573697" y="1289971"/>
                <a:ext cx="8352928" cy="3366884"/>
              </a:xfrm>
              <a:prstGeom prst="rect">
                <a:avLst/>
              </a:prstGeom>
              <a:noFill/>
              <a:ln w="9525">
                <a:noFill/>
                <a:miter lim="800000"/>
                <a:headEnd/>
                <a:tailEnd/>
              </a:ln>
            </p:spPr>
            <p:txBody>
              <a:bodyPr wrap="square">
                <a:spAutoFit/>
              </a:bodyPr>
              <a:lstStyle/>
              <a:p>
                <a:pPr algn="just">
                  <a:lnSpc>
                    <a:spcPct val="150000"/>
                  </a:lnSpc>
                  <a:buClr>
                    <a:srgbClr val="990000"/>
                  </a:buClr>
                </a:pPr>
                <a:endParaRPr lang="en-US" sz="2200" b="1"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990000"/>
                  </a:buClr>
                </a:pPr>
                <a:r>
                  <a:rPr lang="en-US" sz="2400" dirty="0">
                    <a:solidFill>
                      <a:schemeClr val="bg1">
                        <a:lumMod val="95000"/>
                        <a:lumOff val="5000"/>
                      </a:schemeClr>
                    </a:solidFill>
                    <a:latin typeface="Arial" pitchFamily="34" charset="0"/>
                    <a:cs typeface="Arial" pitchFamily="34" charset="0"/>
                  </a:rPr>
                  <a:t>From </a:t>
                </a:r>
                <a:r>
                  <a:rPr lang="en-US" sz="2400" dirty="0" err="1">
                    <a:solidFill>
                      <a:schemeClr val="bg1">
                        <a:lumMod val="95000"/>
                        <a:lumOff val="5000"/>
                      </a:schemeClr>
                    </a:solidFill>
                    <a:latin typeface="Arial" pitchFamily="34" charset="0"/>
                    <a:cs typeface="Arial" pitchFamily="34" charset="0"/>
                  </a:rPr>
                  <a:t>Matlab</a:t>
                </a:r>
                <a:r>
                  <a:rPr lang="en-US" sz="2400" dirty="0">
                    <a:solidFill>
                      <a:schemeClr val="bg1">
                        <a:lumMod val="95000"/>
                        <a:lumOff val="5000"/>
                      </a:schemeClr>
                    </a:solidFill>
                    <a:latin typeface="Arial" pitchFamily="34" charset="0"/>
                    <a:cs typeface="Arial" pitchFamily="34" charset="0"/>
                  </a:rPr>
                  <a:t> we get the following results for the II order model</a:t>
                </a:r>
              </a:p>
              <a:p>
                <a:pPr algn="ctr">
                  <a:lnSpc>
                    <a:spcPct val="150000"/>
                  </a:lnSpc>
                  <a:buClr>
                    <a:srgbClr val="990000"/>
                  </a:buClr>
                </a:pPr>
                <a14:m>
                  <m:oMathPara xmlns:m="http://schemas.openxmlformats.org/officeDocument/2006/math">
                    <m:oMathParaPr>
                      <m:jc m:val="centerGroup"/>
                    </m:oMathParaPr>
                    <m:oMath xmlns:m="http://schemas.openxmlformats.org/officeDocument/2006/math">
                      <m:sSup>
                        <m:sSupPr>
                          <m:ctrlPr>
                            <a:rPr lang="en-IN" sz="2400" b="0" i="1" smtClean="0">
                              <a:solidFill>
                                <a:schemeClr val="accent6">
                                  <a:lumMod val="75000"/>
                                </a:schemeClr>
                              </a:solidFill>
                              <a:latin typeface="Cambria Math" panose="02040503050406030204" pitchFamily="18" charset="0"/>
                              <a:cs typeface="Arial" pitchFamily="34" charset="0"/>
                            </a:rPr>
                          </m:ctrlPr>
                        </m:sSupPr>
                        <m:e>
                          <m:r>
                            <m:rPr>
                              <m:sty m:val="p"/>
                            </m:rPr>
                            <a:rPr lang="en-IN" sz="2400" b="0" i="0" smtClean="0">
                              <a:solidFill>
                                <a:schemeClr val="accent6">
                                  <a:lumMod val="75000"/>
                                </a:schemeClr>
                              </a:solidFill>
                              <a:latin typeface="Cambria Math" panose="02040503050406030204" pitchFamily="18" charset="0"/>
                              <a:cs typeface="Arial" pitchFamily="34" charset="0"/>
                            </a:rPr>
                            <m:t>R</m:t>
                          </m:r>
                        </m:e>
                        <m:sup>
                          <m:r>
                            <a:rPr lang="en-IN" sz="2400" b="0" i="0" smtClean="0">
                              <a:solidFill>
                                <a:schemeClr val="accent6">
                                  <a:lumMod val="75000"/>
                                </a:schemeClr>
                              </a:solidFill>
                              <a:latin typeface="Cambria Math" panose="02040503050406030204" pitchFamily="18" charset="0"/>
                              <a:cs typeface="Arial" pitchFamily="34" charset="0"/>
                            </a:rPr>
                            <m:t>2</m:t>
                          </m:r>
                        </m:sup>
                      </m:sSup>
                      <m:r>
                        <a:rPr lang="en-IN" sz="2400" b="0" i="0" smtClean="0">
                          <a:solidFill>
                            <a:schemeClr val="accent6">
                              <a:lumMod val="75000"/>
                            </a:schemeClr>
                          </a:solidFill>
                          <a:latin typeface="Cambria Math" panose="02040503050406030204" pitchFamily="18" charset="0"/>
                          <a:cs typeface="Arial" pitchFamily="34" charset="0"/>
                        </a:rPr>
                        <m:t>=</m:t>
                      </m:r>
                      <m:f>
                        <m:fPr>
                          <m:ctrlPr>
                            <a:rPr lang="en-IN" sz="2400" b="0" i="1" smtClean="0">
                              <a:solidFill>
                                <a:schemeClr val="accent6">
                                  <a:lumMod val="75000"/>
                                </a:schemeClr>
                              </a:solidFill>
                              <a:latin typeface="Cambria Math" panose="02040503050406030204" pitchFamily="18" charset="0"/>
                              <a:cs typeface="Arial" pitchFamily="34" charset="0"/>
                            </a:rPr>
                          </m:ctrlPr>
                        </m:fPr>
                        <m:num>
                          <m:r>
                            <m:rPr>
                              <m:nor/>
                            </m:rPr>
                            <a:rPr lang="en-IN" sz="2400" dirty="0">
                              <a:solidFill>
                                <a:schemeClr val="accent6">
                                  <a:lumMod val="75000"/>
                                </a:schemeClr>
                              </a:solidFill>
                              <a:latin typeface="Menlo"/>
                            </a:rPr>
                            <m:t>221.6775 </m:t>
                          </m:r>
                        </m:num>
                        <m:den>
                          <m:r>
                            <a:rPr lang="en-IN" sz="2400" b="0" i="1" smtClean="0">
                              <a:solidFill>
                                <a:schemeClr val="accent6">
                                  <a:lumMod val="75000"/>
                                </a:schemeClr>
                              </a:solidFill>
                              <a:latin typeface="Cambria Math" panose="02040503050406030204" pitchFamily="18" charset="0"/>
                              <a:cs typeface="Arial" pitchFamily="34" charset="0"/>
                            </a:rPr>
                            <m:t>228.9091</m:t>
                          </m:r>
                        </m:den>
                      </m:f>
                      <m:r>
                        <a:rPr lang="en-IN" sz="2400" b="0" i="0" smtClean="0">
                          <a:solidFill>
                            <a:schemeClr val="accent6">
                              <a:lumMod val="75000"/>
                            </a:schemeClr>
                          </a:solidFill>
                          <a:latin typeface="Cambria Math" panose="02040503050406030204" pitchFamily="18" charset="0"/>
                          <a:cs typeface="Arial" pitchFamily="34" charset="0"/>
                        </a:rPr>
                        <m:t>=0.9684</m:t>
                      </m:r>
                    </m:oMath>
                  </m:oMathPara>
                </a14:m>
                <a:endParaRPr lang="en-US" sz="2400" dirty="0">
                  <a:solidFill>
                    <a:schemeClr val="accent6">
                      <a:lumMod val="75000"/>
                    </a:schemeClr>
                  </a:solidFill>
                  <a:latin typeface="Arial" pitchFamily="34" charset="0"/>
                  <a:cs typeface="Arial" pitchFamily="34" charset="0"/>
                </a:endParaRP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573697" y="1289971"/>
                <a:ext cx="8352928" cy="3366884"/>
              </a:xfrm>
              <a:prstGeom prst="rect">
                <a:avLst/>
              </a:prstGeom>
              <a:blipFill>
                <a:blip r:embed="rId2"/>
                <a:stretch>
                  <a:fillRect l="-1095" r="-1168"/>
                </a:stretch>
              </a:blipFill>
              <a:ln w="9525">
                <a:noFill/>
                <a:miter lim="800000"/>
                <a:headEnd/>
                <a:tailEnd/>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3405437" y="1131590"/>
                <a:ext cx="2689448" cy="114140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IN" sz="2400" b="0" i="1" smtClean="0">
                              <a:solidFill>
                                <a:schemeClr val="bg1"/>
                              </a:solidFill>
                              <a:latin typeface="Cambria Math" panose="02040503050406030204" pitchFamily="18" charset="0"/>
                            </a:rPr>
                          </m:ctrlPr>
                        </m:sSupPr>
                        <m:e>
                          <m:r>
                            <m:rPr>
                              <m:sty m:val="p"/>
                            </m:rPr>
                            <a:rPr lang="en-IN" sz="2400" b="0" i="0" smtClean="0">
                              <a:solidFill>
                                <a:schemeClr val="bg1"/>
                              </a:solidFill>
                              <a:latin typeface="Cambria Math" panose="02040503050406030204" pitchFamily="18" charset="0"/>
                            </a:rPr>
                            <m:t>R</m:t>
                          </m:r>
                        </m:e>
                        <m:sup>
                          <m:r>
                            <a:rPr lang="en-IN" sz="2400" b="0" i="0" smtClean="0">
                              <a:solidFill>
                                <a:schemeClr val="bg1"/>
                              </a:solidFill>
                              <a:latin typeface="Cambria Math" panose="02040503050406030204" pitchFamily="18" charset="0"/>
                            </a:rPr>
                            <m:t>2</m:t>
                          </m:r>
                        </m:sup>
                      </m:sSup>
                      <m:r>
                        <a:rPr lang="en-IN" sz="2400" b="0" i="0" smtClean="0">
                          <a:solidFill>
                            <a:schemeClr val="bg1"/>
                          </a:solidFill>
                          <a:latin typeface="Cambria Math" panose="02040503050406030204" pitchFamily="18" charset="0"/>
                        </a:rPr>
                        <m:t>=</m:t>
                      </m:r>
                      <m:f>
                        <m:fPr>
                          <m:ctrlPr>
                            <a:rPr lang="en-IN" sz="2400" b="0" i="1" smtClean="0">
                              <a:solidFill>
                                <a:schemeClr val="bg1"/>
                              </a:solidFill>
                              <a:latin typeface="Cambria Math" panose="02040503050406030204" pitchFamily="18" charset="0"/>
                            </a:rPr>
                          </m:ctrlPr>
                        </m:fPr>
                        <m:num>
                          <m:r>
                            <m:rPr>
                              <m:sty m:val="p"/>
                            </m:rPr>
                            <a:rPr lang="en-IN" sz="2400" b="0" i="0" smtClean="0">
                              <a:solidFill>
                                <a:schemeClr val="bg1"/>
                              </a:solidFill>
                              <a:latin typeface="Cambria Math" panose="02040503050406030204" pitchFamily="18" charset="0"/>
                            </a:rPr>
                            <m:t>S</m:t>
                          </m:r>
                          <m:sSub>
                            <m:sSubPr>
                              <m:ctrlPr>
                                <a:rPr lang="en-IN" sz="2400" b="0" i="1" smtClean="0">
                                  <a:solidFill>
                                    <a:schemeClr val="bg1"/>
                                  </a:solidFill>
                                  <a:latin typeface="Cambria Math" panose="02040503050406030204" pitchFamily="18" charset="0"/>
                                </a:rPr>
                              </m:ctrlPr>
                            </m:sSubPr>
                            <m:e>
                              <m:r>
                                <m:rPr>
                                  <m:sty m:val="p"/>
                                </m:rPr>
                                <a:rPr lang="en-IN" sz="2400" b="0" i="0" smtClean="0">
                                  <a:solidFill>
                                    <a:schemeClr val="bg1"/>
                                  </a:solidFill>
                                  <a:latin typeface="Cambria Math" panose="02040503050406030204" pitchFamily="18" charset="0"/>
                                </a:rPr>
                                <m:t>S</m:t>
                              </m:r>
                            </m:e>
                            <m:sub>
                              <m:r>
                                <m:rPr>
                                  <m:sty m:val="p"/>
                                </m:rPr>
                                <a:rPr lang="en-IN" sz="2400" b="0" i="0" smtClean="0">
                                  <a:solidFill>
                                    <a:schemeClr val="bg1"/>
                                  </a:solidFill>
                                  <a:latin typeface="Cambria Math" panose="02040503050406030204" pitchFamily="18" charset="0"/>
                                </a:rPr>
                                <m:t>Regression</m:t>
                              </m:r>
                            </m:sub>
                          </m:sSub>
                        </m:num>
                        <m:den>
                          <m:r>
                            <m:rPr>
                              <m:sty m:val="p"/>
                            </m:rPr>
                            <a:rPr lang="en-IN" sz="2400" b="0" i="0" smtClean="0">
                              <a:solidFill>
                                <a:schemeClr val="bg1"/>
                              </a:solidFill>
                              <a:latin typeface="Cambria Math" panose="02040503050406030204" pitchFamily="18" charset="0"/>
                            </a:rPr>
                            <m:t>S</m:t>
                          </m:r>
                          <m:sSub>
                            <m:sSubPr>
                              <m:ctrlPr>
                                <a:rPr lang="en-IN" sz="2400" b="0" i="1" smtClean="0">
                                  <a:solidFill>
                                    <a:schemeClr val="bg1"/>
                                  </a:solidFill>
                                  <a:latin typeface="Cambria Math" panose="02040503050406030204" pitchFamily="18" charset="0"/>
                                </a:rPr>
                              </m:ctrlPr>
                            </m:sSubPr>
                            <m:e>
                              <m:r>
                                <m:rPr>
                                  <m:sty m:val="p"/>
                                </m:rPr>
                                <a:rPr lang="en-IN" sz="2400" b="0" i="0" smtClean="0">
                                  <a:solidFill>
                                    <a:schemeClr val="bg1"/>
                                  </a:solidFill>
                                  <a:latin typeface="Cambria Math" panose="02040503050406030204" pitchFamily="18" charset="0"/>
                                </a:rPr>
                                <m:t>S</m:t>
                              </m:r>
                            </m:e>
                            <m:sub>
                              <m:r>
                                <m:rPr>
                                  <m:sty m:val="p"/>
                                </m:rPr>
                                <a:rPr lang="en-IN" sz="2400" b="0" i="0" smtClean="0">
                                  <a:solidFill>
                                    <a:schemeClr val="bg1"/>
                                  </a:solidFill>
                                  <a:latin typeface="Cambria Math" panose="02040503050406030204" pitchFamily="18" charset="0"/>
                                </a:rPr>
                                <m:t>Total</m:t>
                              </m:r>
                            </m:sub>
                          </m:sSub>
                        </m:den>
                      </m:f>
                    </m:oMath>
                  </m:oMathPara>
                </a14:m>
                <a:endParaRPr lang="en-IN" sz="2400" b="0" dirty="0">
                  <a:solidFill>
                    <a:schemeClr val="bg1"/>
                  </a:solidFill>
                </a:endParaRPr>
              </a:p>
              <a:p>
                <a:endParaRPr lang="en-IN" sz="2400" dirty="0">
                  <a:solidFill>
                    <a:schemeClr val="bg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405437" y="1131590"/>
                <a:ext cx="2689448" cy="1141403"/>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6300726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7544" y="987574"/>
            <a:ext cx="8496944" cy="2554545"/>
          </a:xfrm>
          <a:prstGeom prst="rect">
            <a:avLst/>
          </a:prstGeom>
        </p:spPr>
        <p:txBody>
          <a:bodyPr wrap="square">
            <a:spAutoFit/>
          </a:bodyPr>
          <a:lstStyle/>
          <a:p>
            <a:pPr>
              <a:lnSpc>
                <a:spcPct val="200000"/>
              </a:lnSpc>
            </a:pPr>
            <a:r>
              <a:rPr lang="en-IN" sz="2000" dirty="0">
                <a:solidFill>
                  <a:schemeClr val="bg1"/>
                </a:solidFill>
                <a:latin typeface="Arial" panose="020B0604020202020204" pitchFamily="34" charset="0"/>
                <a:cs typeface="Arial" panose="020B0604020202020204" pitchFamily="34" charset="0"/>
              </a:rPr>
              <a:t>% Next to find Adjusted R^2</a:t>
            </a:r>
          </a:p>
          <a:p>
            <a:pPr>
              <a:lnSpc>
                <a:spcPct val="200000"/>
              </a:lnSpc>
            </a:pPr>
            <a:r>
              <a:rPr lang="en-IN" sz="2000" dirty="0">
                <a:solidFill>
                  <a:schemeClr val="bg1"/>
                </a:solidFill>
                <a:latin typeface="Arial" panose="020B0604020202020204" pitchFamily="34" charset="0"/>
                <a:cs typeface="Arial" panose="020B0604020202020204" pitchFamily="34" charset="0"/>
              </a:rPr>
              <a:t>p = </a:t>
            </a:r>
            <a:r>
              <a:rPr lang="en-IN" sz="2000" dirty="0" err="1">
                <a:solidFill>
                  <a:schemeClr val="bg1"/>
                </a:solidFill>
                <a:latin typeface="Arial" panose="020B0604020202020204" pitchFamily="34" charset="0"/>
                <a:cs typeface="Arial" panose="020B0604020202020204" pitchFamily="34" charset="0"/>
              </a:rPr>
              <a:t>numel</a:t>
            </a:r>
            <a:r>
              <a:rPr lang="en-IN" sz="2000" dirty="0">
                <a:solidFill>
                  <a:schemeClr val="bg1"/>
                </a:solidFill>
                <a:latin typeface="Arial" panose="020B0604020202020204" pitchFamily="34" charset="0"/>
                <a:cs typeface="Arial" panose="020B0604020202020204" pitchFamily="34" charset="0"/>
              </a:rPr>
              <a:t> (</a:t>
            </a:r>
            <a:r>
              <a:rPr lang="en-IN" sz="2000" dirty="0" err="1">
                <a:solidFill>
                  <a:schemeClr val="bg1"/>
                </a:solidFill>
                <a:latin typeface="Arial" panose="020B0604020202020204" pitchFamily="34" charset="0"/>
                <a:cs typeface="Arial" panose="020B0604020202020204" pitchFamily="34" charset="0"/>
              </a:rPr>
              <a:t>beta_hat</a:t>
            </a:r>
            <a:r>
              <a:rPr lang="en-IN" sz="2000" dirty="0">
                <a:solidFill>
                  <a:schemeClr val="bg1"/>
                </a:solidFill>
                <a:latin typeface="Arial" panose="020B0604020202020204" pitchFamily="34" charset="0"/>
                <a:cs typeface="Arial" panose="020B0604020202020204" pitchFamily="34" charset="0"/>
              </a:rPr>
              <a:t>) % 3</a:t>
            </a:r>
          </a:p>
          <a:p>
            <a:pPr>
              <a:lnSpc>
                <a:spcPct val="200000"/>
              </a:lnSpc>
            </a:pPr>
            <a:r>
              <a:rPr lang="en-IN" sz="2000" dirty="0">
                <a:solidFill>
                  <a:schemeClr val="bg1"/>
                </a:solidFill>
                <a:latin typeface="Arial" panose="020B0604020202020204" pitchFamily="34" charset="0"/>
                <a:cs typeface="Arial" panose="020B0604020202020204" pitchFamily="34" charset="0"/>
              </a:rPr>
              <a:t>R2Adj_IIoderModel = 1 - (RsSSQ1/(n-p))/(</a:t>
            </a:r>
            <a:r>
              <a:rPr lang="en-IN" sz="2000" dirty="0" err="1">
                <a:solidFill>
                  <a:schemeClr val="bg1"/>
                </a:solidFill>
                <a:latin typeface="Arial" panose="020B0604020202020204" pitchFamily="34" charset="0"/>
                <a:cs typeface="Arial" panose="020B0604020202020204" pitchFamily="34" charset="0"/>
              </a:rPr>
              <a:t>SS_Total</a:t>
            </a:r>
            <a:r>
              <a:rPr lang="en-IN" sz="2000" dirty="0">
                <a:solidFill>
                  <a:schemeClr val="bg1"/>
                </a:solidFill>
                <a:latin typeface="Arial" panose="020B0604020202020204" pitchFamily="34" charset="0"/>
                <a:cs typeface="Arial" panose="020B0604020202020204" pitchFamily="34" charset="0"/>
              </a:rPr>
              <a:t>/(n-1)); </a:t>
            </a:r>
          </a:p>
          <a:p>
            <a:pPr>
              <a:lnSpc>
                <a:spcPct val="200000"/>
              </a:lnSpc>
            </a:pPr>
            <a:r>
              <a:rPr lang="en-IN" sz="2000" dirty="0">
                <a:solidFill>
                  <a:schemeClr val="bg1"/>
                </a:solidFill>
                <a:latin typeface="Arial" panose="020B0604020202020204" pitchFamily="34" charset="0"/>
                <a:cs typeface="Arial" panose="020B0604020202020204" pitchFamily="34" charset="0"/>
              </a:rPr>
              <a:t>% R2_Adj = 0.9605</a:t>
            </a:r>
          </a:p>
        </p:txBody>
      </p:sp>
      <mc:AlternateContent xmlns:mc="http://schemas.openxmlformats.org/markup-compatibility/2006" xmlns:a14="http://schemas.microsoft.com/office/drawing/2010/main">
        <mc:Choice Requires="a14">
          <p:sp>
            <p:nvSpPr>
              <p:cNvPr id="5" name="Rectangle 4"/>
              <p:cNvSpPr/>
              <p:nvPr/>
            </p:nvSpPr>
            <p:spPr>
              <a:xfrm>
                <a:off x="35496" y="3639888"/>
                <a:ext cx="3374835" cy="13927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IN" sz="2400" i="1" smtClean="0">
                              <a:solidFill>
                                <a:schemeClr val="bg1"/>
                              </a:solidFill>
                              <a:latin typeface="Cambria Math" panose="02040503050406030204" pitchFamily="18" charset="0"/>
                            </a:rPr>
                          </m:ctrlPr>
                        </m:sSupPr>
                        <m:e>
                          <m:r>
                            <m:rPr>
                              <m:sty m:val="p"/>
                            </m:rPr>
                            <a:rPr lang="en-IN" sz="2400" b="0" i="0" smtClean="0">
                              <a:solidFill>
                                <a:schemeClr val="bg1"/>
                              </a:solidFill>
                              <a:latin typeface="Cambria Math" panose="02040503050406030204" pitchFamily="18" charset="0"/>
                            </a:rPr>
                            <m:t>Adj</m:t>
                          </m:r>
                          <m:r>
                            <a:rPr lang="en-IN" sz="2400" b="0" i="0" smtClean="0">
                              <a:solidFill>
                                <a:schemeClr val="bg1"/>
                              </a:solidFill>
                              <a:latin typeface="Cambria Math" panose="02040503050406030204" pitchFamily="18" charset="0"/>
                            </a:rPr>
                            <m:t>. </m:t>
                          </m:r>
                          <m:r>
                            <m:rPr>
                              <m:sty m:val="p"/>
                            </m:rPr>
                            <a:rPr lang="en-IN" sz="2400">
                              <a:solidFill>
                                <a:schemeClr val="bg1"/>
                              </a:solidFill>
                              <a:latin typeface="Cambria Math" panose="02040503050406030204" pitchFamily="18" charset="0"/>
                            </a:rPr>
                            <m:t>R</m:t>
                          </m:r>
                        </m:e>
                        <m:sup>
                          <m:r>
                            <a:rPr lang="en-IN" sz="2400">
                              <a:solidFill>
                                <a:schemeClr val="bg1"/>
                              </a:solidFill>
                              <a:latin typeface="Cambria Math" panose="02040503050406030204" pitchFamily="18" charset="0"/>
                            </a:rPr>
                            <m:t>2</m:t>
                          </m:r>
                        </m:sup>
                      </m:sSup>
                      <m:r>
                        <a:rPr lang="en-IN" sz="2400">
                          <a:solidFill>
                            <a:schemeClr val="bg1"/>
                          </a:solidFill>
                          <a:latin typeface="Cambria Math" panose="02040503050406030204" pitchFamily="18" charset="0"/>
                        </a:rPr>
                        <m:t>=</m:t>
                      </m:r>
                      <m:r>
                        <a:rPr lang="en-IN" sz="2400" b="0" i="1" smtClean="0">
                          <a:solidFill>
                            <a:schemeClr val="bg1"/>
                          </a:solidFill>
                          <a:latin typeface="Cambria Math" panose="02040503050406030204" pitchFamily="18" charset="0"/>
                        </a:rPr>
                        <m:t>1−</m:t>
                      </m:r>
                      <m:f>
                        <m:fPr>
                          <m:ctrlPr>
                            <a:rPr lang="en-IN" sz="2400" i="1">
                              <a:solidFill>
                                <a:schemeClr val="bg1"/>
                              </a:solidFill>
                              <a:latin typeface="Cambria Math" panose="02040503050406030204" pitchFamily="18" charset="0"/>
                            </a:rPr>
                          </m:ctrlPr>
                        </m:fPr>
                        <m:num>
                          <m:f>
                            <m:fPr>
                              <m:ctrlPr>
                                <a:rPr lang="en-IN" sz="2400" b="0" i="1" smtClean="0">
                                  <a:solidFill>
                                    <a:schemeClr val="bg1"/>
                                  </a:solidFill>
                                  <a:latin typeface="Cambria Math" panose="02040503050406030204" pitchFamily="18" charset="0"/>
                                </a:rPr>
                              </m:ctrlPr>
                            </m:fPr>
                            <m:num>
                              <m:r>
                                <m:rPr>
                                  <m:sty m:val="p"/>
                                </m:rPr>
                                <a:rPr lang="en-IN" sz="2400">
                                  <a:solidFill>
                                    <a:schemeClr val="bg1"/>
                                  </a:solidFill>
                                  <a:latin typeface="Cambria Math" panose="02040503050406030204" pitchFamily="18" charset="0"/>
                                </a:rPr>
                                <m:t>S</m:t>
                              </m:r>
                              <m:sSub>
                                <m:sSubPr>
                                  <m:ctrlPr>
                                    <a:rPr lang="en-IN" sz="2400" i="1">
                                      <a:solidFill>
                                        <a:schemeClr val="bg1"/>
                                      </a:solidFill>
                                      <a:latin typeface="Cambria Math" panose="02040503050406030204" pitchFamily="18" charset="0"/>
                                    </a:rPr>
                                  </m:ctrlPr>
                                </m:sSubPr>
                                <m:e>
                                  <m:r>
                                    <m:rPr>
                                      <m:sty m:val="p"/>
                                    </m:rPr>
                                    <a:rPr lang="en-IN" sz="2400">
                                      <a:solidFill>
                                        <a:schemeClr val="bg1"/>
                                      </a:solidFill>
                                      <a:latin typeface="Cambria Math" panose="02040503050406030204" pitchFamily="18" charset="0"/>
                                    </a:rPr>
                                    <m:t>S</m:t>
                                  </m:r>
                                </m:e>
                                <m:sub>
                                  <m:r>
                                    <m:rPr>
                                      <m:sty m:val="p"/>
                                    </m:rPr>
                                    <a:rPr lang="en-IN" sz="2400">
                                      <a:solidFill>
                                        <a:schemeClr val="bg1"/>
                                      </a:solidFill>
                                      <a:latin typeface="Cambria Math" panose="02040503050406030204" pitchFamily="18" charset="0"/>
                                    </a:rPr>
                                    <m:t>Re</m:t>
                                  </m:r>
                                  <m:r>
                                    <m:rPr>
                                      <m:sty m:val="p"/>
                                    </m:rPr>
                                    <a:rPr lang="en-IN" sz="2400" b="0" i="0" smtClean="0">
                                      <a:solidFill>
                                        <a:schemeClr val="bg1"/>
                                      </a:solidFill>
                                      <a:latin typeface="Cambria Math" panose="02040503050406030204" pitchFamily="18" charset="0"/>
                                    </a:rPr>
                                    <m:t>sidual</m:t>
                                  </m:r>
                                </m:sub>
                              </m:sSub>
                            </m:num>
                            <m:den>
                              <m:r>
                                <a:rPr lang="en-IN" sz="2400" b="0" i="1" smtClean="0">
                                  <a:solidFill>
                                    <a:schemeClr val="bg1"/>
                                  </a:solidFill>
                                  <a:latin typeface="Cambria Math" panose="02040503050406030204" pitchFamily="18" charset="0"/>
                                </a:rPr>
                                <m:t>𝑛</m:t>
                              </m:r>
                              <m:r>
                                <a:rPr lang="en-IN" sz="2400" b="0" i="1" smtClean="0">
                                  <a:solidFill>
                                    <a:schemeClr val="bg1"/>
                                  </a:solidFill>
                                  <a:latin typeface="Cambria Math" panose="02040503050406030204" pitchFamily="18" charset="0"/>
                                </a:rPr>
                                <m:t>−</m:t>
                              </m:r>
                              <m:r>
                                <a:rPr lang="en-IN" sz="2400" b="0" i="1" smtClean="0">
                                  <a:solidFill>
                                    <a:schemeClr val="bg1"/>
                                  </a:solidFill>
                                  <a:latin typeface="Cambria Math" panose="02040503050406030204" pitchFamily="18" charset="0"/>
                                </a:rPr>
                                <m:t>𝑝</m:t>
                              </m:r>
                            </m:den>
                          </m:f>
                        </m:num>
                        <m:den>
                          <m:f>
                            <m:fPr>
                              <m:ctrlPr>
                                <a:rPr lang="en-IN" sz="2400" b="0" i="1" smtClean="0">
                                  <a:solidFill>
                                    <a:schemeClr val="bg1"/>
                                  </a:solidFill>
                                  <a:latin typeface="Cambria Math" panose="02040503050406030204" pitchFamily="18" charset="0"/>
                                </a:rPr>
                              </m:ctrlPr>
                            </m:fPr>
                            <m:num>
                              <m:r>
                                <m:rPr>
                                  <m:sty m:val="p"/>
                                </m:rPr>
                                <a:rPr lang="en-IN" sz="2400">
                                  <a:solidFill>
                                    <a:schemeClr val="bg1"/>
                                  </a:solidFill>
                                  <a:latin typeface="Cambria Math" panose="02040503050406030204" pitchFamily="18" charset="0"/>
                                </a:rPr>
                                <m:t>S</m:t>
                              </m:r>
                              <m:sSub>
                                <m:sSubPr>
                                  <m:ctrlPr>
                                    <a:rPr lang="en-IN" sz="2400" i="1">
                                      <a:solidFill>
                                        <a:schemeClr val="bg1"/>
                                      </a:solidFill>
                                      <a:latin typeface="Cambria Math" panose="02040503050406030204" pitchFamily="18" charset="0"/>
                                    </a:rPr>
                                  </m:ctrlPr>
                                </m:sSubPr>
                                <m:e>
                                  <m:r>
                                    <m:rPr>
                                      <m:sty m:val="p"/>
                                    </m:rPr>
                                    <a:rPr lang="en-IN" sz="2400">
                                      <a:solidFill>
                                        <a:schemeClr val="bg1"/>
                                      </a:solidFill>
                                      <a:latin typeface="Cambria Math" panose="02040503050406030204" pitchFamily="18" charset="0"/>
                                    </a:rPr>
                                    <m:t>S</m:t>
                                  </m:r>
                                </m:e>
                                <m:sub>
                                  <m:r>
                                    <m:rPr>
                                      <m:sty m:val="p"/>
                                    </m:rPr>
                                    <a:rPr lang="en-IN" sz="2400">
                                      <a:solidFill>
                                        <a:schemeClr val="bg1"/>
                                      </a:solidFill>
                                      <a:latin typeface="Cambria Math" panose="02040503050406030204" pitchFamily="18" charset="0"/>
                                    </a:rPr>
                                    <m:t>Total</m:t>
                                  </m:r>
                                </m:sub>
                              </m:sSub>
                            </m:num>
                            <m:den>
                              <m:r>
                                <a:rPr lang="en-IN" sz="2400" b="0" i="1" smtClean="0">
                                  <a:solidFill>
                                    <a:schemeClr val="bg1"/>
                                  </a:solidFill>
                                  <a:latin typeface="Cambria Math" panose="02040503050406030204" pitchFamily="18" charset="0"/>
                                </a:rPr>
                                <m:t>𝑛</m:t>
                              </m:r>
                              <m:r>
                                <a:rPr lang="en-IN" sz="2400" b="0" i="1" smtClean="0">
                                  <a:solidFill>
                                    <a:schemeClr val="bg1"/>
                                  </a:solidFill>
                                  <a:latin typeface="Cambria Math" panose="02040503050406030204" pitchFamily="18" charset="0"/>
                                </a:rPr>
                                <m:t>−1</m:t>
                              </m:r>
                            </m:den>
                          </m:f>
                        </m:den>
                      </m:f>
                    </m:oMath>
                  </m:oMathPara>
                </a14:m>
                <a:endParaRPr lang="en-IN" sz="2400" dirty="0"/>
              </a:p>
            </p:txBody>
          </p:sp>
        </mc:Choice>
        <mc:Fallback xmlns="">
          <p:sp>
            <p:nvSpPr>
              <p:cNvPr id="5" name="Rectangle 4"/>
              <p:cNvSpPr>
                <a:spLocks noRot="1" noChangeAspect="1" noMove="1" noResize="1" noEditPoints="1" noAdjustHandles="1" noChangeArrowheads="1" noChangeShapeType="1" noTextEdit="1"/>
              </p:cNvSpPr>
              <p:nvPr/>
            </p:nvSpPr>
            <p:spPr>
              <a:xfrm>
                <a:off x="35496" y="3639888"/>
                <a:ext cx="3374835" cy="139275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4716016" y="4011910"/>
                <a:ext cx="4339329" cy="911340"/>
              </a:xfrm>
              <a:prstGeom prst="rect">
                <a:avLst/>
              </a:prstGeom>
            </p:spPr>
            <p:txBody>
              <a:bodyPr wrap="none">
                <a:spAutoFit/>
              </a:bodyPr>
              <a:lstStyle/>
              <a:p>
                <a14:m>
                  <m:oMath xmlns:m="http://schemas.openxmlformats.org/officeDocument/2006/math">
                    <m:sSup>
                      <m:sSupPr>
                        <m:ctrlPr>
                          <a:rPr lang="en-IN" sz="2400" i="1" smtClean="0">
                            <a:solidFill>
                              <a:schemeClr val="accent6">
                                <a:lumMod val="75000"/>
                              </a:schemeClr>
                            </a:solidFill>
                            <a:latin typeface="Cambria Math" panose="02040503050406030204" pitchFamily="18" charset="0"/>
                          </a:rPr>
                        </m:ctrlPr>
                      </m:sSupPr>
                      <m:e>
                        <m:r>
                          <m:rPr>
                            <m:sty m:val="p"/>
                          </m:rPr>
                          <a:rPr lang="en-IN" sz="2400" b="0" i="0" smtClean="0">
                            <a:solidFill>
                              <a:schemeClr val="accent6">
                                <a:lumMod val="75000"/>
                              </a:schemeClr>
                            </a:solidFill>
                            <a:latin typeface="Cambria Math" panose="02040503050406030204" pitchFamily="18" charset="0"/>
                          </a:rPr>
                          <m:t>Adj</m:t>
                        </m:r>
                        <m:r>
                          <a:rPr lang="en-IN" sz="2400" b="0" i="0" smtClean="0">
                            <a:solidFill>
                              <a:schemeClr val="accent6">
                                <a:lumMod val="75000"/>
                              </a:schemeClr>
                            </a:solidFill>
                            <a:latin typeface="Cambria Math" panose="02040503050406030204" pitchFamily="18" charset="0"/>
                          </a:rPr>
                          <m:t>. </m:t>
                        </m:r>
                        <m:r>
                          <m:rPr>
                            <m:sty m:val="p"/>
                          </m:rPr>
                          <a:rPr lang="en-IN" sz="2400">
                            <a:solidFill>
                              <a:schemeClr val="accent6">
                                <a:lumMod val="75000"/>
                              </a:schemeClr>
                            </a:solidFill>
                            <a:latin typeface="Cambria Math" panose="02040503050406030204" pitchFamily="18" charset="0"/>
                          </a:rPr>
                          <m:t>R</m:t>
                        </m:r>
                      </m:e>
                      <m:sup>
                        <m:r>
                          <a:rPr lang="en-IN" sz="2400">
                            <a:solidFill>
                              <a:schemeClr val="accent6">
                                <a:lumMod val="75000"/>
                              </a:schemeClr>
                            </a:solidFill>
                            <a:latin typeface="Cambria Math" panose="02040503050406030204" pitchFamily="18" charset="0"/>
                          </a:rPr>
                          <m:t>2</m:t>
                        </m:r>
                      </m:sup>
                    </m:sSup>
                    <m:r>
                      <a:rPr lang="en-IN" sz="2400">
                        <a:solidFill>
                          <a:schemeClr val="accent6">
                            <a:lumMod val="75000"/>
                          </a:schemeClr>
                        </a:solidFill>
                        <a:latin typeface="Cambria Math" panose="02040503050406030204" pitchFamily="18" charset="0"/>
                      </a:rPr>
                      <m:t>=</m:t>
                    </m:r>
                    <m:r>
                      <a:rPr lang="en-IN" sz="2400" b="0" i="1" smtClean="0">
                        <a:solidFill>
                          <a:schemeClr val="accent6">
                            <a:lumMod val="75000"/>
                          </a:schemeClr>
                        </a:solidFill>
                        <a:latin typeface="Cambria Math" panose="02040503050406030204" pitchFamily="18" charset="0"/>
                      </a:rPr>
                      <m:t>1−</m:t>
                    </m:r>
                    <m:f>
                      <m:fPr>
                        <m:ctrlPr>
                          <a:rPr lang="en-IN" sz="2400" i="1">
                            <a:solidFill>
                              <a:schemeClr val="accent6">
                                <a:lumMod val="75000"/>
                              </a:schemeClr>
                            </a:solidFill>
                            <a:latin typeface="Cambria Math" panose="02040503050406030204" pitchFamily="18" charset="0"/>
                          </a:rPr>
                        </m:ctrlPr>
                      </m:fPr>
                      <m:num>
                        <m:f>
                          <m:fPr>
                            <m:ctrlPr>
                              <a:rPr lang="en-IN" sz="2400" b="0" i="1" smtClean="0">
                                <a:solidFill>
                                  <a:schemeClr val="accent6">
                                    <a:lumMod val="75000"/>
                                  </a:schemeClr>
                                </a:solidFill>
                                <a:latin typeface="Cambria Math" panose="02040503050406030204" pitchFamily="18" charset="0"/>
                              </a:rPr>
                            </m:ctrlPr>
                          </m:fPr>
                          <m:num>
                            <m:r>
                              <a:rPr lang="en-IN" sz="2400" i="1" smtClean="0">
                                <a:solidFill>
                                  <a:schemeClr val="accent6">
                                    <a:lumMod val="75000"/>
                                  </a:schemeClr>
                                </a:solidFill>
                                <a:latin typeface="Cambria Math" panose="02040503050406030204" pitchFamily="18" charset="0"/>
                              </a:rPr>
                              <m:t>7</m:t>
                            </m:r>
                            <m:r>
                              <a:rPr lang="en-IN" sz="2400" b="0" i="1" smtClean="0">
                                <a:solidFill>
                                  <a:schemeClr val="accent6">
                                    <a:lumMod val="75000"/>
                                  </a:schemeClr>
                                </a:solidFill>
                                <a:latin typeface="Cambria Math" panose="02040503050406030204" pitchFamily="18" charset="0"/>
                              </a:rPr>
                              <m:t>.2316</m:t>
                            </m:r>
                          </m:num>
                          <m:den>
                            <m:r>
                              <a:rPr lang="en-IN" sz="2400" b="0" i="1" smtClean="0">
                                <a:solidFill>
                                  <a:schemeClr val="accent6">
                                    <a:lumMod val="75000"/>
                                  </a:schemeClr>
                                </a:solidFill>
                                <a:latin typeface="Cambria Math" panose="02040503050406030204" pitchFamily="18" charset="0"/>
                              </a:rPr>
                              <m:t>11−3</m:t>
                            </m:r>
                          </m:den>
                        </m:f>
                      </m:num>
                      <m:den>
                        <m:f>
                          <m:fPr>
                            <m:ctrlPr>
                              <a:rPr lang="en-IN" sz="2400" b="0" i="1" smtClean="0">
                                <a:solidFill>
                                  <a:schemeClr val="accent6">
                                    <a:lumMod val="75000"/>
                                  </a:schemeClr>
                                </a:solidFill>
                                <a:latin typeface="Cambria Math" panose="02040503050406030204" pitchFamily="18" charset="0"/>
                              </a:rPr>
                            </m:ctrlPr>
                          </m:fPr>
                          <m:num>
                            <m:r>
                              <a:rPr lang="en-IN" sz="2400" b="0" i="1" smtClean="0">
                                <a:solidFill>
                                  <a:schemeClr val="accent6">
                                    <a:lumMod val="75000"/>
                                  </a:schemeClr>
                                </a:solidFill>
                                <a:latin typeface="Cambria Math" panose="02040503050406030204" pitchFamily="18" charset="0"/>
                              </a:rPr>
                              <m:t>228.9091</m:t>
                            </m:r>
                          </m:num>
                          <m:den>
                            <m:r>
                              <a:rPr lang="en-IN" sz="2400" b="0" i="1" smtClean="0">
                                <a:solidFill>
                                  <a:schemeClr val="accent6">
                                    <a:lumMod val="75000"/>
                                  </a:schemeClr>
                                </a:solidFill>
                                <a:latin typeface="Cambria Math" panose="02040503050406030204" pitchFamily="18" charset="0"/>
                              </a:rPr>
                              <m:t>11−1</m:t>
                            </m:r>
                          </m:den>
                        </m:f>
                      </m:den>
                    </m:f>
                    <m:r>
                      <a:rPr lang="en-IN" sz="2400" b="0" i="1" smtClean="0">
                        <a:solidFill>
                          <a:schemeClr val="accent6">
                            <a:lumMod val="75000"/>
                          </a:schemeClr>
                        </a:solidFill>
                        <a:latin typeface="Cambria Math" panose="02040503050406030204" pitchFamily="18" charset="0"/>
                      </a:rPr>
                      <m:t>=0.9605</m:t>
                    </m:r>
                  </m:oMath>
                </a14:m>
                <a:r>
                  <a:rPr lang="en-IN" sz="2400" dirty="0"/>
                  <a:t>=</a:t>
                </a:r>
              </a:p>
            </p:txBody>
          </p:sp>
        </mc:Choice>
        <mc:Fallback xmlns="">
          <p:sp>
            <p:nvSpPr>
              <p:cNvPr id="6" name="Rectangle 5"/>
              <p:cNvSpPr>
                <a:spLocks noRot="1" noChangeAspect="1" noMove="1" noResize="1" noEditPoints="1" noAdjustHandles="1" noChangeArrowheads="1" noChangeShapeType="1" noTextEdit="1"/>
              </p:cNvSpPr>
              <p:nvPr/>
            </p:nvSpPr>
            <p:spPr>
              <a:xfrm>
                <a:off x="4716016" y="4011910"/>
                <a:ext cx="4339329" cy="911340"/>
              </a:xfrm>
              <a:prstGeom prst="rect">
                <a:avLst/>
              </a:prstGeom>
              <a:blipFill>
                <a:blip r:embed="rId3"/>
                <a:stretch>
                  <a:fillRect r="-1266"/>
                </a:stretch>
              </a:blipFill>
            </p:spPr>
            <p:txBody>
              <a:bodyPr/>
              <a:lstStyle/>
              <a:p>
                <a:r>
                  <a:rPr lang="en-IN">
                    <a:noFill/>
                  </a:rPr>
                  <a:t> </a:t>
                </a:r>
              </a:p>
            </p:txBody>
          </p:sp>
        </mc:Fallback>
      </mc:AlternateContent>
      <p:sp>
        <p:nvSpPr>
          <p:cNvPr id="7" name="TextBox 1"/>
          <p:cNvSpPr txBox="1">
            <a:spLocks noChangeArrowheads="1"/>
          </p:cNvSpPr>
          <p:nvPr/>
        </p:nvSpPr>
        <p:spPr bwMode="auto">
          <a:xfrm>
            <a:off x="323528" y="123478"/>
            <a:ext cx="8001000" cy="830997"/>
          </a:xfrm>
          <a:prstGeom prst="rect">
            <a:avLst/>
          </a:prstGeom>
          <a:noFill/>
          <a:ln w="9525">
            <a:noFill/>
            <a:miter lim="800000"/>
            <a:headEnd/>
            <a:tailEnd/>
          </a:ln>
        </p:spPr>
        <p:txBody>
          <a:bodyPr>
            <a:spAutoFit/>
          </a:bodyPr>
          <a:lstStyle/>
          <a:p>
            <a:pPr algn="ctr">
              <a:lnSpc>
                <a:spcPct val="150000"/>
              </a:lnSpc>
              <a:buClr>
                <a:srgbClr val="990000"/>
              </a:buClr>
            </a:pP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b) Adjusted R</a:t>
            </a:r>
            <a:r>
              <a:rPr lang="en-US" sz="3200" b="1" baseline="30000" dirty="0">
                <a:solidFill>
                  <a:srgbClr val="0070C0"/>
                </a:solidFill>
                <a:effectLst>
                  <a:outerShdw blurRad="38100" dist="38100" dir="2700000" algn="tl">
                    <a:srgbClr val="000000">
                      <a:alpha val="43137"/>
                    </a:srgbClr>
                  </a:outerShdw>
                </a:effectLst>
                <a:latin typeface="Arial" pitchFamily="34" charset="0"/>
                <a:cs typeface="Arial" pitchFamily="34" charset="0"/>
              </a:rPr>
              <a:t>2</a:t>
            </a:r>
            <a:endPar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25636999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395635" y="699542"/>
                <a:ext cx="8136706" cy="4264116"/>
              </a:xfrm>
              <a:prstGeom prst="rect">
                <a:avLst/>
              </a:prstGeom>
              <a:noFill/>
              <a:ln w="9525">
                <a:noFill/>
                <a:miter lim="800000"/>
                <a:headEnd/>
                <a:tailEnd/>
              </a:ln>
            </p:spPr>
            <p:txBody>
              <a:bodyPr wrap="square">
                <a:spAutoFit/>
              </a:bodyPr>
              <a:lstStyle/>
              <a:p>
                <a:pPr algn="just">
                  <a:lnSpc>
                    <a:spcPct val="150000"/>
                  </a:lnSpc>
                  <a:buClr>
                    <a:srgbClr val="002060"/>
                  </a:buClr>
                </a:pPr>
                <a:r>
                  <a:rPr lang="en-US" sz="2200" dirty="0">
                    <a:solidFill>
                      <a:schemeClr val="bg1">
                        <a:lumMod val="95000"/>
                        <a:lumOff val="5000"/>
                      </a:schemeClr>
                    </a:solidFill>
                    <a:latin typeface="Arial" pitchFamily="34" charset="0"/>
                    <a:cs typeface="Arial" pitchFamily="34" charset="0"/>
                  </a:rPr>
                  <a:t>First </a:t>
                </a:r>
                <a:r>
                  <a:rPr lang="en-US" sz="2200" b="1" dirty="0">
                    <a:solidFill>
                      <a:schemeClr val="bg1">
                        <a:lumMod val="95000"/>
                        <a:lumOff val="5000"/>
                      </a:schemeClr>
                    </a:solidFill>
                    <a:latin typeface="Arial" pitchFamily="34" charset="0"/>
                    <a:cs typeface="Arial" pitchFamily="34" charset="0"/>
                  </a:rPr>
                  <a:t>H</a:t>
                </a:r>
                <a:r>
                  <a:rPr lang="en-US" sz="2200" dirty="0">
                    <a:solidFill>
                      <a:schemeClr val="bg1">
                        <a:lumMod val="95000"/>
                        <a:lumOff val="5000"/>
                      </a:schemeClr>
                    </a:solidFill>
                    <a:latin typeface="Arial" pitchFamily="34" charset="0"/>
                    <a:cs typeface="Arial" pitchFamily="34" charset="0"/>
                  </a:rPr>
                  <a:t> matrix is defined as follows</a:t>
                </a:r>
              </a:p>
              <a:p>
                <a:pPr algn="ctr">
                  <a:lnSpc>
                    <a:spcPct val="150000"/>
                  </a:lnSpc>
                  <a:buClr>
                    <a:srgbClr val="002060"/>
                  </a:buClr>
                </a:pPr>
                <a14:m>
                  <m:oMathPara xmlns:m="http://schemas.openxmlformats.org/officeDocument/2006/math">
                    <m:oMathParaPr>
                      <m:jc m:val="centerGroup"/>
                    </m:oMathParaPr>
                    <m:oMath xmlns:m="http://schemas.openxmlformats.org/officeDocument/2006/math">
                      <m:r>
                        <a:rPr lang="en-IN" sz="2200" b="1" i="0" smtClean="0">
                          <a:solidFill>
                            <a:schemeClr val="bg1">
                              <a:lumMod val="95000"/>
                              <a:lumOff val="5000"/>
                            </a:schemeClr>
                          </a:solidFill>
                          <a:latin typeface="Cambria Math" panose="02040503050406030204" pitchFamily="18" charset="0"/>
                          <a:cs typeface="Arial" pitchFamily="34" charset="0"/>
                        </a:rPr>
                        <m:t>𝐇</m:t>
                      </m:r>
                      <m:r>
                        <a:rPr lang="en-IN" sz="2200" b="1" i="0" smtClean="0">
                          <a:solidFill>
                            <a:schemeClr val="bg1">
                              <a:lumMod val="95000"/>
                              <a:lumOff val="5000"/>
                            </a:schemeClr>
                          </a:solidFill>
                          <a:latin typeface="Cambria Math" panose="02040503050406030204" pitchFamily="18" charset="0"/>
                          <a:cs typeface="Arial" pitchFamily="34" charset="0"/>
                        </a:rPr>
                        <m:t>=</m:t>
                      </m:r>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d>
                            <m:dPr>
                              <m:ctrlPr>
                                <a:rPr lang="en-IN" sz="2200" b="1" i="1" smtClean="0">
                                  <a:solidFill>
                                    <a:schemeClr val="bg1">
                                      <a:lumMod val="95000"/>
                                      <a:lumOff val="5000"/>
                                    </a:schemeClr>
                                  </a:solidFill>
                                  <a:latin typeface="Cambria Math" panose="02040503050406030204" pitchFamily="18" charset="0"/>
                                  <a:cs typeface="Arial" pitchFamily="34" charset="0"/>
                                </a:rPr>
                              </m:ctrlPr>
                            </m:dPr>
                            <m:e>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e>
                                <m:sup>
                                  <m:r>
                                    <a:rPr lang="en-IN" sz="2200" b="1" i="0" smtClean="0">
                                      <a:solidFill>
                                        <a:schemeClr val="bg1">
                                          <a:lumMod val="95000"/>
                                          <a:lumOff val="5000"/>
                                        </a:schemeClr>
                                      </a:solidFill>
                                      <a:latin typeface="Cambria Math" panose="02040503050406030204" pitchFamily="18" charset="0"/>
                                      <a:cs typeface="Arial" pitchFamily="34" charset="0"/>
                                    </a:rPr>
                                    <m:t>′</m:t>
                                  </m:r>
                                </m:sup>
                              </m:sSup>
                              <m:r>
                                <a:rPr lang="en-IN" sz="2200" b="1" i="0" smtClean="0">
                                  <a:solidFill>
                                    <a:schemeClr val="bg1">
                                      <a:lumMod val="95000"/>
                                      <a:lumOff val="5000"/>
                                    </a:schemeClr>
                                  </a:solidFill>
                                  <a:latin typeface="Cambria Math" panose="02040503050406030204" pitchFamily="18" charset="0"/>
                                  <a:cs typeface="Arial" pitchFamily="34" charset="0"/>
                                </a:rPr>
                                <m:t>𝐗</m:t>
                              </m:r>
                            </m:e>
                          </m:d>
                        </m:e>
                        <m:sup>
                          <m:r>
                            <a:rPr lang="en-IN" sz="2200" b="1" i="0" smtClean="0">
                              <a:solidFill>
                                <a:schemeClr val="bg1">
                                  <a:lumMod val="95000"/>
                                  <a:lumOff val="5000"/>
                                </a:schemeClr>
                              </a:solidFill>
                              <a:latin typeface="Cambria Math" panose="02040503050406030204" pitchFamily="18" charset="0"/>
                              <a:cs typeface="Arial" pitchFamily="34" charset="0"/>
                            </a:rPr>
                            <m:t>−</m:t>
                          </m:r>
                          <m:r>
                            <a:rPr lang="en-IN" sz="2200" b="1" i="0" smtClean="0">
                              <a:solidFill>
                                <a:schemeClr val="bg1">
                                  <a:lumMod val="95000"/>
                                  <a:lumOff val="5000"/>
                                </a:schemeClr>
                              </a:solidFill>
                              <a:latin typeface="Cambria Math" panose="02040503050406030204" pitchFamily="18" charset="0"/>
                              <a:cs typeface="Arial" pitchFamily="34" charset="0"/>
                            </a:rPr>
                            <m:t>𝟏</m:t>
                          </m:r>
                        </m:sup>
                      </m:sSup>
                      <m:sSup>
                        <m:sSupPr>
                          <m:ctrlPr>
                            <a:rPr lang="en-IN" sz="2200" b="1" i="1" smtClean="0">
                              <a:solidFill>
                                <a:schemeClr val="bg1">
                                  <a:lumMod val="95000"/>
                                  <a:lumOff val="5000"/>
                                </a:schemeClr>
                              </a:solidFill>
                              <a:latin typeface="Cambria Math" panose="02040503050406030204" pitchFamily="18" charset="0"/>
                              <a:cs typeface="Arial" pitchFamily="34" charset="0"/>
                            </a:rPr>
                          </m:ctrlPr>
                        </m:sSupPr>
                        <m:e>
                          <m:r>
                            <a:rPr lang="en-IN" sz="2200" b="1" i="0" smtClean="0">
                              <a:solidFill>
                                <a:schemeClr val="bg1">
                                  <a:lumMod val="95000"/>
                                  <a:lumOff val="5000"/>
                                </a:schemeClr>
                              </a:solidFill>
                              <a:latin typeface="Cambria Math" panose="02040503050406030204" pitchFamily="18" charset="0"/>
                              <a:cs typeface="Arial" pitchFamily="34" charset="0"/>
                            </a:rPr>
                            <m:t>𝐗</m:t>
                          </m:r>
                        </m:e>
                        <m:sup>
                          <m:r>
                            <a:rPr lang="en-IN" sz="2200" b="1" i="0" smtClean="0">
                              <a:solidFill>
                                <a:schemeClr val="bg1">
                                  <a:lumMod val="95000"/>
                                  <a:lumOff val="5000"/>
                                </a:schemeClr>
                              </a:solidFill>
                              <a:latin typeface="Cambria Math" panose="02040503050406030204" pitchFamily="18" charset="0"/>
                              <a:cs typeface="Arial" pitchFamily="34" charset="0"/>
                            </a:rPr>
                            <m:t>′</m:t>
                          </m:r>
                        </m:sup>
                      </m:sSup>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IN" sz="2200" b="0" i="0" dirty="0">
                    <a:solidFill>
                      <a:schemeClr val="bg1">
                        <a:lumMod val="95000"/>
                        <a:lumOff val="5000"/>
                      </a:schemeClr>
                    </a:solidFill>
                    <a:latin typeface="Arial" panose="020B0604020202020204" pitchFamily="34" charset="0"/>
                    <a:cs typeface="Arial" panose="020B0604020202020204" pitchFamily="34" charset="0"/>
                  </a:rPr>
                  <a:t>Let us define the usual residual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y</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acc>
                            <m:accPr>
                              <m:chr m:val="̂"/>
                              <m:ctrlPr>
                                <a:rPr lang="en-IN" sz="2200" b="0" i="1" smtClean="0">
                                  <a:solidFill>
                                    <a:schemeClr val="bg1">
                                      <a:lumMod val="95000"/>
                                      <a:lumOff val="5000"/>
                                    </a:schemeClr>
                                  </a:solidFill>
                                  <a:latin typeface="Cambria Math" panose="02040503050406030204" pitchFamily="18" charset="0"/>
                                  <a:cs typeface="Arial" pitchFamily="34" charset="0"/>
                                </a:rPr>
                              </m:ctrlPr>
                            </m:accPr>
                            <m:e>
                              <m:r>
                                <m:rPr>
                                  <m:sty m:val="p"/>
                                </m:rPr>
                                <a:rPr lang="en-IN" sz="2200" b="0" i="0" smtClean="0">
                                  <a:solidFill>
                                    <a:schemeClr val="bg1">
                                      <a:lumMod val="95000"/>
                                      <a:lumOff val="5000"/>
                                    </a:schemeClr>
                                  </a:solidFill>
                                  <a:latin typeface="Cambria Math" panose="02040503050406030204" pitchFamily="18" charset="0"/>
                                  <a:cs typeface="Arial" pitchFamily="34" charset="0"/>
                                </a:rPr>
                                <m:t>y</m:t>
                              </m:r>
                            </m:e>
                          </m:acc>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m:t>
                      </m:r>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IN" sz="2200" dirty="0">
                    <a:solidFill>
                      <a:schemeClr val="bg1">
                        <a:lumMod val="95000"/>
                        <a:lumOff val="5000"/>
                      </a:schemeClr>
                    </a:solidFill>
                    <a:latin typeface="Arial" panose="020B0604020202020204" pitchFamily="34" charset="0"/>
                    <a:cs typeface="Arial" panose="020B0604020202020204" pitchFamily="34" charset="0"/>
                  </a:rPr>
                  <a:t>The PRESS residual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a:rPr lang="en-IN" sz="2200" i="0">
                            <a:solidFill>
                              <a:schemeClr val="bg1">
                                <a:lumMod val="95000"/>
                                <a:lumOff val="5000"/>
                              </a:schemeClr>
                            </a:solidFill>
                            <a:latin typeface="Cambria Math" panose="02040503050406030204" pitchFamily="18" charset="0"/>
                            <a:cs typeface="Arial" pitchFamily="34" charset="0"/>
                          </a:rPr>
                          <m:t>(</m:t>
                        </m:r>
                        <m:r>
                          <m:rPr>
                            <m:sty m:val="p"/>
                          </m:rPr>
                          <a:rPr lang="en-IN" sz="2200" i="0">
                            <a:solidFill>
                              <a:schemeClr val="bg1">
                                <a:lumMod val="95000"/>
                                <a:lumOff val="5000"/>
                              </a:schemeClr>
                            </a:solidFill>
                            <a:latin typeface="Cambria Math" panose="02040503050406030204" pitchFamily="18" charset="0"/>
                            <a:cs typeface="Arial" pitchFamily="34" charset="0"/>
                          </a:rPr>
                          <m:t>i</m:t>
                        </m:r>
                        <m:r>
                          <a:rPr lang="en-IN" sz="2200" i="0">
                            <a:solidFill>
                              <a:schemeClr val="bg1">
                                <a:lumMod val="95000"/>
                                <a:lumOff val="5000"/>
                              </a:schemeClr>
                            </a:solidFill>
                            <a:latin typeface="Cambria Math" panose="02040503050406030204" pitchFamily="18" charset="0"/>
                            <a:cs typeface="Arial" pitchFamily="34" charset="0"/>
                          </a:rPr>
                          <m:t>)</m:t>
                        </m:r>
                      </m:sub>
                    </m:sSub>
                  </m:oMath>
                </a14:m>
                <a:r>
                  <a:rPr lang="en-IN" sz="2200" dirty="0">
                    <a:solidFill>
                      <a:schemeClr val="bg1">
                        <a:lumMod val="95000"/>
                        <a:lumOff val="5000"/>
                      </a:schemeClr>
                    </a:solidFill>
                    <a:latin typeface="Arial" panose="020B0604020202020204" pitchFamily="34" charset="0"/>
                    <a:cs typeface="Arial" panose="020B0604020202020204" pitchFamily="34" charset="0"/>
                  </a:rPr>
                  <a:t> may be related to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m:rPr>
                            <m:sty m:val="p"/>
                          </m:rPr>
                          <a:rPr lang="en-IN" sz="2200" i="0">
                            <a:solidFill>
                              <a:schemeClr val="bg1">
                                <a:lumMod val="95000"/>
                                <a:lumOff val="5000"/>
                              </a:schemeClr>
                            </a:solidFill>
                            <a:latin typeface="Cambria Math" panose="02040503050406030204" pitchFamily="18" charset="0"/>
                            <a:cs typeface="Arial" pitchFamily="34" charset="0"/>
                          </a:rPr>
                          <m:t>i</m:t>
                        </m:r>
                      </m:sub>
                    </m:sSub>
                  </m:oMath>
                </a14:m>
                <a:r>
                  <a:rPr lang="en-IN" sz="2200" dirty="0">
                    <a:solidFill>
                      <a:schemeClr val="bg1">
                        <a:lumMod val="95000"/>
                        <a:lumOff val="5000"/>
                      </a:schemeClr>
                    </a:solidFill>
                    <a:latin typeface="Arial" panose="020B0604020202020204" pitchFamily="34" charset="0"/>
                    <a:cs typeface="Arial" panose="020B0604020202020204" pitchFamily="34" charset="0"/>
                  </a:rPr>
                  <a:t> as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i="0">
                              <a:solidFill>
                                <a:schemeClr val="bg1">
                                  <a:lumMod val="95000"/>
                                  <a:lumOff val="5000"/>
                                </a:schemeClr>
                              </a:solidFill>
                              <a:latin typeface="Cambria Math" panose="02040503050406030204" pitchFamily="18" charset="0"/>
                              <a:cs typeface="Arial" pitchFamily="34" charset="0"/>
                            </a:rPr>
                            <m:t>e</m:t>
                          </m:r>
                        </m:e>
                        <m:sub>
                          <m:r>
                            <a:rPr lang="en-IN" sz="2200" b="0" i="0" smtClean="0">
                              <a:solidFill>
                                <a:schemeClr val="bg1">
                                  <a:lumMod val="95000"/>
                                  <a:lumOff val="5000"/>
                                </a:schemeClr>
                              </a:solidFill>
                              <a:latin typeface="Cambria Math" panose="02040503050406030204" pitchFamily="18" charset="0"/>
                              <a:cs typeface="Arial" pitchFamily="34" charset="0"/>
                            </a:rPr>
                            <m:t>(</m:t>
                          </m:r>
                          <m:r>
                            <m:rPr>
                              <m:sty m:val="p"/>
                            </m:rPr>
                            <a:rPr lang="en-IN" sz="2200" i="0">
                              <a:solidFill>
                                <a:schemeClr val="bg1">
                                  <a:lumMod val="95000"/>
                                  <a:lumOff val="5000"/>
                                </a:schemeClr>
                              </a:solidFill>
                              <a:latin typeface="Cambria Math" panose="02040503050406030204" pitchFamily="18" charset="0"/>
                              <a:cs typeface="Arial" pitchFamily="34" charset="0"/>
                            </a:rPr>
                            <m:t>i</m:t>
                          </m:r>
                          <m:r>
                            <a:rPr lang="en-IN" sz="2200" b="0" i="0" smtClean="0">
                              <a:solidFill>
                                <a:schemeClr val="bg1">
                                  <a:lumMod val="95000"/>
                                  <a:lumOff val="5000"/>
                                </a:schemeClr>
                              </a:solidFill>
                              <a:latin typeface="Cambria Math" panose="02040503050406030204" pitchFamily="18" charset="0"/>
                              <a:cs typeface="Arial" pitchFamily="34" charset="0"/>
                            </a:rPr>
                            <m:t>)</m:t>
                          </m:r>
                        </m:sub>
                      </m:sSub>
                      <m:r>
                        <a:rPr lang="en-IN" sz="2200" b="0" i="0" smtClean="0">
                          <a:solidFill>
                            <a:schemeClr val="bg1">
                              <a:lumMod val="95000"/>
                              <a:lumOff val="5000"/>
                            </a:schemeClr>
                          </a:solidFill>
                          <a:latin typeface="Cambria Math" panose="02040503050406030204" pitchFamily="18" charset="0"/>
                          <a:cs typeface="Arial" pitchFamily="34" charset="0"/>
                        </a:rPr>
                        <m:t>=</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m:t>
                          </m:r>
                        </m:sub>
                      </m:sSub>
                      <m:r>
                        <a:rPr lang="en-IN" sz="2200" b="0" i="0" smtClean="0">
                          <a:solidFill>
                            <a:schemeClr val="bg1">
                              <a:lumMod val="95000"/>
                              <a:lumOff val="5000"/>
                            </a:schemeClr>
                          </a:solidFill>
                          <a:latin typeface="Cambria Math" panose="02040503050406030204" pitchFamily="18" charset="0"/>
                          <a:cs typeface="Arial" pitchFamily="34" charset="0"/>
                        </a:rPr>
                        <m:t>/(1−</m:t>
                      </m:r>
                      <m:sSub>
                        <m:sSubPr>
                          <m:ctrlPr>
                            <a:rPr lang="en-IN" sz="22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200" b="0" i="0" smtClean="0">
                              <a:solidFill>
                                <a:schemeClr val="bg1">
                                  <a:lumMod val="95000"/>
                                  <a:lumOff val="5000"/>
                                </a:schemeClr>
                              </a:solidFill>
                              <a:latin typeface="Cambria Math" panose="02040503050406030204" pitchFamily="18" charset="0"/>
                              <a:cs typeface="Arial" pitchFamily="34" charset="0"/>
                            </a:rPr>
                            <m:t>h</m:t>
                          </m:r>
                        </m:e>
                        <m:sub>
                          <m:r>
                            <m:rPr>
                              <m:sty m:val="p"/>
                            </m:rPr>
                            <a:rPr lang="en-IN" sz="2200" b="0" i="0" smtClean="0">
                              <a:solidFill>
                                <a:schemeClr val="bg1">
                                  <a:lumMod val="95000"/>
                                  <a:lumOff val="5000"/>
                                </a:schemeClr>
                              </a:solidFill>
                              <a:latin typeface="Cambria Math" panose="02040503050406030204" pitchFamily="18" charset="0"/>
                              <a:cs typeface="Arial" pitchFamily="34" charset="0"/>
                            </a:rPr>
                            <m:t>ii</m:t>
                          </m:r>
                        </m:sub>
                      </m:sSub>
                      <m:r>
                        <a:rPr lang="en-IN" sz="2200" b="0" i="0" smtClean="0">
                          <a:solidFill>
                            <a:schemeClr val="bg1">
                              <a:lumMod val="95000"/>
                              <a:lumOff val="5000"/>
                            </a:schemeClr>
                          </a:solidFill>
                          <a:latin typeface="Cambria Math" panose="02040503050406030204" pitchFamily="18" charset="0"/>
                          <a:cs typeface="Arial" pitchFamily="34" charset="0"/>
                        </a:rPr>
                        <m:t>)</m:t>
                      </m:r>
                    </m:oMath>
                  </m:oMathPara>
                </a14:m>
                <a:endParaRPr lang="en-US" sz="22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200" dirty="0">
                    <a:solidFill>
                      <a:schemeClr val="bg1">
                        <a:lumMod val="95000"/>
                        <a:lumOff val="5000"/>
                      </a:schemeClr>
                    </a:solidFill>
                    <a:latin typeface="Arial" pitchFamily="34" charset="0"/>
                    <a:cs typeface="Arial" pitchFamily="34" charset="0"/>
                  </a:rPr>
                  <a:t>Here, </a:t>
                </a:r>
                <a14:m>
                  <m:oMath xmlns:m="http://schemas.openxmlformats.org/officeDocument/2006/math">
                    <m:sSub>
                      <m:sSubPr>
                        <m:ctrlPr>
                          <a:rPr lang="en-IN" sz="2200" i="1">
                            <a:solidFill>
                              <a:schemeClr val="bg1">
                                <a:lumMod val="95000"/>
                                <a:lumOff val="5000"/>
                              </a:schemeClr>
                            </a:solidFill>
                            <a:latin typeface="Cambria Math" panose="02040503050406030204" pitchFamily="18" charset="0"/>
                            <a:cs typeface="Arial" pitchFamily="34" charset="0"/>
                          </a:rPr>
                        </m:ctrlPr>
                      </m:sSubPr>
                      <m:e>
                        <m:r>
                          <m:rPr>
                            <m:sty m:val="p"/>
                          </m:rPr>
                          <a:rPr lang="en-IN" sz="2200">
                            <a:solidFill>
                              <a:schemeClr val="bg1">
                                <a:lumMod val="95000"/>
                                <a:lumOff val="5000"/>
                              </a:schemeClr>
                            </a:solidFill>
                            <a:latin typeface="Cambria Math" panose="02040503050406030204" pitchFamily="18" charset="0"/>
                            <a:cs typeface="Arial" pitchFamily="34" charset="0"/>
                          </a:rPr>
                          <m:t>h</m:t>
                        </m:r>
                      </m:e>
                      <m:sub>
                        <m:r>
                          <m:rPr>
                            <m:sty m:val="p"/>
                          </m:rPr>
                          <a:rPr lang="en-IN" sz="2200">
                            <a:solidFill>
                              <a:schemeClr val="bg1">
                                <a:lumMod val="95000"/>
                                <a:lumOff val="5000"/>
                              </a:schemeClr>
                            </a:solidFill>
                            <a:latin typeface="Cambria Math" panose="02040503050406030204" pitchFamily="18" charset="0"/>
                            <a:cs typeface="Arial" pitchFamily="34" charset="0"/>
                          </a:rPr>
                          <m:t>ii</m:t>
                        </m:r>
                      </m:sub>
                    </m:sSub>
                  </m:oMath>
                </a14:m>
                <a:r>
                  <a:rPr lang="en-US" sz="2200" dirty="0">
                    <a:solidFill>
                      <a:schemeClr val="bg1">
                        <a:lumMod val="95000"/>
                        <a:lumOff val="5000"/>
                      </a:schemeClr>
                    </a:solidFill>
                    <a:latin typeface="Arial" pitchFamily="34" charset="0"/>
                    <a:cs typeface="Arial" pitchFamily="34" charset="0"/>
                  </a:rPr>
                  <a:t> refers to the diagonal elements of </a:t>
                </a:r>
                <a:r>
                  <a:rPr lang="en-US" sz="2200" b="1" dirty="0">
                    <a:solidFill>
                      <a:schemeClr val="bg1">
                        <a:lumMod val="95000"/>
                        <a:lumOff val="5000"/>
                      </a:schemeClr>
                    </a:solidFill>
                    <a:latin typeface="Arial" pitchFamily="34" charset="0"/>
                    <a:cs typeface="Arial" pitchFamily="34" charset="0"/>
                  </a:rPr>
                  <a:t>H</a:t>
                </a:r>
                <a:r>
                  <a:rPr lang="en-US" sz="2200" dirty="0">
                    <a:solidFill>
                      <a:schemeClr val="bg1">
                        <a:lumMod val="95000"/>
                        <a:lumOff val="5000"/>
                      </a:schemeClr>
                    </a:solidFill>
                    <a:latin typeface="Arial" pitchFamily="34" charset="0"/>
                    <a:cs typeface="Arial" pitchFamily="34" charset="0"/>
                  </a:rPr>
                  <a:t>.</a:t>
                </a:r>
              </a:p>
              <a:p>
                <a:pPr algn="just">
                  <a:lnSpc>
                    <a:spcPct val="150000"/>
                  </a:lnSpc>
                  <a:buClr>
                    <a:srgbClr val="002060"/>
                  </a:buClr>
                </a:pPr>
                <a:endParaRPr lang="en-US" sz="2200" dirty="0">
                  <a:solidFill>
                    <a:schemeClr val="bg1">
                      <a:lumMod val="95000"/>
                      <a:lumOff val="5000"/>
                    </a:schemeClr>
                  </a:solidFill>
                  <a:latin typeface="Arial" pitchFamily="34" charset="0"/>
                  <a:cs typeface="Arial" pitchFamily="34" charset="0"/>
                </a:endParaRP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395635" y="699542"/>
                <a:ext cx="8136706" cy="4264116"/>
              </a:xfrm>
              <a:prstGeom prst="rect">
                <a:avLst/>
              </a:prstGeom>
              <a:blipFill>
                <a:blip r:embed="rId2"/>
                <a:stretch>
                  <a:fillRect l="-974"/>
                </a:stretch>
              </a:blipFill>
              <a:ln w="9525">
                <a:noFill/>
                <a:miter lim="800000"/>
                <a:headEnd/>
                <a:tailEnd/>
              </a:ln>
            </p:spPr>
            <p:txBody>
              <a:bodyPr/>
              <a:lstStyle/>
              <a:p>
                <a:r>
                  <a:rPr lang="en-IN">
                    <a:noFill/>
                  </a:rPr>
                  <a:t> </a:t>
                </a:r>
              </a:p>
            </p:txBody>
          </p:sp>
        </mc:Fallback>
      </mc:AlternateContent>
      <p:sp>
        <p:nvSpPr>
          <p:cNvPr id="5" name="TextBox 4"/>
          <p:cNvSpPr txBox="1"/>
          <p:nvPr/>
        </p:nvSpPr>
        <p:spPr>
          <a:xfrm>
            <a:off x="251520" y="0"/>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 PRESS</a:t>
            </a:r>
          </a:p>
          <a:p>
            <a:pPr algn="ctr"/>
            <a:endParaRPr lang="en-IN"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686840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63" name="TextBox 2"/>
              <p:cNvSpPr txBox="1">
                <a:spLocks noChangeArrowheads="1"/>
              </p:cNvSpPr>
              <p:nvPr/>
            </p:nvSpPr>
            <p:spPr bwMode="auto">
              <a:xfrm>
                <a:off x="611758" y="483518"/>
                <a:ext cx="8136706" cy="4581832"/>
              </a:xfrm>
              <a:prstGeom prst="rect">
                <a:avLst/>
              </a:prstGeom>
              <a:noFill/>
              <a:ln w="9525">
                <a:noFill/>
                <a:miter lim="800000"/>
                <a:headEnd/>
                <a:tailEnd/>
              </a:ln>
            </p:spPr>
            <p:txBody>
              <a:bodyPr wrap="square">
                <a:spAutoFit/>
              </a:bodyPr>
              <a:lstStyle/>
              <a:p>
                <a:pPr algn="just">
                  <a:lnSpc>
                    <a:spcPct val="150000"/>
                  </a:lnSpc>
                  <a:buClr>
                    <a:srgbClr val="002060"/>
                  </a:buClr>
                </a:pPr>
                <a:r>
                  <a:rPr lang="en-IN" sz="2000" dirty="0">
                    <a:solidFill>
                      <a:schemeClr val="bg1">
                        <a:lumMod val="95000"/>
                        <a:lumOff val="5000"/>
                      </a:schemeClr>
                    </a:solidFill>
                    <a:latin typeface="Arial" panose="020B0604020202020204" pitchFamily="34" charset="0"/>
                    <a:cs typeface="Arial" panose="020B0604020202020204" pitchFamily="34" charset="0"/>
                  </a:rPr>
                  <a:t>The PRESS residual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a:rPr lang="en-IN" sz="2000" i="0">
                            <a:solidFill>
                              <a:schemeClr val="bg1">
                                <a:lumMod val="95000"/>
                                <a:lumOff val="5000"/>
                              </a:schemeClr>
                            </a:solidFill>
                            <a:latin typeface="Cambria Math" panose="02040503050406030204" pitchFamily="18" charset="0"/>
                            <a:cs typeface="Arial" pitchFamily="34" charset="0"/>
                          </a:rPr>
                          <m:t>(</m:t>
                        </m:r>
                        <m:r>
                          <m:rPr>
                            <m:sty m:val="p"/>
                          </m:rPr>
                          <a:rPr lang="en-IN" sz="2000" i="0">
                            <a:solidFill>
                              <a:schemeClr val="bg1">
                                <a:lumMod val="95000"/>
                                <a:lumOff val="5000"/>
                              </a:schemeClr>
                            </a:solidFill>
                            <a:latin typeface="Cambria Math" panose="02040503050406030204" pitchFamily="18" charset="0"/>
                            <a:cs typeface="Arial" pitchFamily="34" charset="0"/>
                          </a:rPr>
                          <m:t>i</m:t>
                        </m:r>
                        <m:r>
                          <a:rPr lang="en-IN" sz="2000" i="0">
                            <a:solidFill>
                              <a:schemeClr val="bg1">
                                <a:lumMod val="95000"/>
                                <a:lumOff val="5000"/>
                              </a:schemeClr>
                            </a:solidFill>
                            <a:latin typeface="Cambria Math" panose="02040503050406030204" pitchFamily="18" charset="0"/>
                            <a:cs typeface="Arial" pitchFamily="34" charset="0"/>
                          </a:rPr>
                          <m:t>)</m:t>
                        </m:r>
                      </m:sub>
                    </m:sSub>
                  </m:oMath>
                </a14:m>
                <a:r>
                  <a:rPr lang="en-IN" sz="2000" dirty="0">
                    <a:solidFill>
                      <a:schemeClr val="bg1">
                        <a:lumMod val="95000"/>
                        <a:lumOff val="5000"/>
                      </a:schemeClr>
                    </a:solidFill>
                    <a:latin typeface="Arial" panose="020B0604020202020204" pitchFamily="34" charset="0"/>
                    <a:cs typeface="Arial" panose="020B0604020202020204" pitchFamily="34" charset="0"/>
                  </a:rPr>
                  <a:t> may be related to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m:rPr>
                            <m:sty m:val="p"/>
                          </m:rPr>
                          <a:rPr lang="en-IN" sz="2000" i="0">
                            <a:solidFill>
                              <a:schemeClr val="bg1">
                                <a:lumMod val="95000"/>
                                <a:lumOff val="5000"/>
                              </a:schemeClr>
                            </a:solidFill>
                            <a:latin typeface="Cambria Math" panose="02040503050406030204" pitchFamily="18" charset="0"/>
                            <a:cs typeface="Arial" pitchFamily="34" charset="0"/>
                          </a:rPr>
                          <m:t>i</m:t>
                        </m:r>
                      </m:sub>
                    </m:sSub>
                  </m:oMath>
                </a14:m>
                <a:r>
                  <a:rPr lang="en-IN" sz="2000" dirty="0">
                    <a:solidFill>
                      <a:schemeClr val="bg1">
                        <a:lumMod val="95000"/>
                        <a:lumOff val="5000"/>
                      </a:schemeClr>
                    </a:solidFill>
                    <a:latin typeface="Arial" panose="020B0604020202020204" pitchFamily="34" charset="0"/>
                    <a:cs typeface="Arial" panose="020B0604020202020204" pitchFamily="34" charset="0"/>
                  </a:rPr>
                  <a:t> as </a:t>
                </a:r>
              </a:p>
              <a:p>
                <a:pPr algn="ctr">
                  <a:lnSpc>
                    <a:spcPct val="150000"/>
                  </a:lnSpc>
                  <a:buClr>
                    <a:srgbClr val="002060"/>
                  </a:buClr>
                </a:pPr>
                <a14:m>
                  <m:oMathPara xmlns:m="http://schemas.openxmlformats.org/officeDocument/2006/math">
                    <m:oMathParaPr>
                      <m:jc m:val="centerGroup"/>
                    </m:oMathParaPr>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a:rPr lang="en-IN" sz="2000" b="0" i="0" smtClean="0">
                              <a:solidFill>
                                <a:schemeClr val="bg1">
                                  <a:lumMod val="95000"/>
                                  <a:lumOff val="5000"/>
                                </a:schemeClr>
                              </a:solidFill>
                              <a:latin typeface="Cambria Math" panose="02040503050406030204" pitchFamily="18" charset="0"/>
                              <a:cs typeface="Arial" pitchFamily="34" charset="0"/>
                            </a:rPr>
                            <m:t>(</m:t>
                          </m:r>
                          <m:r>
                            <m:rPr>
                              <m:sty m:val="p"/>
                            </m:rPr>
                            <a:rPr lang="en-IN" sz="2000" i="0">
                              <a:solidFill>
                                <a:schemeClr val="bg1">
                                  <a:lumMod val="95000"/>
                                  <a:lumOff val="5000"/>
                                </a:schemeClr>
                              </a:solidFill>
                              <a:latin typeface="Cambria Math" panose="02040503050406030204" pitchFamily="18" charset="0"/>
                              <a:cs typeface="Arial" pitchFamily="34" charset="0"/>
                            </a:rPr>
                            <m:t>i</m:t>
                          </m:r>
                          <m:r>
                            <a:rPr lang="en-IN" sz="2000" b="0" i="0" smtClean="0">
                              <a:solidFill>
                                <a:schemeClr val="bg1">
                                  <a:lumMod val="95000"/>
                                  <a:lumOff val="5000"/>
                                </a:schemeClr>
                              </a:solidFill>
                              <a:latin typeface="Cambria Math" panose="02040503050406030204" pitchFamily="18" charset="0"/>
                              <a:cs typeface="Arial" pitchFamily="34" charset="0"/>
                            </a:rPr>
                            <m:t>)</m:t>
                          </m:r>
                        </m:sub>
                      </m:sSub>
                      <m:r>
                        <a:rPr lang="en-IN" sz="2000" b="0" i="0" smtClean="0">
                          <a:solidFill>
                            <a:schemeClr val="bg1">
                              <a:lumMod val="95000"/>
                              <a:lumOff val="5000"/>
                            </a:schemeClr>
                          </a:solidFill>
                          <a:latin typeface="Cambria Math" panose="02040503050406030204" pitchFamily="18" charset="0"/>
                          <a:cs typeface="Arial" pitchFamily="34" charset="0"/>
                        </a:rPr>
                        <m:t>=</m:t>
                      </m:r>
                      <m:f>
                        <m:fPr>
                          <m:ctrlPr>
                            <a:rPr lang="en-IN" sz="2000" b="0" i="1" smtClean="0">
                              <a:solidFill>
                                <a:schemeClr val="bg1">
                                  <a:lumMod val="95000"/>
                                  <a:lumOff val="5000"/>
                                </a:schemeClr>
                              </a:solidFill>
                              <a:latin typeface="Cambria Math" panose="02040503050406030204" pitchFamily="18" charset="0"/>
                              <a:cs typeface="Arial" pitchFamily="34" charset="0"/>
                            </a:rPr>
                          </m:ctrlPr>
                        </m:fPr>
                        <m:num>
                          <m:sSub>
                            <m:sSubPr>
                              <m:ctrlPr>
                                <a:rPr lang="en-IN" sz="20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000" b="0" i="0" smtClean="0">
                                  <a:solidFill>
                                    <a:schemeClr val="bg1">
                                      <a:lumMod val="95000"/>
                                      <a:lumOff val="5000"/>
                                    </a:schemeClr>
                                  </a:solidFill>
                                  <a:latin typeface="Cambria Math" panose="02040503050406030204" pitchFamily="18" charset="0"/>
                                  <a:cs typeface="Arial" pitchFamily="34" charset="0"/>
                                </a:rPr>
                                <m:t>e</m:t>
                              </m:r>
                            </m:e>
                            <m:sub>
                              <m:r>
                                <m:rPr>
                                  <m:sty m:val="p"/>
                                </m:rPr>
                                <a:rPr lang="en-IN" sz="2000" b="0" i="0" smtClean="0">
                                  <a:solidFill>
                                    <a:schemeClr val="bg1">
                                      <a:lumMod val="95000"/>
                                      <a:lumOff val="5000"/>
                                    </a:schemeClr>
                                  </a:solidFill>
                                  <a:latin typeface="Cambria Math" panose="02040503050406030204" pitchFamily="18" charset="0"/>
                                  <a:cs typeface="Arial" pitchFamily="34" charset="0"/>
                                </a:rPr>
                                <m:t>i</m:t>
                              </m:r>
                            </m:sub>
                          </m:sSub>
                        </m:num>
                        <m:den>
                          <m:r>
                            <a:rPr lang="en-IN" sz="2000" b="0" i="0" smtClean="0">
                              <a:solidFill>
                                <a:schemeClr val="bg1">
                                  <a:lumMod val="95000"/>
                                  <a:lumOff val="5000"/>
                                </a:schemeClr>
                              </a:solidFill>
                              <a:latin typeface="Cambria Math" panose="02040503050406030204" pitchFamily="18" charset="0"/>
                              <a:cs typeface="Arial" pitchFamily="34" charset="0"/>
                            </a:rPr>
                            <m:t>1−</m:t>
                          </m:r>
                          <m:sSub>
                            <m:sSubPr>
                              <m:ctrlPr>
                                <a:rPr lang="en-IN" sz="20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000" b="0" i="0" smtClean="0">
                                  <a:solidFill>
                                    <a:schemeClr val="bg1">
                                      <a:lumMod val="95000"/>
                                      <a:lumOff val="5000"/>
                                    </a:schemeClr>
                                  </a:solidFill>
                                  <a:latin typeface="Cambria Math" panose="02040503050406030204" pitchFamily="18" charset="0"/>
                                  <a:cs typeface="Arial" pitchFamily="34" charset="0"/>
                                </a:rPr>
                                <m:t>h</m:t>
                              </m:r>
                            </m:e>
                            <m:sub>
                              <m:r>
                                <m:rPr>
                                  <m:sty m:val="p"/>
                                </m:rPr>
                                <a:rPr lang="en-IN" sz="2000" b="0" i="0" smtClean="0">
                                  <a:solidFill>
                                    <a:schemeClr val="bg1">
                                      <a:lumMod val="95000"/>
                                      <a:lumOff val="5000"/>
                                    </a:schemeClr>
                                  </a:solidFill>
                                  <a:latin typeface="Cambria Math" panose="02040503050406030204" pitchFamily="18" charset="0"/>
                                  <a:cs typeface="Arial" pitchFamily="34" charset="0"/>
                                </a:rPr>
                                <m:t>ii</m:t>
                              </m:r>
                            </m:sub>
                          </m:sSub>
                        </m:den>
                      </m:f>
                    </m:oMath>
                  </m:oMathPara>
                </a14:m>
                <a:endParaRPr lang="en-US" sz="20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000" dirty="0">
                    <a:solidFill>
                      <a:schemeClr val="bg1">
                        <a:lumMod val="95000"/>
                        <a:lumOff val="5000"/>
                      </a:schemeClr>
                    </a:solidFill>
                    <a:latin typeface="Arial" pitchFamily="34" charset="0"/>
                    <a:cs typeface="Arial" pitchFamily="34" charset="0"/>
                  </a:rPr>
                  <a:t>Here, </a:t>
                </a:r>
                <a14:m>
                  <m:oMath xmlns:m="http://schemas.openxmlformats.org/officeDocument/2006/math">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a:solidFill>
                              <a:schemeClr val="bg1">
                                <a:lumMod val="95000"/>
                                <a:lumOff val="5000"/>
                              </a:schemeClr>
                            </a:solidFill>
                            <a:latin typeface="Cambria Math" panose="02040503050406030204" pitchFamily="18" charset="0"/>
                            <a:cs typeface="Arial" pitchFamily="34" charset="0"/>
                          </a:rPr>
                          <m:t>h</m:t>
                        </m:r>
                      </m:e>
                      <m:sub>
                        <m:r>
                          <m:rPr>
                            <m:sty m:val="p"/>
                          </m:rPr>
                          <a:rPr lang="en-IN" sz="2000">
                            <a:solidFill>
                              <a:schemeClr val="bg1">
                                <a:lumMod val="95000"/>
                                <a:lumOff val="5000"/>
                              </a:schemeClr>
                            </a:solidFill>
                            <a:latin typeface="Cambria Math" panose="02040503050406030204" pitchFamily="18" charset="0"/>
                            <a:cs typeface="Arial" pitchFamily="34" charset="0"/>
                          </a:rPr>
                          <m:t>ii</m:t>
                        </m:r>
                      </m:sub>
                    </m:sSub>
                  </m:oMath>
                </a14:m>
                <a:r>
                  <a:rPr lang="en-US" sz="2000" dirty="0">
                    <a:solidFill>
                      <a:schemeClr val="bg1">
                        <a:lumMod val="95000"/>
                        <a:lumOff val="5000"/>
                      </a:schemeClr>
                    </a:solidFill>
                    <a:latin typeface="Arial" pitchFamily="34" charset="0"/>
                    <a:cs typeface="Arial" pitchFamily="34" charset="0"/>
                  </a:rPr>
                  <a:t> refers to the diagonal elements of </a:t>
                </a:r>
                <a:r>
                  <a:rPr lang="en-US" sz="2000" b="1" dirty="0">
                    <a:solidFill>
                      <a:schemeClr val="bg1">
                        <a:lumMod val="95000"/>
                        <a:lumOff val="5000"/>
                      </a:schemeClr>
                    </a:solidFill>
                    <a:latin typeface="Arial" pitchFamily="34" charset="0"/>
                    <a:cs typeface="Arial" pitchFamily="34" charset="0"/>
                  </a:rPr>
                  <a:t>H</a:t>
                </a:r>
                <a:endParaRPr lang="en-US" sz="2000" dirty="0">
                  <a:solidFill>
                    <a:schemeClr val="bg1">
                      <a:lumMod val="95000"/>
                      <a:lumOff val="5000"/>
                    </a:schemeClr>
                  </a:solidFill>
                  <a:latin typeface="Arial" pitchFamily="34" charset="0"/>
                  <a:cs typeface="Arial" pitchFamily="34" charset="0"/>
                </a:endParaRPr>
              </a:p>
              <a:p>
                <a:pPr algn="ctr">
                  <a:lnSpc>
                    <a:spcPct val="150000"/>
                  </a:lnSpc>
                  <a:buClr>
                    <a:srgbClr val="002060"/>
                  </a:buClr>
                </a:pPr>
                <a14:m>
                  <m:oMathPara xmlns:m="http://schemas.openxmlformats.org/officeDocument/2006/math">
                    <m:oMathParaPr>
                      <m:jc m:val="centerGroup"/>
                    </m:oMathParaPr>
                    <m:oMath xmlns:m="http://schemas.openxmlformats.org/officeDocument/2006/math">
                      <m:r>
                        <m:rPr>
                          <m:sty m:val="p"/>
                        </m:rPr>
                        <a:rPr lang="en-IN" sz="2000" b="0" i="0" smtClean="0">
                          <a:solidFill>
                            <a:schemeClr val="bg1">
                              <a:lumMod val="95000"/>
                              <a:lumOff val="5000"/>
                            </a:schemeClr>
                          </a:solidFill>
                          <a:latin typeface="Cambria Math" panose="02040503050406030204" pitchFamily="18" charset="0"/>
                          <a:cs typeface="Arial" pitchFamily="34" charset="0"/>
                        </a:rPr>
                        <m:t>PRESS</m:t>
                      </m:r>
                      <m:r>
                        <a:rPr lang="en-IN" sz="2000" b="0" i="0" smtClean="0">
                          <a:solidFill>
                            <a:schemeClr val="bg1">
                              <a:lumMod val="95000"/>
                              <a:lumOff val="5000"/>
                            </a:schemeClr>
                          </a:solidFill>
                          <a:latin typeface="Cambria Math" panose="02040503050406030204" pitchFamily="18" charset="0"/>
                          <a:cs typeface="Arial" pitchFamily="34" charset="0"/>
                        </a:rPr>
                        <m:t>= </m:t>
                      </m:r>
                      <m:nary>
                        <m:naryPr>
                          <m:chr m:val="∑"/>
                          <m:ctrlPr>
                            <a:rPr lang="en-IN" sz="2000" b="0" i="1" smtClean="0">
                              <a:solidFill>
                                <a:schemeClr val="bg1">
                                  <a:lumMod val="95000"/>
                                  <a:lumOff val="5000"/>
                                </a:schemeClr>
                              </a:solidFill>
                              <a:latin typeface="Cambria Math" panose="02040503050406030204" pitchFamily="18" charset="0"/>
                              <a:cs typeface="Arial" pitchFamily="34" charset="0"/>
                            </a:rPr>
                          </m:ctrlPr>
                        </m:naryPr>
                        <m:sub>
                          <m:r>
                            <m:rPr>
                              <m:sty m:val="p"/>
                              <m:brk m:alnAt="23"/>
                            </m:rPr>
                            <a:rPr lang="en-IN" sz="2000" b="0" i="0" smtClean="0">
                              <a:solidFill>
                                <a:schemeClr val="bg1">
                                  <a:lumMod val="95000"/>
                                  <a:lumOff val="5000"/>
                                </a:schemeClr>
                              </a:solidFill>
                              <a:latin typeface="Cambria Math" panose="02040503050406030204" pitchFamily="18" charset="0"/>
                              <a:cs typeface="Arial" pitchFamily="34" charset="0"/>
                            </a:rPr>
                            <m:t>i</m:t>
                          </m:r>
                          <m:r>
                            <a:rPr lang="en-IN" sz="2000" b="0" i="0" smtClean="0">
                              <a:solidFill>
                                <a:schemeClr val="bg1">
                                  <a:lumMod val="95000"/>
                                  <a:lumOff val="5000"/>
                                </a:schemeClr>
                              </a:solidFill>
                              <a:latin typeface="Cambria Math" panose="02040503050406030204" pitchFamily="18" charset="0"/>
                              <a:cs typeface="Arial" pitchFamily="34" charset="0"/>
                            </a:rPr>
                            <m:t>=1</m:t>
                          </m:r>
                        </m:sub>
                        <m:sup>
                          <m:r>
                            <m:rPr>
                              <m:sty m:val="p"/>
                            </m:rPr>
                            <a:rPr lang="en-IN" sz="2000" b="0" i="0" smtClean="0">
                              <a:solidFill>
                                <a:schemeClr val="bg1">
                                  <a:lumMod val="95000"/>
                                  <a:lumOff val="5000"/>
                                </a:schemeClr>
                              </a:solidFill>
                              <a:latin typeface="Cambria Math" panose="02040503050406030204" pitchFamily="18" charset="0"/>
                              <a:cs typeface="Arial" pitchFamily="34" charset="0"/>
                            </a:rPr>
                            <m:t>n</m:t>
                          </m:r>
                        </m:sup>
                        <m:e>
                          <m:sSup>
                            <m:sSupPr>
                              <m:ctrlPr>
                                <a:rPr lang="en-IN" sz="2000" b="0" i="1" smtClean="0">
                                  <a:solidFill>
                                    <a:schemeClr val="bg1">
                                      <a:lumMod val="95000"/>
                                      <a:lumOff val="5000"/>
                                    </a:schemeClr>
                                  </a:solidFill>
                                  <a:latin typeface="Cambria Math" panose="02040503050406030204" pitchFamily="18" charset="0"/>
                                  <a:cs typeface="Arial" pitchFamily="34" charset="0"/>
                                </a:rPr>
                              </m:ctrlPr>
                            </m:sSupPr>
                            <m:e>
                              <m:d>
                                <m:dPr>
                                  <m:ctrlPr>
                                    <a:rPr lang="en-IN" sz="2000" b="0" i="1" smtClean="0">
                                      <a:solidFill>
                                        <a:schemeClr val="bg1">
                                          <a:lumMod val="95000"/>
                                          <a:lumOff val="5000"/>
                                        </a:schemeClr>
                                      </a:solidFill>
                                      <a:latin typeface="Cambria Math" panose="02040503050406030204" pitchFamily="18" charset="0"/>
                                      <a:cs typeface="Arial" pitchFamily="34" charset="0"/>
                                    </a:rPr>
                                  </m:ctrlPr>
                                </m:dPr>
                                <m:e>
                                  <m:f>
                                    <m:fPr>
                                      <m:ctrlPr>
                                        <a:rPr lang="en-IN" sz="2000" i="1">
                                          <a:solidFill>
                                            <a:schemeClr val="bg1">
                                              <a:lumMod val="95000"/>
                                              <a:lumOff val="5000"/>
                                            </a:schemeClr>
                                          </a:solidFill>
                                          <a:latin typeface="Cambria Math" panose="02040503050406030204" pitchFamily="18" charset="0"/>
                                          <a:cs typeface="Arial" pitchFamily="34" charset="0"/>
                                        </a:rPr>
                                      </m:ctrlPr>
                                    </m:fPr>
                                    <m:num>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e</m:t>
                                          </m:r>
                                        </m:e>
                                        <m:sub>
                                          <m:r>
                                            <m:rPr>
                                              <m:sty m:val="p"/>
                                            </m:rPr>
                                            <a:rPr lang="en-IN" sz="2000" i="0">
                                              <a:solidFill>
                                                <a:schemeClr val="bg1">
                                                  <a:lumMod val="95000"/>
                                                  <a:lumOff val="5000"/>
                                                </a:schemeClr>
                                              </a:solidFill>
                                              <a:latin typeface="Cambria Math" panose="02040503050406030204" pitchFamily="18" charset="0"/>
                                              <a:cs typeface="Arial" pitchFamily="34" charset="0"/>
                                            </a:rPr>
                                            <m:t>i</m:t>
                                          </m:r>
                                        </m:sub>
                                      </m:sSub>
                                    </m:num>
                                    <m:den>
                                      <m:r>
                                        <a:rPr lang="en-IN" sz="2000" i="0">
                                          <a:solidFill>
                                            <a:schemeClr val="bg1">
                                              <a:lumMod val="95000"/>
                                              <a:lumOff val="5000"/>
                                            </a:schemeClr>
                                          </a:solidFill>
                                          <a:latin typeface="Cambria Math" panose="02040503050406030204" pitchFamily="18" charset="0"/>
                                          <a:cs typeface="Arial" pitchFamily="34" charset="0"/>
                                        </a:rPr>
                                        <m:t>1−</m:t>
                                      </m:r>
                                      <m:sSub>
                                        <m:sSubPr>
                                          <m:ctrlPr>
                                            <a:rPr lang="en-IN" sz="2000" i="1">
                                              <a:solidFill>
                                                <a:schemeClr val="bg1">
                                                  <a:lumMod val="95000"/>
                                                  <a:lumOff val="5000"/>
                                                </a:schemeClr>
                                              </a:solidFill>
                                              <a:latin typeface="Cambria Math" panose="02040503050406030204" pitchFamily="18" charset="0"/>
                                              <a:cs typeface="Arial" pitchFamily="34" charset="0"/>
                                            </a:rPr>
                                          </m:ctrlPr>
                                        </m:sSubPr>
                                        <m:e>
                                          <m:r>
                                            <m:rPr>
                                              <m:sty m:val="p"/>
                                            </m:rPr>
                                            <a:rPr lang="en-IN" sz="2000" i="0">
                                              <a:solidFill>
                                                <a:schemeClr val="bg1">
                                                  <a:lumMod val="95000"/>
                                                  <a:lumOff val="5000"/>
                                                </a:schemeClr>
                                              </a:solidFill>
                                              <a:latin typeface="Cambria Math" panose="02040503050406030204" pitchFamily="18" charset="0"/>
                                              <a:cs typeface="Arial" pitchFamily="34" charset="0"/>
                                            </a:rPr>
                                            <m:t>h</m:t>
                                          </m:r>
                                        </m:e>
                                        <m:sub>
                                          <m:r>
                                            <m:rPr>
                                              <m:sty m:val="p"/>
                                            </m:rPr>
                                            <a:rPr lang="en-IN" sz="2000" i="0">
                                              <a:solidFill>
                                                <a:schemeClr val="bg1">
                                                  <a:lumMod val="95000"/>
                                                  <a:lumOff val="5000"/>
                                                </a:schemeClr>
                                              </a:solidFill>
                                              <a:latin typeface="Cambria Math" panose="02040503050406030204" pitchFamily="18" charset="0"/>
                                              <a:cs typeface="Arial" pitchFamily="34" charset="0"/>
                                            </a:rPr>
                                            <m:t>ii</m:t>
                                          </m:r>
                                        </m:sub>
                                      </m:sSub>
                                    </m:den>
                                  </m:f>
                                </m:e>
                              </m:d>
                            </m:e>
                            <m:sup>
                              <m:r>
                                <a:rPr lang="en-IN" sz="2000" b="0" i="0" smtClean="0">
                                  <a:solidFill>
                                    <a:schemeClr val="bg1">
                                      <a:lumMod val="95000"/>
                                      <a:lumOff val="5000"/>
                                    </a:schemeClr>
                                  </a:solidFill>
                                  <a:latin typeface="Cambria Math" panose="02040503050406030204" pitchFamily="18" charset="0"/>
                                  <a:cs typeface="Arial" pitchFamily="34" charset="0"/>
                                </a:rPr>
                                <m:t>2</m:t>
                              </m:r>
                            </m:sup>
                          </m:sSup>
                        </m:e>
                      </m:nary>
                    </m:oMath>
                  </m:oMathPara>
                </a14:m>
                <a:endParaRPr lang="en-US" sz="2000" dirty="0">
                  <a:solidFill>
                    <a:schemeClr val="bg1">
                      <a:lumMod val="95000"/>
                      <a:lumOff val="5000"/>
                    </a:schemeClr>
                  </a:solidFill>
                  <a:latin typeface="Arial" pitchFamily="34" charset="0"/>
                  <a:cs typeface="Arial" pitchFamily="34" charset="0"/>
                </a:endParaRPr>
              </a:p>
              <a:p>
                <a:pPr algn="ctr">
                  <a:lnSpc>
                    <a:spcPct val="150000"/>
                  </a:lnSpc>
                  <a:buClr>
                    <a:srgbClr val="002060"/>
                  </a:buClr>
                </a:pPr>
                <a14:m>
                  <m:oMathPara xmlns:m="http://schemas.openxmlformats.org/officeDocument/2006/math">
                    <m:oMathParaPr>
                      <m:jc m:val="centerGroup"/>
                    </m:oMathParaPr>
                    <m:oMath xmlns:m="http://schemas.openxmlformats.org/officeDocument/2006/math">
                      <m:sSubSup>
                        <m:sSubSupPr>
                          <m:ctrlPr>
                            <a:rPr lang="en-IN" sz="2000" b="0" i="1" smtClean="0">
                              <a:solidFill>
                                <a:schemeClr val="bg1">
                                  <a:lumMod val="95000"/>
                                  <a:lumOff val="5000"/>
                                </a:schemeClr>
                              </a:solidFill>
                              <a:latin typeface="Cambria Math" panose="02040503050406030204" pitchFamily="18" charset="0"/>
                              <a:cs typeface="Arial" pitchFamily="34" charset="0"/>
                            </a:rPr>
                          </m:ctrlPr>
                        </m:sSubSupPr>
                        <m:e>
                          <m:r>
                            <m:rPr>
                              <m:sty m:val="p"/>
                            </m:rPr>
                            <a:rPr lang="en-IN" sz="2000" b="0" i="0" smtClean="0">
                              <a:solidFill>
                                <a:schemeClr val="bg1">
                                  <a:lumMod val="95000"/>
                                  <a:lumOff val="5000"/>
                                </a:schemeClr>
                              </a:solidFill>
                              <a:latin typeface="Cambria Math" panose="02040503050406030204" pitchFamily="18" charset="0"/>
                              <a:cs typeface="Arial" pitchFamily="34" charset="0"/>
                            </a:rPr>
                            <m:t>R</m:t>
                          </m:r>
                        </m:e>
                        <m:sub>
                          <m:r>
                            <m:rPr>
                              <m:sty m:val="p"/>
                            </m:rPr>
                            <a:rPr lang="en-IN" sz="2000" i="0">
                              <a:solidFill>
                                <a:schemeClr val="bg1">
                                  <a:lumMod val="95000"/>
                                  <a:lumOff val="5000"/>
                                </a:schemeClr>
                              </a:solidFill>
                              <a:latin typeface="Cambria Math" panose="02040503050406030204" pitchFamily="18" charset="0"/>
                              <a:cs typeface="Arial" pitchFamily="34" charset="0"/>
                            </a:rPr>
                            <m:t>PRESS</m:t>
                          </m:r>
                        </m:sub>
                        <m:sup>
                          <m:r>
                            <a:rPr lang="en-IN" sz="2000" b="0" i="0" smtClean="0">
                              <a:solidFill>
                                <a:schemeClr val="bg1">
                                  <a:lumMod val="95000"/>
                                  <a:lumOff val="5000"/>
                                </a:schemeClr>
                              </a:solidFill>
                              <a:latin typeface="Cambria Math" panose="02040503050406030204" pitchFamily="18" charset="0"/>
                              <a:cs typeface="Arial" pitchFamily="34" charset="0"/>
                            </a:rPr>
                            <m:t>2</m:t>
                          </m:r>
                        </m:sup>
                      </m:sSubSup>
                      <m:r>
                        <a:rPr lang="en-IN" sz="2000" i="0">
                          <a:solidFill>
                            <a:schemeClr val="bg1">
                              <a:lumMod val="95000"/>
                              <a:lumOff val="5000"/>
                            </a:schemeClr>
                          </a:solidFill>
                          <a:latin typeface="Cambria Math" panose="02040503050406030204" pitchFamily="18" charset="0"/>
                          <a:cs typeface="Arial" pitchFamily="34" charset="0"/>
                        </a:rPr>
                        <m:t>=</m:t>
                      </m:r>
                      <m:r>
                        <a:rPr lang="en-IN" sz="2000" b="0" i="0" smtClean="0">
                          <a:solidFill>
                            <a:schemeClr val="bg1">
                              <a:lumMod val="95000"/>
                              <a:lumOff val="5000"/>
                            </a:schemeClr>
                          </a:solidFill>
                          <a:latin typeface="Cambria Math" panose="02040503050406030204" pitchFamily="18" charset="0"/>
                          <a:cs typeface="Arial" pitchFamily="34" charset="0"/>
                        </a:rPr>
                        <m:t>1−</m:t>
                      </m:r>
                      <m:f>
                        <m:fPr>
                          <m:ctrlPr>
                            <a:rPr lang="en-IN" sz="2000" b="0" i="1" smtClean="0">
                              <a:solidFill>
                                <a:schemeClr val="bg1">
                                  <a:lumMod val="95000"/>
                                  <a:lumOff val="5000"/>
                                </a:schemeClr>
                              </a:solidFill>
                              <a:latin typeface="Cambria Math" panose="02040503050406030204" pitchFamily="18" charset="0"/>
                              <a:cs typeface="Arial" pitchFamily="34" charset="0"/>
                            </a:rPr>
                          </m:ctrlPr>
                        </m:fPr>
                        <m:num>
                          <m:r>
                            <m:rPr>
                              <m:sty m:val="p"/>
                            </m:rPr>
                            <a:rPr lang="en-IN" sz="2000" b="0" i="0" smtClean="0">
                              <a:solidFill>
                                <a:schemeClr val="bg1">
                                  <a:lumMod val="95000"/>
                                  <a:lumOff val="5000"/>
                                </a:schemeClr>
                              </a:solidFill>
                              <a:latin typeface="Cambria Math" panose="02040503050406030204" pitchFamily="18" charset="0"/>
                              <a:cs typeface="Arial" pitchFamily="34" charset="0"/>
                            </a:rPr>
                            <m:t>PRESS</m:t>
                          </m:r>
                        </m:num>
                        <m:den>
                          <m:sSub>
                            <m:sSubPr>
                              <m:ctrlPr>
                                <a:rPr lang="en-IN" sz="2000" b="0" i="1" smtClean="0">
                                  <a:solidFill>
                                    <a:schemeClr val="bg1">
                                      <a:lumMod val="95000"/>
                                      <a:lumOff val="5000"/>
                                    </a:schemeClr>
                                  </a:solidFill>
                                  <a:latin typeface="Cambria Math" panose="02040503050406030204" pitchFamily="18" charset="0"/>
                                  <a:cs typeface="Arial" pitchFamily="34" charset="0"/>
                                </a:rPr>
                              </m:ctrlPr>
                            </m:sSubPr>
                            <m:e>
                              <m:r>
                                <m:rPr>
                                  <m:sty m:val="p"/>
                                </m:rPr>
                                <a:rPr lang="en-IN" sz="2000" b="0" i="0" smtClean="0">
                                  <a:solidFill>
                                    <a:schemeClr val="bg1">
                                      <a:lumMod val="95000"/>
                                      <a:lumOff val="5000"/>
                                    </a:schemeClr>
                                  </a:solidFill>
                                  <a:latin typeface="Cambria Math" panose="02040503050406030204" pitchFamily="18" charset="0"/>
                                  <a:cs typeface="Arial" pitchFamily="34" charset="0"/>
                                </a:rPr>
                                <m:t>SS</m:t>
                              </m:r>
                            </m:e>
                            <m:sub>
                              <m:r>
                                <m:rPr>
                                  <m:sty m:val="p"/>
                                </m:rPr>
                                <a:rPr lang="en-IN" sz="2000" b="0" i="0" smtClean="0">
                                  <a:solidFill>
                                    <a:schemeClr val="bg1">
                                      <a:lumMod val="95000"/>
                                      <a:lumOff val="5000"/>
                                    </a:schemeClr>
                                  </a:solidFill>
                                  <a:latin typeface="Cambria Math" panose="02040503050406030204" pitchFamily="18" charset="0"/>
                                  <a:cs typeface="Arial" pitchFamily="34" charset="0"/>
                                </a:rPr>
                                <m:t>Total</m:t>
                              </m:r>
                            </m:sub>
                          </m:sSub>
                        </m:den>
                      </m:f>
                    </m:oMath>
                  </m:oMathPara>
                </a14:m>
                <a:endParaRPr lang="en-US" sz="2000" dirty="0">
                  <a:solidFill>
                    <a:schemeClr val="bg1">
                      <a:lumMod val="95000"/>
                      <a:lumOff val="5000"/>
                    </a:schemeClr>
                  </a:solidFill>
                  <a:latin typeface="Arial" pitchFamily="34" charset="0"/>
                  <a:cs typeface="Arial" pitchFamily="34" charset="0"/>
                </a:endParaRPr>
              </a:p>
              <a:p>
                <a:pPr algn="just">
                  <a:lnSpc>
                    <a:spcPct val="150000"/>
                  </a:lnSpc>
                  <a:buClr>
                    <a:srgbClr val="002060"/>
                  </a:buClr>
                </a:pPr>
                <a:r>
                  <a:rPr lang="en-US" sz="2000" dirty="0">
                    <a:solidFill>
                      <a:schemeClr val="bg1">
                        <a:lumMod val="95000"/>
                        <a:lumOff val="5000"/>
                      </a:schemeClr>
                    </a:solidFill>
                    <a:latin typeface="Arial" pitchFamily="34" charset="0"/>
                    <a:cs typeface="Arial" pitchFamily="34" charset="0"/>
                  </a:rPr>
                  <a:t>Remember to adjust for intercept when finding total sum of squares</a:t>
                </a:r>
              </a:p>
            </p:txBody>
          </p:sp>
        </mc:Choice>
        <mc:Fallback xmlns="">
          <p:sp>
            <p:nvSpPr>
              <p:cNvPr id="40963" name="TextBox 2"/>
              <p:cNvSpPr txBox="1">
                <a:spLocks noRot="1" noChangeAspect="1" noMove="1" noResize="1" noEditPoints="1" noAdjustHandles="1" noChangeArrowheads="1" noChangeShapeType="1" noTextEdit="1"/>
              </p:cNvSpPr>
              <p:nvPr/>
            </p:nvSpPr>
            <p:spPr bwMode="auto">
              <a:xfrm>
                <a:off x="611758" y="483518"/>
                <a:ext cx="8136706" cy="4581832"/>
              </a:xfrm>
              <a:prstGeom prst="rect">
                <a:avLst/>
              </a:prstGeom>
              <a:blipFill>
                <a:blip r:embed="rId2"/>
                <a:stretch>
                  <a:fillRect l="-749" b="-399"/>
                </a:stretch>
              </a:blipFill>
              <a:ln w="9525">
                <a:noFill/>
                <a:miter lim="800000"/>
                <a:headEnd/>
                <a:tailEnd/>
              </a:ln>
            </p:spPr>
            <p:txBody>
              <a:bodyPr/>
              <a:lstStyle/>
              <a:p>
                <a:r>
                  <a:rPr lang="en-IN">
                    <a:noFill/>
                  </a:rPr>
                  <a:t> </a:t>
                </a:r>
              </a:p>
            </p:txBody>
          </p:sp>
        </mc:Fallback>
      </mc:AlternateContent>
      <p:sp>
        <p:nvSpPr>
          <p:cNvPr id="5" name="TextBox 4"/>
          <p:cNvSpPr txBox="1"/>
          <p:nvPr/>
        </p:nvSpPr>
        <p:spPr>
          <a:xfrm>
            <a:off x="323528" y="0"/>
            <a:ext cx="84249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 PRESS:</a:t>
            </a:r>
          </a:p>
          <a:p>
            <a:pPr algn="ctr"/>
            <a:endParaRPr lang="en-IN"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082853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123478"/>
            <a:ext cx="4608512" cy="5262979"/>
          </a:xfrm>
          <a:prstGeom prst="rect">
            <a:avLst/>
          </a:prstGeom>
        </p:spPr>
        <p:txBody>
          <a:bodyPr wrap="square">
            <a:spAutoFit/>
          </a:bodyPr>
          <a:lstStyle/>
          <a:p>
            <a:pPr>
              <a:lnSpc>
                <a:spcPct val="150000"/>
              </a:lnSpc>
            </a:pPr>
            <a:r>
              <a:rPr lang="en-IN" sz="1400" dirty="0">
                <a:solidFill>
                  <a:schemeClr val="bg1"/>
                </a:solidFill>
                <a:latin typeface="Arial" panose="020B0604020202020204" pitchFamily="34" charset="0"/>
                <a:cs typeface="Arial" panose="020B0604020202020204" pitchFamily="34" charset="0"/>
              </a:rPr>
              <a:t>% To find PRESS</a:t>
            </a:r>
          </a:p>
          <a:p>
            <a:pPr>
              <a:lnSpc>
                <a:spcPct val="150000"/>
              </a:lnSpc>
            </a:pPr>
            <a:r>
              <a:rPr lang="en-IN" sz="1400" dirty="0">
                <a:solidFill>
                  <a:schemeClr val="bg1"/>
                </a:solidFill>
                <a:latin typeface="Arial" panose="020B0604020202020204" pitchFamily="34" charset="0"/>
                <a:cs typeface="Arial" panose="020B0604020202020204" pitchFamily="34" charset="0"/>
              </a:rPr>
              <a:t>% First find H Matrices</a:t>
            </a:r>
          </a:p>
          <a:p>
            <a:pPr>
              <a:lnSpc>
                <a:spcPct val="150000"/>
              </a:lnSpc>
            </a:pPr>
            <a:r>
              <a:rPr lang="en-IN" sz="1400" dirty="0">
                <a:solidFill>
                  <a:schemeClr val="bg1"/>
                </a:solidFill>
                <a:latin typeface="Arial" panose="020B0604020202020204" pitchFamily="34" charset="0"/>
                <a:cs typeface="Arial" panose="020B0604020202020204" pitchFamily="34" charset="0"/>
              </a:rPr>
              <a:t>HX=X*(</a:t>
            </a:r>
            <a:r>
              <a:rPr lang="en-IN" sz="1400" dirty="0" err="1">
                <a:solidFill>
                  <a:schemeClr val="bg1"/>
                </a:solidFill>
                <a:latin typeface="Arial" panose="020B0604020202020204" pitchFamily="34" charset="0"/>
                <a:cs typeface="Arial" panose="020B0604020202020204" pitchFamily="34" charset="0"/>
              </a:rPr>
              <a:t>inv</a:t>
            </a:r>
            <a:r>
              <a:rPr lang="en-IN" sz="1400" dirty="0">
                <a:solidFill>
                  <a:schemeClr val="bg1"/>
                </a:solidFill>
                <a:latin typeface="Arial" panose="020B0604020202020204" pitchFamily="34" charset="0"/>
                <a:cs typeface="Arial" panose="020B0604020202020204" pitchFamily="34" charset="0"/>
              </a:rPr>
              <a:t>(X'*X))*X';</a:t>
            </a:r>
          </a:p>
          <a:p>
            <a:pPr>
              <a:lnSpc>
                <a:spcPct val="150000"/>
              </a:lnSpc>
            </a:pPr>
            <a:endParaRPr lang="en-IN" sz="1400" dirty="0">
              <a:solidFill>
                <a:schemeClr val="bg1"/>
              </a:solidFill>
              <a:latin typeface="Arial" panose="020B0604020202020204" pitchFamily="34" charset="0"/>
              <a:cs typeface="Arial" panose="020B0604020202020204" pitchFamily="34" charset="0"/>
            </a:endParaRPr>
          </a:p>
          <a:p>
            <a:pPr>
              <a:lnSpc>
                <a:spcPct val="150000"/>
              </a:lnSpc>
            </a:pPr>
            <a:r>
              <a:rPr lang="en-IN" sz="1400" dirty="0">
                <a:solidFill>
                  <a:schemeClr val="bg1"/>
                </a:solidFill>
                <a:latin typeface="Arial" panose="020B0604020202020204" pitchFamily="34" charset="0"/>
                <a:cs typeface="Arial" panose="020B0604020202020204" pitchFamily="34" charset="0"/>
              </a:rPr>
              <a:t>PRESS_X=0.0;</a:t>
            </a:r>
          </a:p>
          <a:p>
            <a:pPr>
              <a:lnSpc>
                <a:spcPct val="150000"/>
              </a:lnSpc>
            </a:pPr>
            <a:r>
              <a:rPr lang="en-IN" sz="1400" dirty="0">
                <a:solidFill>
                  <a:schemeClr val="bg1"/>
                </a:solidFill>
                <a:latin typeface="Arial" panose="020B0604020202020204" pitchFamily="34" charset="0"/>
                <a:cs typeface="Arial" panose="020B0604020202020204" pitchFamily="34" charset="0"/>
              </a:rPr>
              <a:t>Res_SSQ2_X=0;</a:t>
            </a:r>
          </a:p>
          <a:p>
            <a:pPr>
              <a:lnSpc>
                <a:spcPct val="150000"/>
              </a:lnSpc>
            </a:pPr>
            <a:br>
              <a:rPr lang="en-IN" sz="1400" dirty="0">
                <a:solidFill>
                  <a:schemeClr val="bg1"/>
                </a:solidFill>
                <a:latin typeface="Arial" panose="020B0604020202020204" pitchFamily="34" charset="0"/>
                <a:cs typeface="Arial" panose="020B0604020202020204" pitchFamily="34" charset="0"/>
              </a:rPr>
            </a:br>
            <a:r>
              <a:rPr lang="en-IN" sz="1400" dirty="0">
                <a:solidFill>
                  <a:schemeClr val="bg1"/>
                </a:solidFill>
                <a:latin typeface="Arial" panose="020B0604020202020204" pitchFamily="34" charset="0"/>
                <a:cs typeface="Arial" panose="020B0604020202020204" pitchFamily="34" charset="0"/>
              </a:rPr>
              <a:t>for </a:t>
            </a:r>
            <a:r>
              <a:rPr lang="en-IN" sz="1400" dirty="0" err="1">
                <a:solidFill>
                  <a:schemeClr val="bg1"/>
                </a:solidFill>
                <a:latin typeface="Arial" panose="020B0604020202020204" pitchFamily="34" charset="0"/>
                <a:cs typeface="Arial" panose="020B0604020202020204" pitchFamily="34" charset="0"/>
              </a:rPr>
              <a:t>i</a:t>
            </a:r>
            <a:r>
              <a:rPr lang="en-IN" sz="1400" dirty="0">
                <a:solidFill>
                  <a:schemeClr val="bg1"/>
                </a:solidFill>
                <a:latin typeface="Arial" panose="020B0604020202020204" pitchFamily="34" charset="0"/>
                <a:cs typeface="Arial" panose="020B0604020202020204" pitchFamily="34" charset="0"/>
              </a:rPr>
              <a:t>=1:numel(Y)</a:t>
            </a:r>
          </a:p>
          <a:p>
            <a:pPr>
              <a:lnSpc>
                <a:spcPct val="150000"/>
              </a:lnSpc>
            </a:pPr>
            <a:r>
              <a:rPr lang="en-IN" sz="1400" dirty="0">
                <a:solidFill>
                  <a:schemeClr val="bg1"/>
                </a:solidFill>
                <a:latin typeface="Arial" panose="020B0604020202020204" pitchFamily="34" charset="0"/>
                <a:cs typeface="Arial" panose="020B0604020202020204" pitchFamily="34" charset="0"/>
              </a:rPr>
              <a:t>Res_SSQ2_X=Res_SSQ2_X+(Y(</a:t>
            </a:r>
            <a:r>
              <a:rPr lang="en-IN" sz="1400" dirty="0" err="1">
                <a:solidFill>
                  <a:schemeClr val="bg1"/>
                </a:solidFill>
                <a:latin typeface="Arial" panose="020B0604020202020204" pitchFamily="34" charset="0"/>
                <a:cs typeface="Arial" panose="020B0604020202020204" pitchFamily="34" charset="0"/>
              </a:rPr>
              <a:t>i</a:t>
            </a:r>
            <a:r>
              <a:rPr lang="en-IN" sz="1400" dirty="0">
                <a:solidFill>
                  <a:schemeClr val="bg1"/>
                </a:solidFill>
                <a:latin typeface="Arial" panose="020B0604020202020204" pitchFamily="34" charset="0"/>
                <a:cs typeface="Arial" panose="020B0604020202020204" pitchFamily="34" charset="0"/>
              </a:rPr>
              <a:t>)-</a:t>
            </a:r>
            <a:r>
              <a:rPr lang="en-IN" sz="1400" dirty="0" err="1">
                <a:solidFill>
                  <a:schemeClr val="bg1"/>
                </a:solidFill>
                <a:latin typeface="Arial" panose="020B0604020202020204" pitchFamily="34" charset="0"/>
                <a:cs typeface="Arial" panose="020B0604020202020204" pitchFamily="34" charset="0"/>
              </a:rPr>
              <a:t>Y_Pred</a:t>
            </a:r>
            <a:r>
              <a:rPr lang="en-IN" sz="1400" dirty="0">
                <a:solidFill>
                  <a:schemeClr val="bg1"/>
                </a:solidFill>
                <a:latin typeface="Arial" panose="020B0604020202020204" pitchFamily="34" charset="0"/>
                <a:cs typeface="Arial" panose="020B0604020202020204" pitchFamily="34" charset="0"/>
              </a:rPr>
              <a:t>(</a:t>
            </a:r>
            <a:r>
              <a:rPr lang="en-IN" sz="1400" dirty="0" err="1">
                <a:solidFill>
                  <a:schemeClr val="bg1"/>
                </a:solidFill>
                <a:latin typeface="Arial" panose="020B0604020202020204" pitchFamily="34" charset="0"/>
                <a:cs typeface="Arial" panose="020B0604020202020204" pitchFamily="34" charset="0"/>
              </a:rPr>
              <a:t>i</a:t>
            </a:r>
            <a:r>
              <a:rPr lang="en-IN" sz="1400" dirty="0">
                <a:solidFill>
                  <a:schemeClr val="bg1"/>
                </a:solidFill>
                <a:latin typeface="Arial" panose="020B0604020202020204" pitchFamily="34" charset="0"/>
                <a:cs typeface="Arial" panose="020B0604020202020204" pitchFamily="34" charset="0"/>
              </a:rPr>
              <a:t>))^2;</a:t>
            </a:r>
          </a:p>
          <a:p>
            <a:pPr>
              <a:lnSpc>
                <a:spcPct val="150000"/>
              </a:lnSpc>
            </a:pPr>
            <a:endParaRPr lang="en-IN" sz="1400" dirty="0">
              <a:solidFill>
                <a:schemeClr val="bg1"/>
              </a:solidFill>
              <a:latin typeface="Arial" panose="020B0604020202020204" pitchFamily="34" charset="0"/>
              <a:cs typeface="Arial" panose="020B0604020202020204" pitchFamily="34" charset="0"/>
            </a:endParaRPr>
          </a:p>
          <a:p>
            <a:pPr>
              <a:lnSpc>
                <a:spcPct val="150000"/>
              </a:lnSpc>
            </a:pPr>
            <a:r>
              <a:rPr lang="en-IN" sz="1400" dirty="0">
                <a:solidFill>
                  <a:schemeClr val="bg1"/>
                </a:solidFill>
                <a:latin typeface="Arial" panose="020B0604020202020204" pitchFamily="34" charset="0"/>
                <a:cs typeface="Arial" panose="020B0604020202020204" pitchFamily="34" charset="0"/>
              </a:rPr>
              <a:t>% PRESS Calculations </a:t>
            </a:r>
          </a:p>
          <a:p>
            <a:pPr>
              <a:lnSpc>
                <a:spcPct val="150000"/>
              </a:lnSpc>
            </a:pPr>
            <a:r>
              <a:rPr lang="en-IN" sz="1400" dirty="0">
                <a:solidFill>
                  <a:schemeClr val="bg1"/>
                </a:solidFill>
                <a:latin typeface="Arial" panose="020B0604020202020204" pitchFamily="34" charset="0"/>
                <a:cs typeface="Arial" panose="020B0604020202020204" pitchFamily="34" charset="0"/>
              </a:rPr>
              <a:t>PRESS_X = PRESS_X + ((Y(</a:t>
            </a:r>
            <a:r>
              <a:rPr lang="en-IN" sz="1400" dirty="0" err="1">
                <a:solidFill>
                  <a:schemeClr val="bg1"/>
                </a:solidFill>
                <a:latin typeface="Arial" panose="020B0604020202020204" pitchFamily="34" charset="0"/>
                <a:cs typeface="Arial" panose="020B0604020202020204" pitchFamily="34" charset="0"/>
              </a:rPr>
              <a:t>i</a:t>
            </a:r>
            <a:r>
              <a:rPr lang="en-IN" sz="1400" dirty="0">
                <a:solidFill>
                  <a:schemeClr val="bg1"/>
                </a:solidFill>
                <a:latin typeface="Arial" panose="020B0604020202020204" pitchFamily="34" charset="0"/>
                <a:cs typeface="Arial" panose="020B0604020202020204" pitchFamily="34" charset="0"/>
              </a:rPr>
              <a:t>)-</a:t>
            </a:r>
            <a:r>
              <a:rPr lang="en-IN" sz="1400" dirty="0" err="1">
                <a:solidFill>
                  <a:schemeClr val="bg1"/>
                </a:solidFill>
                <a:latin typeface="Arial" panose="020B0604020202020204" pitchFamily="34" charset="0"/>
                <a:cs typeface="Arial" panose="020B0604020202020204" pitchFamily="34" charset="0"/>
              </a:rPr>
              <a:t>Y_Pred</a:t>
            </a:r>
            <a:r>
              <a:rPr lang="en-IN" sz="1400" dirty="0">
                <a:solidFill>
                  <a:schemeClr val="bg1"/>
                </a:solidFill>
                <a:latin typeface="Arial" panose="020B0604020202020204" pitchFamily="34" charset="0"/>
                <a:cs typeface="Arial" panose="020B0604020202020204" pitchFamily="34" charset="0"/>
              </a:rPr>
              <a:t>(</a:t>
            </a:r>
            <a:r>
              <a:rPr lang="en-IN" sz="1400" dirty="0" err="1">
                <a:solidFill>
                  <a:schemeClr val="bg1"/>
                </a:solidFill>
                <a:latin typeface="Arial" panose="020B0604020202020204" pitchFamily="34" charset="0"/>
                <a:cs typeface="Arial" panose="020B0604020202020204" pitchFamily="34" charset="0"/>
              </a:rPr>
              <a:t>i</a:t>
            </a:r>
            <a:r>
              <a:rPr lang="en-IN" sz="1400" dirty="0">
                <a:solidFill>
                  <a:schemeClr val="bg1"/>
                </a:solidFill>
                <a:latin typeface="Arial" panose="020B0604020202020204" pitchFamily="34" charset="0"/>
                <a:cs typeface="Arial" panose="020B0604020202020204" pitchFamily="34" charset="0"/>
              </a:rPr>
              <a:t>))/(1-HX(</a:t>
            </a:r>
            <a:r>
              <a:rPr lang="en-IN" sz="1400" dirty="0" err="1">
                <a:solidFill>
                  <a:schemeClr val="bg1"/>
                </a:solidFill>
                <a:latin typeface="Arial" panose="020B0604020202020204" pitchFamily="34" charset="0"/>
                <a:cs typeface="Arial" panose="020B0604020202020204" pitchFamily="34" charset="0"/>
              </a:rPr>
              <a:t>i,i</a:t>
            </a:r>
            <a:r>
              <a:rPr lang="en-IN" sz="1400" dirty="0">
                <a:solidFill>
                  <a:schemeClr val="bg1"/>
                </a:solidFill>
                <a:latin typeface="Arial" panose="020B0604020202020204" pitchFamily="34" charset="0"/>
                <a:cs typeface="Arial" panose="020B0604020202020204" pitchFamily="34" charset="0"/>
              </a:rPr>
              <a:t>)))^2;</a:t>
            </a:r>
          </a:p>
          <a:p>
            <a:pPr>
              <a:lnSpc>
                <a:spcPct val="150000"/>
              </a:lnSpc>
            </a:pPr>
            <a:r>
              <a:rPr lang="en-IN" sz="1400" dirty="0">
                <a:solidFill>
                  <a:schemeClr val="bg1"/>
                </a:solidFill>
                <a:latin typeface="Arial" panose="020B0604020202020204" pitchFamily="34" charset="0"/>
                <a:cs typeface="Arial" panose="020B0604020202020204" pitchFamily="34" charset="0"/>
              </a:rPr>
              <a:t>% </a:t>
            </a:r>
            <a:r>
              <a:rPr lang="en-IN" sz="1400" dirty="0">
                <a:solidFill>
                  <a:schemeClr val="accent6">
                    <a:lumMod val="75000"/>
                  </a:schemeClr>
                </a:solidFill>
                <a:latin typeface="Arial" panose="020B0604020202020204" pitchFamily="34" charset="0"/>
                <a:cs typeface="Arial" panose="020B0604020202020204" pitchFamily="34" charset="0"/>
              </a:rPr>
              <a:t>PRESS = 11.9361  Predicted Sum of </a:t>
            </a:r>
            <a:r>
              <a:rPr lang="en-IN" sz="1400" dirty="0" err="1">
                <a:solidFill>
                  <a:schemeClr val="accent6">
                    <a:lumMod val="75000"/>
                  </a:schemeClr>
                </a:solidFill>
                <a:latin typeface="Arial" panose="020B0604020202020204" pitchFamily="34" charset="0"/>
                <a:cs typeface="Arial" panose="020B0604020202020204" pitchFamily="34" charset="0"/>
              </a:rPr>
              <a:t>Squrares</a:t>
            </a:r>
            <a:endParaRPr lang="en-IN" sz="1400" dirty="0">
              <a:solidFill>
                <a:schemeClr val="accent6">
                  <a:lumMod val="75000"/>
                </a:schemeClr>
              </a:solidFill>
              <a:latin typeface="Arial" panose="020B0604020202020204" pitchFamily="34" charset="0"/>
              <a:cs typeface="Arial" panose="020B0604020202020204" pitchFamily="34" charset="0"/>
            </a:endParaRPr>
          </a:p>
          <a:p>
            <a:pPr>
              <a:lnSpc>
                <a:spcPct val="150000"/>
              </a:lnSpc>
            </a:pPr>
            <a:r>
              <a:rPr lang="en-IN" sz="1400" dirty="0">
                <a:solidFill>
                  <a:schemeClr val="bg1"/>
                </a:solidFill>
                <a:latin typeface="Arial" panose="020B0604020202020204" pitchFamily="34" charset="0"/>
                <a:cs typeface="Arial" panose="020B0604020202020204" pitchFamily="34" charset="0"/>
              </a:rPr>
              <a:t>end</a:t>
            </a:r>
          </a:p>
          <a:p>
            <a:pPr>
              <a:lnSpc>
                <a:spcPct val="150000"/>
              </a:lnSpc>
            </a:pPr>
            <a:br>
              <a:rPr lang="en-IN" sz="1400" dirty="0">
                <a:solidFill>
                  <a:schemeClr val="bg1"/>
                </a:solidFill>
                <a:latin typeface="Arial" panose="020B0604020202020204" pitchFamily="34" charset="0"/>
                <a:cs typeface="Arial" panose="020B0604020202020204" pitchFamily="34" charset="0"/>
              </a:rPr>
            </a:br>
            <a:endParaRPr lang="en-IN" sz="1400" dirty="0">
              <a:solidFill>
                <a:schemeClr val="bg1"/>
              </a:solidFill>
              <a:latin typeface="Arial" panose="020B0604020202020204" pitchFamily="34" charset="0"/>
              <a:cs typeface="Arial" panose="020B0604020202020204" pitchFamily="34" charset="0"/>
            </a:endParaRPr>
          </a:p>
        </p:txBody>
      </p:sp>
      <p:sp>
        <p:nvSpPr>
          <p:cNvPr id="5" name="Rectangle 4"/>
          <p:cNvSpPr/>
          <p:nvPr/>
        </p:nvSpPr>
        <p:spPr>
          <a:xfrm>
            <a:off x="4759424" y="1008563"/>
            <a:ext cx="4283968" cy="2354491"/>
          </a:xfrm>
          <a:prstGeom prst="rect">
            <a:avLst/>
          </a:prstGeom>
        </p:spPr>
        <p:txBody>
          <a:bodyPr wrap="square">
            <a:spAutoFit/>
          </a:bodyPr>
          <a:lstStyle/>
          <a:p>
            <a:pPr>
              <a:lnSpc>
                <a:spcPct val="150000"/>
              </a:lnSpc>
            </a:pPr>
            <a:r>
              <a:rPr lang="en-IN" sz="1400" dirty="0">
                <a:solidFill>
                  <a:schemeClr val="bg1"/>
                </a:solidFill>
                <a:latin typeface="Arial" panose="020B0604020202020204" pitchFamily="34" charset="0"/>
                <a:cs typeface="Arial" panose="020B0604020202020204" pitchFamily="34" charset="0"/>
              </a:rPr>
              <a:t>% Find R2 PRESS</a:t>
            </a:r>
          </a:p>
          <a:p>
            <a:pPr>
              <a:lnSpc>
                <a:spcPct val="150000"/>
              </a:lnSpc>
            </a:pPr>
            <a:endParaRPr lang="en-IN" sz="1400" dirty="0">
              <a:solidFill>
                <a:schemeClr val="bg1"/>
              </a:solidFill>
              <a:latin typeface="Arial" panose="020B0604020202020204" pitchFamily="34" charset="0"/>
              <a:cs typeface="Arial" panose="020B0604020202020204" pitchFamily="34" charset="0"/>
            </a:endParaRPr>
          </a:p>
          <a:p>
            <a:pPr>
              <a:lnSpc>
                <a:spcPct val="150000"/>
              </a:lnSpc>
            </a:pPr>
            <a:r>
              <a:rPr lang="en-IN" sz="1400" dirty="0">
                <a:solidFill>
                  <a:schemeClr val="bg1"/>
                </a:solidFill>
                <a:latin typeface="Arial" panose="020B0604020202020204" pitchFamily="34" charset="0"/>
                <a:cs typeface="Arial" panose="020B0604020202020204" pitchFamily="34" charset="0"/>
              </a:rPr>
              <a:t>R2_PRESS=1-PRESS_X/(Y'*Y-n*(mean(Y))^2);</a:t>
            </a:r>
          </a:p>
          <a:p>
            <a:pPr>
              <a:lnSpc>
                <a:spcPct val="150000"/>
              </a:lnSpc>
            </a:pPr>
            <a:br>
              <a:rPr lang="en-IN" sz="1400" dirty="0">
                <a:solidFill>
                  <a:schemeClr val="bg1"/>
                </a:solidFill>
                <a:latin typeface="Arial" panose="020B0604020202020204" pitchFamily="34" charset="0"/>
                <a:cs typeface="Arial" panose="020B0604020202020204" pitchFamily="34" charset="0"/>
              </a:rPr>
            </a:br>
            <a:endParaRPr lang="en-IN" sz="1400" dirty="0">
              <a:solidFill>
                <a:schemeClr val="bg1"/>
              </a:solidFill>
              <a:latin typeface="Arial" panose="020B0604020202020204" pitchFamily="34" charset="0"/>
              <a:cs typeface="Arial" panose="020B0604020202020204" pitchFamily="34" charset="0"/>
            </a:endParaRPr>
          </a:p>
          <a:p>
            <a:pPr>
              <a:lnSpc>
                <a:spcPct val="150000"/>
              </a:lnSpc>
            </a:pPr>
            <a:r>
              <a:rPr lang="en-IN" sz="1400" dirty="0">
                <a:solidFill>
                  <a:schemeClr val="bg1"/>
                </a:solidFill>
                <a:latin typeface="Arial" panose="020B0604020202020204" pitchFamily="34" charset="0"/>
                <a:cs typeface="Arial" panose="020B0604020202020204" pitchFamily="34" charset="0"/>
              </a:rPr>
              <a:t>% </a:t>
            </a:r>
            <a:r>
              <a:rPr lang="en-IN" sz="1400" dirty="0">
                <a:solidFill>
                  <a:schemeClr val="accent6">
                    <a:lumMod val="75000"/>
                  </a:schemeClr>
                </a:solidFill>
                <a:latin typeface="Arial" panose="020B0604020202020204" pitchFamily="34" charset="0"/>
                <a:cs typeface="Arial" panose="020B0604020202020204" pitchFamily="34" charset="0"/>
              </a:rPr>
              <a:t>R2_PRESSX = 0.9479</a:t>
            </a:r>
          </a:p>
          <a:p>
            <a:pPr>
              <a:lnSpc>
                <a:spcPct val="150000"/>
              </a:lnSpc>
            </a:pPr>
            <a:endParaRPr lang="en-IN" sz="1400" dirty="0">
              <a:solidFill>
                <a:schemeClr val="bg1"/>
              </a:solidFill>
              <a:latin typeface="Arial" panose="020B0604020202020204" pitchFamily="34" charset="0"/>
              <a:cs typeface="Arial" panose="020B0604020202020204" pitchFamily="34" charset="0"/>
            </a:endParaRPr>
          </a:p>
        </p:txBody>
      </p:sp>
      <p:sp>
        <p:nvSpPr>
          <p:cNvPr id="6" name="TextBox 5"/>
          <p:cNvSpPr txBox="1"/>
          <p:nvPr/>
        </p:nvSpPr>
        <p:spPr>
          <a:xfrm>
            <a:off x="2051720" y="0"/>
            <a:ext cx="4608512"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c) PRESS:</a:t>
            </a:r>
          </a:p>
          <a:p>
            <a:pPr algn="ctr"/>
            <a:endParaRPr lang="en-IN"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061852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43608" y="0"/>
            <a:ext cx="6624736" cy="861774"/>
          </a:xfrm>
          <a:prstGeom prst="rect">
            <a:avLst/>
          </a:prstGeom>
          <a:noFill/>
        </p:spPr>
        <p:txBody>
          <a:bodyPr wrap="square" rtlCol="0">
            <a:spAutoFit/>
          </a:bodyPr>
          <a:lstStyle/>
          <a:p>
            <a:pPr algn="ctr"/>
            <a:r>
              <a:rPr lang="en-US" sz="3200" b="1" dirty="0">
                <a:solidFill>
                  <a:srgbClr val="0070C0"/>
                </a:solidFill>
                <a:effectLst>
                  <a:outerShdw blurRad="38100" dist="38100" dir="2700000" algn="tl">
                    <a:srgbClr val="000000">
                      <a:alpha val="43137"/>
                    </a:srgbClr>
                  </a:outerShdw>
                </a:effectLst>
                <a:latin typeface="Arial" pitchFamily="34" charset="0"/>
                <a:cs typeface="Arial" pitchFamily="34" charset="0"/>
              </a:rPr>
              <a:t>d) Variance Covariance Matrix</a:t>
            </a:r>
          </a:p>
          <a:p>
            <a:pPr algn="ctr"/>
            <a:endParaRPr lang="en-IN" dirty="0">
              <a:solidFill>
                <a:srgbClr val="0070C0"/>
              </a:solidFill>
              <a:effectLst>
                <a:outerShdw blurRad="38100" dist="38100" dir="2700000" algn="tl">
                  <a:srgbClr val="000000">
                    <a:alpha val="43137"/>
                  </a:srgbClr>
                </a:outerShdw>
              </a:effectLst>
            </a:endParaRPr>
          </a:p>
        </p:txBody>
      </p:sp>
      <p:sp>
        <p:nvSpPr>
          <p:cNvPr id="2" name="Rectangle 1"/>
          <p:cNvSpPr/>
          <p:nvPr/>
        </p:nvSpPr>
        <p:spPr>
          <a:xfrm>
            <a:off x="1403648" y="627534"/>
            <a:ext cx="7128792" cy="3970318"/>
          </a:xfrm>
          <a:prstGeom prst="rect">
            <a:avLst/>
          </a:prstGeom>
        </p:spPr>
        <p:txBody>
          <a:bodyPr wrap="square">
            <a:spAutoFit/>
          </a:bodyPr>
          <a:lstStyle/>
          <a:p>
            <a:pPr>
              <a:lnSpc>
                <a:spcPct val="200000"/>
              </a:lnSpc>
            </a:pPr>
            <a:r>
              <a:rPr lang="en-IN" dirty="0" err="1">
                <a:solidFill>
                  <a:schemeClr val="bg1"/>
                </a:solidFill>
                <a:latin typeface="Arial" panose="020B0604020202020204" pitchFamily="34" charset="0"/>
                <a:cs typeface="Arial" panose="020B0604020202020204" pitchFamily="34" charset="0"/>
              </a:rPr>
              <a:t>VarCov_Matrix</a:t>
            </a:r>
            <a:r>
              <a:rPr lang="en-IN" dirty="0">
                <a:solidFill>
                  <a:schemeClr val="bg1"/>
                </a:solidFill>
                <a:latin typeface="Arial" panose="020B0604020202020204" pitchFamily="34" charset="0"/>
                <a:cs typeface="Arial" panose="020B0604020202020204" pitchFamily="34" charset="0"/>
              </a:rPr>
              <a:t> = (</a:t>
            </a:r>
            <a:r>
              <a:rPr lang="en-IN" dirty="0" err="1">
                <a:solidFill>
                  <a:schemeClr val="bg1"/>
                </a:solidFill>
                <a:latin typeface="Arial" panose="020B0604020202020204" pitchFamily="34" charset="0"/>
                <a:cs typeface="Arial" panose="020B0604020202020204" pitchFamily="34" charset="0"/>
              </a:rPr>
              <a:t>inv</a:t>
            </a:r>
            <a:r>
              <a:rPr lang="en-IN" dirty="0">
                <a:solidFill>
                  <a:schemeClr val="bg1"/>
                </a:solidFill>
                <a:latin typeface="Arial" panose="020B0604020202020204" pitchFamily="34" charset="0"/>
                <a:cs typeface="Arial" panose="020B0604020202020204" pitchFamily="34" charset="0"/>
              </a:rPr>
              <a:t>(X'*X))*(RsSSQ1/(n-p));</a:t>
            </a:r>
          </a:p>
          <a:p>
            <a:pPr>
              <a:lnSpc>
                <a:spcPct val="200000"/>
              </a:lnSpc>
            </a:pPr>
            <a:r>
              <a:rPr lang="en-IN" dirty="0">
                <a:solidFill>
                  <a:schemeClr val="bg1"/>
                </a:solidFill>
                <a:latin typeface="Arial" panose="020B0604020202020204" pitchFamily="34" charset="0"/>
                <a:cs typeface="Arial" panose="020B0604020202020204" pitchFamily="34" charset="0"/>
              </a:rPr>
              <a:t>% </a:t>
            </a:r>
            <a:r>
              <a:rPr lang="en-IN" dirty="0" err="1">
                <a:solidFill>
                  <a:schemeClr val="accent6">
                    <a:lumMod val="75000"/>
                  </a:schemeClr>
                </a:solidFill>
                <a:latin typeface="Arial" panose="020B0604020202020204" pitchFamily="34" charset="0"/>
                <a:cs typeface="Arial" panose="020B0604020202020204" pitchFamily="34" charset="0"/>
              </a:rPr>
              <a:t>VarCov_Matrix</a:t>
            </a:r>
            <a:r>
              <a:rPr lang="en-IN" dirty="0">
                <a:solidFill>
                  <a:schemeClr val="accent6">
                    <a:lumMod val="75000"/>
                  </a:schemeClr>
                </a:solidFill>
                <a:latin typeface="Arial" panose="020B0604020202020204" pitchFamily="34" charset="0"/>
                <a:cs typeface="Arial" panose="020B0604020202020204" pitchFamily="34" charset="0"/>
              </a:rPr>
              <a:t> =</a:t>
            </a:r>
          </a:p>
          <a:p>
            <a:pPr>
              <a:lnSpc>
                <a:spcPct val="200000"/>
              </a:lnSpc>
            </a:pPr>
            <a:r>
              <a:rPr lang="en-IN" dirty="0">
                <a:solidFill>
                  <a:schemeClr val="bg1"/>
                </a:solidFill>
                <a:latin typeface="Arial" panose="020B0604020202020204" pitchFamily="34" charset="0"/>
                <a:cs typeface="Arial" panose="020B0604020202020204" pitchFamily="34" charset="0"/>
              </a:rPr>
              <a:t>% </a:t>
            </a:r>
          </a:p>
          <a:p>
            <a:pPr>
              <a:lnSpc>
                <a:spcPct val="200000"/>
              </a:lnSpc>
            </a:pPr>
            <a:r>
              <a:rPr lang="en-IN" dirty="0">
                <a:solidFill>
                  <a:schemeClr val="bg1"/>
                </a:solidFill>
                <a:latin typeface="Arial" panose="020B0604020202020204" pitchFamily="34" charset="0"/>
                <a:cs typeface="Arial" panose="020B0604020202020204" pitchFamily="34" charset="0"/>
              </a:rPr>
              <a:t>% </a:t>
            </a:r>
            <a:r>
              <a:rPr lang="en-IN" dirty="0">
                <a:solidFill>
                  <a:schemeClr val="accent6">
                    <a:lumMod val="75000"/>
                  </a:schemeClr>
                </a:solidFill>
                <a:latin typeface="Arial" panose="020B0604020202020204" pitchFamily="34" charset="0"/>
                <a:cs typeface="Arial" panose="020B0604020202020204" pitchFamily="34" charset="0"/>
              </a:rPr>
              <a:t>40.1613 -5.6542  0.1898</a:t>
            </a:r>
          </a:p>
          <a:p>
            <a:pPr>
              <a:lnSpc>
                <a:spcPct val="200000"/>
              </a:lnSpc>
            </a:pPr>
            <a:r>
              <a:rPr lang="en-IN" dirty="0">
                <a:solidFill>
                  <a:schemeClr val="accent6">
                    <a:lumMod val="75000"/>
                  </a:schemeClr>
                </a:solidFill>
                <a:latin typeface="Arial" panose="020B0604020202020204" pitchFamily="34" charset="0"/>
                <a:cs typeface="Arial" panose="020B0604020202020204" pitchFamily="34" charset="0"/>
              </a:rPr>
              <a:t>% -5.6542   0.8061 -0.0273</a:t>
            </a:r>
          </a:p>
          <a:p>
            <a:pPr>
              <a:lnSpc>
                <a:spcPct val="200000"/>
              </a:lnSpc>
            </a:pPr>
            <a:r>
              <a:rPr lang="en-IN" dirty="0">
                <a:solidFill>
                  <a:schemeClr val="accent6">
                    <a:lumMod val="75000"/>
                  </a:schemeClr>
                </a:solidFill>
                <a:latin typeface="Arial" panose="020B0604020202020204" pitchFamily="34" charset="0"/>
                <a:cs typeface="Arial" panose="020B0604020202020204" pitchFamily="34" charset="0"/>
              </a:rPr>
              <a:t>% 0.1898   -0.0273  0.0009</a:t>
            </a:r>
          </a:p>
          <a:p>
            <a:pPr>
              <a:lnSpc>
                <a:spcPct val="200000"/>
              </a:lnSpc>
            </a:pPr>
            <a:r>
              <a:rPr lang="en-IN" dirty="0">
                <a:solidFill>
                  <a:schemeClr val="bg1"/>
                </a:solidFill>
                <a:latin typeface="Arial" panose="020B0604020202020204" pitchFamily="34" charset="0"/>
                <a:cs typeface="Arial" panose="020B0604020202020204" pitchFamily="34" charset="0"/>
              </a:rPr>
              <a:t>% Note the </a:t>
            </a:r>
            <a:r>
              <a:rPr lang="en-IN" dirty="0">
                <a:solidFill>
                  <a:srgbClr val="0000FF"/>
                </a:solidFill>
                <a:latin typeface="Arial" panose="020B0604020202020204" pitchFamily="34" charset="0"/>
                <a:cs typeface="Arial" panose="020B0604020202020204" pitchFamily="34" charset="0"/>
              </a:rPr>
              <a:t>symmetric</a:t>
            </a:r>
            <a:r>
              <a:rPr lang="en-IN" dirty="0">
                <a:solidFill>
                  <a:schemeClr val="bg1"/>
                </a:solidFill>
                <a:latin typeface="Arial" panose="020B0604020202020204" pitchFamily="34" charset="0"/>
                <a:cs typeface="Arial" panose="020B0604020202020204" pitchFamily="34" charset="0"/>
              </a:rPr>
              <a:t> nature of the Variance-Covariance Matrix</a:t>
            </a:r>
          </a:p>
        </p:txBody>
      </p:sp>
    </p:spTree>
    <p:extLst>
      <p:ext uri="{BB962C8B-B14F-4D97-AF65-F5344CB8AC3E}">
        <p14:creationId xmlns:p14="http://schemas.microsoft.com/office/powerpoint/2010/main" val="5001406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9512" y="0"/>
            <a:ext cx="8640960" cy="954107"/>
          </a:xfrm>
          <a:prstGeom prst="rect">
            <a:avLst/>
          </a:prstGeom>
          <a:noFill/>
        </p:spPr>
        <p:txBody>
          <a:bodyPr wrap="square" rtlCol="0">
            <a:spAutoFit/>
          </a:bodyPr>
          <a:lstStyle/>
          <a:p>
            <a:pPr algn="ctr"/>
            <a:r>
              <a:rPr lang="en-US" sz="2800" b="1" dirty="0">
                <a:solidFill>
                  <a:srgbClr val="0070C0"/>
                </a:solidFill>
                <a:effectLst>
                  <a:outerShdw blurRad="38100" dist="38100" dir="2700000" algn="tl">
                    <a:srgbClr val="000000">
                      <a:alpha val="43137"/>
                    </a:srgbClr>
                  </a:outerShdw>
                </a:effectLst>
                <a:latin typeface="Arial" pitchFamily="34" charset="0"/>
                <a:cs typeface="Arial" pitchFamily="34" charset="0"/>
              </a:rPr>
              <a:t>e) Standard Errors of the Estimated Parameters</a:t>
            </a:r>
          </a:p>
          <a:p>
            <a:pPr algn="ctr"/>
            <a:endParaRPr lang="en-IN" sz="2800" dirty="0">
              <a:solidFill>
                <a:srgbClr val="0070C0"/>
              </a:solidFill>
              <a:effectLst>
                <a:outerShdw blurRad="38100" dist="38100" dir="2700000" algn="tl">
                  <a:srgbClr val="000000">
                    <a:alpha val="43137"/>
                  </a:srgbClr>
                </a:outerShdw>
              </a:effectLst>
            </a:endParaRPr>
          </a:p>
        </p:txBody>
      </p:sp>
      <p:sp>
        <p:nvSpPr>
          <p:cNvPr id="2" name="Rectangle 1"/>
          <p:cNvSpPr/>
          <p:nvPr/>
        </p:nvSpPr>
        <p:spPr>
          <a:xfrm>
            <a:off x="539552" y="627534"/>
            <a:ext cx="3888432" cy="4401205"/>
          </a:xfrm>
          <a:prstGeom prst="rect">
            <a:avLst/>
          </a:prstGeom>
        </p:spPr>
        <p:txBody>
          <a:bodyPr wrap="square">
            <a:spAutoFit/>
          </a:bodyPr>
          <a:lstStyle/>
          <a:p>
            <a:pPr>
              <a:lnSpc>
                <a:spcPct val="200000"/>
              </a:lnSpc>
            </a:pPr>
            <a:r>
              <a:rPr lang="en-IN" sz="1400" dirty="0" err="1">
                <a:solidFill>
                  <a:schemeClr val="bg1"/>
                </a:solidFill>
                <a:latin typeface="Arial" panose="020B0604020202020204" pitchFamily="34" charset="0"/>
                <a:cs typeface="Arial" panose="020B0604020202020204" pitchFamily="34" charset="0"/>
              </a:rPr>
              <a:t>VarCov_Matrix</a:t>
            </a:r>
            <a:r>
              <a:rPr lang="en-IN" sz="1400" dirty="0">
                <a:solidFill>
                  <a:schemeClr val="bg1"/>
                </a:solidFill>
                <a:latin typeface="Arial" panose="020B0604020202020204" pitchFamily="34" charset="0"/>
                <a:cs typeface="Arial" panose="020B0604020202020204" pitchFamily="34" charset="0"/>
              </a:rPr>
              <a:t> = (</a:t>
            </a:r>
            <a:r>
              <a:rPr lang="en-IN" sz="1400" dirty="0" err="1">
                <a:solidFill>
                  <a:schemeClr val="bg1"/>
                </a:solidFill>
                <a:latin typeface="Arial" panose="020B0604020202020204" pitchFamily="34" charset="0"/>
                <a:cs typeface="Arial" panose="020B0604020202020204" pitchFamily="34" charset="0"/>
              </a:rPr>
              <a:t>inv</a:t>
            </a:r>
            <a:r>
              <a:rPr lang="en-IN" sz="1400" dirty="0">
                <a:solidFill>
                  <a:schemeClr val="bg1"/>
                </a:solidFill>
                <a:latin typeface="Arial" panose="020B0604020202020204" pitchFamily="34" charset="0"/>
                <a:cs typeface="Arial" panose="020B0604020202020204" pitchFamily="34" charset="0"/>
              </a:rPr>
              <a:t>(X'*X))*(RsSSQ1/(n-p));</a:t>
            </a:r>
          </a:p>
          <a:p>
            <a:pPr>
              <a:lnSpc>
                <a:spcPct val="200000"/>
              </a:lnSpc>
            </a:pPr>
            <a:r>
              <a:rPr lang="en-IN" sz="1400" dirty="0">
                <a:solidFill>
                  <a:schemeClr val="bg1"/>
                </a:solidFill>
                <a:latin typeface="Arial" panose="020B0604020202020204" pitchFamily="34" charset="0"/>
                <a:cs typeface="Arial" panose="020B0604020202020204" pitchFamily="34" charset="0"/>
              </a:rPr>
              <a:t>% RsSSQ1/(n-p) = 0.9039</a:t>
            </a:r>
          </a:p>
          <a:p>
            <a:pPr>
              <a:lnSpc>
                <a:spcPct val="200000"/>
              </a:lnSpc>
            </a:pPr>
            <a:r>
              <a:rPr lang="en-IN" sz="1400" dirty="0">
                <a:solidFill>
                  <a:schemeClr val="bg1"/>
                </a:solidFill>
                <a:latin typeface="Arial" panose="020B0604020202020204" pitchFamily="34" charset="0"/>
                <a:cs typeface="Arial" panose="020B0604020202020204" pitchFamily="34" charset="0"/>
              </a:rPr>
              <a:t>% Get the diagonal elements</a:t>
            </a:r>
          </a:p>
          <a:p>
            <a:pPr>
              <a:lnSpc>
                <a:spcPct val="200000"/>
              </a:lnSpc>
            </a:pPr>
            <a:r>
              <a:rPr lang="en-IN" sz="1400" dirty="0" err="1">
                <a:solidFill>
                  <a:schemeClr val="bg1"/>
                </a:solidFill>
                <a:latin typeface="Arial" panose="020B0604020202020204" pitchFamily="34" charset="0"/>
                <a:cs typeface="Arial" panose="020B0604020202020204" pitchFamily="34" charset="0"/>
              </a:rPr>
              <a:t>Var_BetaHat</a:t>
            </a:r>
            <a:r>
              <a:rPr lang="en-IN" sz="1400" dirty="0">
                <a:solidFill>
                  <a:schemeClr val="bg1"/>
                </a:solidFill>
                <a:latin typeface="Arial" panose="020B0604020202020204" pitchFamily="34" charset="0"/>
                <a:cs typeface="Arial" panose="020B0604020202020204" pitchFamily="34" charset="0"/>
              </a:rPr>
              <a:t> = </a:t>
            </a:r>
            <a:r>
              <a:rPr lang="en-IN" sz="1400" dirty="0" err="1">
                <a:solidFill>
                  <a:schemeClr val="bg1"/>
                </a:solidFill>
                <a:latin typeface="Arial" panose="020B0604020202020204" pitchFamily="34" charset="0"/>
                <a:cs typeface="Arial" panose="020B0604020202020204" pitchFamily="34" charset="0"/>
              </a:rPr>
              <a:t>diag</a:t>
            </a:r>
            <a:r>
              <a:rPr lang="en-IN" sz="1400" dirty="0">
                <a:solidFill>
                  <a:schemeClr val="bg1"/>
                </a:solidFill>
                <a:latin typeface="Arial" panose="020B0604020202020204" pitchFamily="34" charset="0"/>
                <a:cs typeface="Arial" panose="020B0604020202020204" pitchFamily="34" charset="0"/>
              </a:rPr>
              <a:t>(</a:t>
            </a:r>
            <a:r>
              <a:rPr lang="en-IN" sz="1400" dirty="0" err="1">
                <a:solidFill>
                  <a:schemeClr val="bg1"/>
                </a:solidFill>
                <a:latin typeface="Arial" panose="020B0604020202020204" pitchFamily="34" charset="0"/>
                <a:cs typeface="Arial" panose="020B0604020202020204" pitchFamily="34" charset="0"/>
              </a:rPr>
              <a:t>diag</a:t>
            </a:r>
            <a:r>
              <a:rPr lang="en-IN" sz="1400" dirty="0">
                <a:solidFill>
                  <a:schemeClr val="bg1"/>
                </a:solidFill>
                <a:latin typeface="Arial" panose="020B0604020202020204" pitchFamily="34" charset="0"/>
                <a:cs typeface="Arial" panose="020B0604020202020204" pitchFamily="34" charset="0"/>
              </a:rPr>
              <a:t>(</a:t>
            </a:r>
            <a:r>
              <a:rPr lang="en-IN" sz="1400" dirty="0" err="1">
                <a:solidFill>
                  <a:schemeClr val="bg1"/>
                </a:solidFill>
                <a:latin typeface="Arial" panose="020B0604020202020204" pitchFamily="34" charset="0"/>
                <a:cs typeface="Arial" panose="020B0604020202020204" pitchFamily="34" charset="0"/>
              </a:rPr>
              <a:t>VarCov_Matrix</a:t>
            </a:r>
            <a:r>
              <a:rPr lang="en-IN" sz="1400" dirty="0">
                <a:solidFill>
                  <a:schemeClr val="bg1"/>
                </a:solidFill>
                <a:latin typeface="Arial" panose="020B0604020202020204" pitchFamily="34" charset="0"/>
                <a:cs typeface="Arial" panose="020B0604020202020204" pitchFamily="34" charset="0"/>
              </a:rPr>
              <a:t>));</a:t>
            </a:r>
          </a:p>
          <a:p>
            <a:pPr>
              <a:lnSpc>
                <a:spcPct val="200000"/>
              </a:lnSpc>
            </a:pPr>
            <a:r>
              <a:rPr lang="en-IN" sz="1400" dirty="0">
                <a:solidFill>
                  <a:schemeClr val="accent6">
                    <a:lumMod val="75000"/>
                  </a:schemeClr>
                </a:solidFill>
                <a:latin typeface="Arial" panose="020B0604020202020204" pitchFamily="34" charset="0"/>
                <a:cs typeface="Arial" panose="020B0604020202020204" pitchFamily="34" charset="0"/>
              </a:rPr>
              <a:t>% </a:t>
            </a:r>
            <a:r>
              <a:rPr lang="en-IN" sz="1400" dirty="0" err="1">
                <a:solidFill>
                  <a:schemeClr val="accent6">
                    <a:lumMod val="75000"/>
                  </a:schemeClr>
                </a:solidFill>
                <a:latin typeface="Arial" panose="020B0604020202020204" pitchFamily="34" charset="0"/>
                <a:cs typeface="Arial" panose="020B0604020202020204" pitchFamily="34" charset="0"/>
              </a:rPr>
              <a:t>Var_BetaHat</a:t>
            </a:r>
            <a:r>
              <a:rPr lang="en-IN" sz="1400" dirty="0">
                <a:solidFill>
                  <a:schemeClr val="accent6">
                    <a:lumMod val="75000"/>
                  </a:schemeClr>
                </a:solidFill>
                <a:latin typeface="Arial" panose="020B0604020202020204" pitchFamily="34" charset="0"/>
                <a:cs typeface="Arial" panose="020B0604020202020204" pitchFamily="34" charset="0"/>
              </a:rPr>
              <a:t> =</a:t>
            </a:r>
          </a:p>
          <a:p>
            <a:pPr>
              <a:lnSpc>
                <a:spcPct val="200000"/>
              </a:lnSpc>
            </a:pPr>
            <a:r>
              <a:rPr lang="en-IN" sz="1400" dirty="0">
                <a:solidFill>
                  <a:schemeClr val="accent6">
                    <a:lumMod val="75000"/>
                  </a:schemeClr>
                </a:solidFill>
                <a:latin typeface="Arial" panose="020B0604020202020204" pitchFamily="34" charset="0"/>
                <a:cs typeface="Arial" panose="020B0604020202020204" pitchFamily="34" charset="0"/>
              </a:rPr>
              <a:t>% </a:t>
            </a:r>
          </a:p>
          <a:p>
            <a:pPr>
              <a:lnSpc>
                <a:spcPct val="200000"/>
              </a:lnSpc>
            </a:pPr>
            <a:r>
              <a:rPr lang="en-IN" sz="1400" dirty="0">
                <a:solidFill>
                  <a:schemeClr val="accent6">
                    <a:lumMod val="75000"/>
                  </a:schemeClr>
                </a:solidFill>
                <a:latin typeface="Arial" panose="020B0604020202020204" pitchFamily="34" charset="0"/>
                <a:cs typeface="Arial" panose="020B0604020202020204" pitchFamily="34" charset="0"/>
              </a:rPr>
              <a:t>% 40.1613         0              0</a:t>
            </a:r>
          </a:p>
          <a:p>
            <a:pPr>
              <a:lnSpc>
                <a:spcPct val="200000"/>
              </a:lnSpc>
            </a:pPr>
            <a:r>
              <a:rPr lang="en-IN" sz="1400" dirty="0">
                <a:solidFill>
                  <a:schemeClr val="accent6">
                    <a:lumMod val="75000"/>
                  </a:schemeClr>
                </a:solidFill>
                <a:latin typeface="Arial" panose="020B0604020202020204" pitchFamily="34" charset="0"/>
                <a:cs typeface="Arial" panose="020B0604020202020204" pitchFamily="34" charset="0"/>
              </a:rPr>
              <a:t>% 0               0.8061         0</a:t>
            </a:r>
          </a:p>
          <a:p>
            <a:pPr>
              <a:lnSpc>
                <a:spcPct val="200000"/>
              </a:lnSpc>
            </a:pPr>
            <a:r>
              <a:rPr lang="en-IN" sz="1400" dirty="0">
                <a:solidFill>
                  <a:schemeClr val="accent6">
                    <a:lumMod val="75000"/>
                  </a:schemeClr>
                </a:solidFill>
                <a:latin typeface="Arial" panose="020B0604020202020204" pitchFamily="34" charset="0"/>
                <a:cs typeface="Arial" panose="020B0604020202020204" pitchFamily="34" charset="0"/>
              </a:rPr>
              <a:t>% 0               0              0.0009</a:t>
            </a:r>
          </a:p>
          <a:p>
            <a:pPr>
              <a:lnSpc>
                <a:spcPct val="200000"/>
              </a:lnSpc>
            </a:pPr>
            <a:endParaRPr lang="en-IN" sz="1400" dirty="0">
              <a:solidFill>
                <a:schemeClr val="bg1"/>
              </a:solidFill>
              <a:latin typeface="Arial" panose="020B0604020202020204" pitchFamily="34" charset="0"/>
              <a:cs typeface="Arial" panose="020B0604020202020204" pitchFamily="34" charset="0"/>
            </a:endParaRPr>
          </a:p>
        </p:txBody>
      </p:sp>
      <p:sp>
        <p:nvSpPr>
          <p:cNvPr id="3" name="TextBox 2"/>
          <p:cNvSpPr txBox="1"/>
          <p:nvPr/>
        </p:nvSpPr>
        <p:spPr>
          <a:xfrm>
            <a:off x="5107223" y="1635646"/>
            <a:ext cx="4032448" cy="3046988"/>
          </a:xfrm>
          <a:prstGeom prst="rect">
            <a:avLst/>
          </a:prstGeom>
          <a:noFill/>
        </p:spPr>
        <p:txBody>
          <a:bodyPr wrap="square" rtlCol="0">
            <a:spAutoFit/>
          </a:bodyPr>
          <a:lstStyle/>
          <a:p>
            <a:pPr>
              <a:lnSpc>
                <a:spcPct val="200000"/>
              </a:lnSpc>
            </a:pPr>
            <a:r>
              <a:rPr lang="en-IN" sz="1600" dirty="0" err="1">
                <a:solidFill>
                  <a:schemeClr val="bg1"/>
                </a:solidFill>
                <a:latin typeface="Arial" panose="020B0604020202020204" pitchFamily="34" charset="0"/>
                <a:cs typeface="Arial" panose="020B0604020202020204" pitchFamily="34" charset="0"/>
              </a:rPr>
              <a:t>StdError_Beta</a:t>
            </a:r>
            <a:r>
              <a:rPr lang="en-IN" sz="1600" dirty="0">
                <a:solidFill>
                  <a:schemeClr val="bg1"/>
                </a:solidFill>
                <a:latin typeface="Arial" panose="020B0604020202020204" pitchFamily="34" charset="0"/>
                <a:cs typeface="Arial" panose="020B0604020202020204" pitchFamily="34" charset="0"/>
              </a:rPr>
              <a:t>=</a:t>
            </a:r>
            <a:r>
              <a:rPr lang="en-IN" sz="1600" dirty="0" err="1">
                <a:solidFill>
                  <a:schemeClr val="bg1"/>
                </a:solidFill>
                <a:latin typeface="Arial" panose="020B0604020202020204" pitchFamily="34" charset="0"/>
                <a:cs typeface="Arial" panose="020B0604020202020204" pitchFamily="34" charset="0"/>
              </a:rPr>
              <a:t>sqrt</a:t>
            </a:r>
            <a:r>
              <a:rPr lang="en-IN" sz="1600" dirty="0">
                <a:solidFill>
                  <a:schemeClr val="bg1"/>
                </a:solidFill>
                <a:latin typeface="Arial" panose="020B0604020202020204" pitchFamily="34" charset="0"/>
                <a:cs typeface="Arial" panose="020B0604020202020204" pitchFamily="34" charset="0"/>
              </a:rPr>
              <a:t>(</a:t>
            </a:r>
            <a:r>
              <a:rPr lang="en-IN" sz="1600" dirty="0" err="1">
                <a:solidFill>
                  <a:schemeClr val="bg1"/>
                </a:solidFill>
                <a:latin typeface="Arial" panose="020B0604020202020204" pitchFamily="34" charset="0"/>
                <a:cs typeface="Arial" panose="020B0604020202020204" pitchFamily="34" charset="0"/>
              </a:rPr>
              <a:t>Var_BetaHat</a:t>
            </a:r>
            <a:r>
              <a:rPr lang="en-IN" sz="1600" dirty="0">
                <a:solidFill>
                  <a:schemeClr val="bg1"/>
                </a:solidFill>
                <a:latin typeface="Arial" panose="020B0604020202020204" pitchFamily="34" charset="0"/>
                <a:cs typeface="Arial" panose="020B0604020202020204" pitchFamily="34" charset="0"/>
              </a:rPr>
              <a:t>);</a:t>
            </a:r>
          </a:p>
          <a:p>
            <a:pPr>
              <a:lnSpc>
                <a:spcPct val="200000"/>
              </a:lnSpc>
            </a:pPr>
            <a:r>
              <a:rPr lang="en-IN" sz="1600" dirty="0">
                <a:solidFill>
                  <a:schemeClr val="accent6">
                    <a:lumMod val="75000"/>
                  </a:schemeClr>
                </a:solidFill>
                <a:latin typeface="Arial" panose="020B0604020202020204" pitchFamily="34" charset="0"/>
                <a:cs typeface="Arial" panose="020B0604020202020204" pitchFamily="34" charset="0"/>
              </a:rPr>
              <a:t>% </a:t>
            </a:r>
            <a:r>
              <a:rPr lang="en-IN" sz="1600" dirty="0" err="1">
                <a:solidFill>
                  <a:schemeClr val="accent6">
                    <a:lumMod val="75000"/>
                  </a:schemeClr>
                </a:solidFill>
                <a:latin typeface="Arial" panose="020B0604020202020204" pitchFamily="34" charset="0"/>
                <a:cs typeface="Arial" panose="020B0604020202020204" pitchFamily="34" charset="0"/>
              </a:rPr>
              <a:t>StdError_Beta</a:t>
            </a:r>
            <a:r>
              <a:rPr lang="en-IN" sz="1600" dirty="0">
                <a:solidFill>
                  <a:schemeClr val="accent6">
                    <a:lumMod val="75000"/>
                  </a:schemeClr>
                </a:solidFill>
                <a:latin typeface="Arial" panose="020B0604020202020204" pitchFamily="34" charset="0"/>
                <a:cs typeface="Arial" panose="020B0604020202020204" pitchFamily="34" charset="0"/>
              </a:rPr>
              <a:t> =</a:t>
            </a:r>
          </a:p>
          <a:p>
            <a:pPr>
              <a:lnSpc>
                <a:spcPct val="200000"/>
              </a:lnSpc>
            </a:pPr>
            <a:r>
              <a:rPr lang="en-IN" sz="1600" dirty="0">
                <a:solidFill>
                  <a:schemeClr val="accent6">
                    <a:lumMod val="75000"/>
                  </a:schemeClr>
                </a:solidFill>
                <a:latin typeface="Arial" panose="020B0604020202020204" pitchFamily="34" charset="0"/>
                <a:cs typeface="Arial" panose="020B0604020202020204" pitchFamily="34" charset="0"/>
              </a:rPr>
              <a:t>% </a:t>
            </a:r>
          </a:p>
          <a:p>
            <a:pPr>
              <a:lnSpc>
                <a:spcPct val="200000"/>
              </a:lnSpc>
            </a:pPr>
            <a:r>
              <a:rPr lang="en-IN" sz="1600" dirty="0">
                <a:solidFill>
                  <a:schemeClr val="accent6">
                    <a:lumMod val="75000"/>
                  </a:schemeClr>
                </a:solidFill>
                <a:latin typeface="Arial" panose="020B0604020202020204" pitchFamily="34" charset="0"/>
                <a:cs typeface="Arial" panose="020B0604020202020204" pitchFamily="34" charset="0"/>
              </a:rPr>
              <a:t>% 6.3373         0                 0</a:t>
            </a:r>
          </a:p>
          <a:p>
            <a:pPr>
              <a:lnSpc>
                <a:spcPct val="200000"/>
              </a:lnSpc>
            </a:pPr>
            <a:r>
              <a:rPr lang="en-IN" sz="1600" dirty="0">
                <a:solidFill>
                  <a:schemeClr val="accent6">
                    <a:lumMod val="75000"/>
                  </a:schemeClr>
                </a:solidFill>
                <a:latin typeface="Arial" panose="020B0604020202020204" pitchFamily="34" charset="0"/>
                <a:cs typeface="Arial" panose="020B0604020202020204" pitchFamily="34" charset="0"/>
              </a:rPr>
              <a:t>% 0                 0.8979         0</a:t>
            </a:r>
          </a:p>
          <a:p>
            <a:pPr>
              <a:lnSpc>
                <a:spcPct val="200000"/>
              </a:lnSpc>
            </a:pPr>
            <a:r>
              <a:rPr lang="en-IN" sz="1600" dirty="0">
                <a:solidFill>
                  <a:schemeClr val="accent6">
                    <a:lumMod val="75000"/>
                  </a:schemeClr>
                </a:solidFill>
                <a:latin typeface="Arial" panose="020B0604020202020204" pitchFamily="34" charset="0"/>
                <a:cs typeface="Arial" panose="020B0604020202020204" pitchFamily="34" charset="0"/>
              </a:rPr>
              <a:t>% 0                 0                  0.0306</a:t>
            </a:r>
            <a:endParaRPr lang="en-IN" sz="1600" dirty="0">
              <a:solidFill>
                <a:schemeClr val="accent6">
                  <a:lumMod val="75000"/>
                </a:schemeClr>
              </a:solidFill>
            </a:endParaRPr>
          </a:p>
        </p:txBody>
      </p:sp>
    </p:spTree>
    <p:extLst>
      <p:ext uri="{BB962C8B-B14F-4D97-AF65-F5344CB8AC3E}">
        <p14:creationId xmlns:p14="http://schemas.microsoft.com/office/powerpoint/2010/main" val="7264101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ustom 1">
      <a:dk1>
        <a:sysClr val="windowText" lastClr="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sample</Template>
  <TotalTime>8185</TotalTime>
  <Words>2801</Words>
  <Application>Microsoft Office PowerPoint</Application>
  <PresentationFormat>On-screen Show (16:9)</PresentationFormat>
  <Paragraphs>395</Paragraphs>
  <Slides>65</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6" baseType="lpstr">
      <vt:lpstr>Airal</vt:lpstr>
      <vt:lpstr>Arial</vt:lpstr>
      <vt:lpstr>Calibri</vt:lpstr>
      <vt:lpstr>Cambria Math</vt:lpstr>
      <vt:lpstr>Constantia</vt:lpstr>
      <vt:lpstr>Menlo</vt:lpstr>
      <vt:lpstr>Symbol</vt:lpstr>
      <vt:lpstr>Wingdings</vt:lpstr>
      <vt:lpstr>Wingdings 2</vt:lpstr>
      <vt:lpstr>Theme1</vt:lpstr>
      <vt:lpstr>Equation</vt:lpstr>
      <vt:lpstr>PowerPoint Presentation</vt:lpstr>
      <vt:lpstr>Actual response and its prediction </vt:lpstr>
      <vt:lpstr>How to Find Mean Response?</vt:lpstr>
      <vt:lpstr>Relation between actual response and its prediction </vt:lpstr>
      <vt:lpstr>PowerPoint Presentation</vt:lpstr>
      <vt:lpstr>Sum of Squares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of Variance (ANOVA)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Metrics of Regression :  How Good is my Fit?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Kannan.A</dc:creator>
  <cp:lastModifiedBy>NPTEL Office9</cp:lastModifiedBy>
  <cp:revision>437</cp:revision>
  <dcterms:created xsi:type="dcterms:W3CDTF">2012-10-01T16:47:02Z</dcterms:created>
  <dcterms:modified xsi:type="dcterms:W3CDTF">2026-05-25T12:01:57Z</dcterms:modified>
</cp:coreProperties>
</file>